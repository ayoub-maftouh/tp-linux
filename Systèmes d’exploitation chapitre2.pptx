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6.xml" ContentType="application/vnd.openxmlformats-officedocument.them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7.xml" ContentType="application/vnd.openxmlformats-officedocument.them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4"/>
    <p:sldMasterId id="2147483714" r:id="rId5"/>
    <p:sldMasterId id="2147483742" r:id="rId6"/>
    <p:sldMasterId id="2147483748" r:id="rId7"/>
    <p:sldMasterId id="2147483776" r:id="rId8"/>
    <p:sldMasterId id="2147483782" r:id="rId9"/>
    <p:sldMasterId id="2147483810" r:id="rId10"/>
  </p:sldMasterIdLst>
  <p:notesMasterIdLst>
    <p:notesMasterId r:id="rId28"/>
  </p:notesMasterIdLst>
  <p:handoutMasterIdLst>
    <p:handoutMasterId r:id="rId29"/>
  </p:handoutMasterIdLst>
  <p:sldIdLst>
    <p:sldId id="440" r:id="rId11"/>
    <p:sldId id="441" r:id="rId12"/>
    <p:sldId id="442" r:id="rId13"/>
    <p:sldId id="443" r:id="rId14"/>
    <p:sldId id="444" r:id="rId15"/>
    <p:sldId id="445" r:id="rId16"/>
    <p:sldId id="446" r:id="rId17"/>
    <p:sldId id="447" r:id="rId18"/>
    <p:sldId id="448" r:id="rId19"/>
    <p:sldId id="457" r:id="rId20"/>
    <p:sldId id="450" r:id="rId21"/>
    <p:sldId id="451" r:id="rId22"/>
    <p:sldId id="452" r:id="rId23"/>
    <p:sldId id="453" r:id="rId24"/>
    <p:sldId id="454" r:id="rId25"/>
    <p:sldId id="455" r:id="rId26"/>
    <p:sldId id="449" r:id="rId27"/>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0F9E"/>
    <a:srgbClr val="EF3D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80" autoAdjust="0"/>
    <p:restoredTop sz="94660"/>
  </p:normalViewPr>
  <p:slideViewPr>
    <p:cSldViewPr>
      <p:cViewPr varScale="1">
        <p:scale>
          <a:sx n="88" d="100"/>
          <a:sy n="88" d="100"/>
        </p:scale>
        <p:origin x="566" y="62"/>
      </p:cViewPr>
      <p:guideLst>
        <p:guide pos="3840"/>
        <p:guide orient="horz" pos="2160"/>
      </p:guideLst>
    </p:cSldViewPr>
  </p:slideViewPr>
  <p:notesTextViewPr>
    <p:cViewPr>
      <p:scale>
        <a:sx n="1" d="1"/>
        <a:sy n="1" d="1"/>
      </p:scale>
      <p:origin x="0" y="0"/>
    </p:cViewPr>
  </p:notesTextViewPr>
  <p:notesViewPr>
    <p:cSldViewPr showGuides="1">
      <p:cViewPr varScale="1">
        <p:scale>
          <a:sx n="100" d="100"/>
          <a:sy n="100" d="100"/>
        </p:scale>
        <p:origin x="280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presProps" Target="presProps.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85FB9A08-40BC-47B5-8130-616BDCF09507}" type="datetime1">
              <a:rPr lang="fr-FR" smtClean="0"/>
              <a:t>12/02/2026</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45ACAF8E-318A-4EFE-8633-D9E72ABCE0ED}" type="slidenum">
              <a:rPr lang="fr-FR" smtClean="0"/>
              <a:pPr algn="r" rtl="0"/>
              <a:t>‹N°›</a:t>
            </a:fld>
            <a:endParaRPr lang="fr-FR" dirty="0"/>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082B9BC8-1895-4EB7-B2E1-D3911C69AD0C}" type="datetime1">
              <a:rPr lang="fr-FR" smtClean="0"/>
              <a:pPr/>
              <a:t>12/02/2026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5EE2CF44-2B13-41B4-A334-1CDF534EEBBF}" type="slidenum">
              <a:rPr lang="fr-FR" smtClean="0"/>
              <a:pPr/>
              <a:t>‹N°›</a:t>
            </a:fld>
            <a:endParaRPr lang="fr-FR" dirty="0"/>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1.xml"/><Relationship Id="rId4" Type="http://schemas.microsoft.com/office/2007/relationships/hdphoto" Target="../media/hdphoto1.wdp"/></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xml"/><Relationship Id="rId4" Type="http://schemas.microsoft.com/office/2007/relationships/hdphoto" Target="../media/hdphoto2.wdp"/></Relationships>
</file>

<file path=ppt/slideLayouts/_rels/slideLayout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hyperlink" Target="http://www.capgemini.com/" TargetMode="External"/><Relationship Id="rId18" Type="http://schemas.openxmlformats.org/officeDocument/2006/relationships/hyperlink" Target="http://www.twitter.com/capgemini" TargetMode="External"/><Relationship Id="rId3" Type="http://schemas.openxmlformats.org/officeDocument/2006/relationships/tags" Target="../tags/tag6.xml"/><Relationship Id="rId21" Type="http://schemas.openxmlformats.org/officeDocument/2006/relationships/image" Target="../media/image9.png"/><Relationship Id="rId7" Type="http://schemas.openxmlformats.org/officeDocument/2006/relationships/tags" Target="../tags/tag10.xml"/><Relationship Id="rId12" Type="http://schemas.openxmlformats.org/officeDocument/2006/relationships/image" Target="../media/image5.png"/><Relationship Id="rId17" Type="http://schemas.openxmlformats.org/officeDocument/2006/relationships/image" Target="../media/image7.png"/><Relationship Id="rId25" Type="http://schemas.openxmlformats.org/officeDocument/2006/relationships/image" Target="../media/image12.png"/><Relationship Id="rId2" Type="http://schemas.openxmlformats.org/officeDocument/2006/relationships/tags" Target="../tags/tag5.xml"/><Relationship Id="rId16" Type="http://schemas.openxmlformats.org/officeDocument/2006/relationships/hyperlink" Target="http://www.linkedin.com/company/capgemini" TargetMode="External"/><Relationship Id="rId20" Type="http://schemas.openxmlformats.org/officeDocument/2006/relationships/hyperlink" Target="http://www.youtube.com/capgemini" TargetMode="Externa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4.emf"/><Relationship Id="rId24" Type="http://schemas.openxmlformats.org/officeDocument/2006/relationships/image" Target="../media/image11.png"/><Relationship Id="rId5" Type="http://schemas.openxmlformats.org/officeDocument/2006/relationships/tags" Target="../tags/tag8.xml"/><Relationship Id="rId15" Type="http://schemas.openxmlformats.org/officeDocument/2006/relationships/image" Target="../media/image6.png"/><Relationship Id="rId23" Type="http://schemas.openxmlformats.org/officeDocument/2006/relationships/image" Target="../media/image10.gif"/><Relationship Id="rId10" Type="http://schemas.openxmlformats.org/officeDocument/2006/relationships/slideMaster" Target="../slideMasters/slideMaster2.xml"/><Relationship Id="rId19" Type="http://schemas.openxmlformats.org/officeDocument/2006/relationships/image" Target="../media/image8.png"/><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hyperlink" Target="http://www.facebook.com/Capgemini" TargetMode="External"/><Relationship Id="rId22" Type="http://schemas.openxmlformats.org/officeDocument/2006/relationships/hyperlink" Target="http://www.slideshare.net/capgemini" TargetMode="Externa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4.emf"/><Relationship Id="rId4"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4.emf"/><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Master" Target="../slideMasters/slideMaster3.xml"/><Relationship Id="rId5" Type="http://schemas.openxmlformats.org/officeDocument/2006/relationships/tags" Target="../tags/tag31.xml"/><Relationship Id="rId4" Type="http://schemas.openxmlformats.org/officeDocument/2006/relationships/tags" Target="../tags/tag3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3.xml"/><Relationship Id="rId1" Type="http://schemas.openxmlformats.org/officeDocument/2006/relationships/tags" Target="../tags/tag3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33.xml"/><Relationship Id="rId4" Type="http://schemas.microsoft.com/office/2007/relationships/hdphoto" Target="../media/hdphoto1.wdp"/></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34.xml"/><Relationship Id="rId4" Type="http://schemas.microsoft.com/office/2007/relationships/hdphoto" Target="../media/hdphoto2.wdp"/></Relationships>
</file>

<file path=ppt/slideLayouts/_rels/slideLayout4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4.xml"/><Relationship Id="rId1" Type="http://schemas.openxmlformats.org/officeDocument/2006/relationships/tags" Target="../tags/tag35.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hyperlink" Target="http://www.capgemini.com/" TargetMode="External"/><Relationship Id="rId18" Type="http://schemas.openxmlformats.org/officeDocument/2006/relationships/hyperlink" Target="http://www.twitter.com/capgemini" TargetMode="External"/><Relationship Id="rId3" Type="http://schemas.openxmlformats.org/officeDocument/2006/relationships/tags" Target="../tags/tag38.xml"/><Relationship Id="rId21" Type="http://schemas.openxmlformats.org/officeDocument/2006/relationships/image" Target="../media/image9.png"/><Relationship Id="rId7" Type="http://schemas.openxmlformats.org/officeDocument/2006/relationships/tags" Target="../tags/tag42.xml"/><Relationship Id="rId12" Type="http://schemas.openxmlformats.org/officeDocument/2006/relationships/image" Target="../media/image5.png"/><Relationship Id="rId17" Type="http://schemas.openxmlformats.org/officeDocument/2006/relationships/image" Target="../media/image7.png"/><Relationship Id="rId25" Type="http://schemas.openxmlformats.org/officeDocument/2006/relationships/image" Target="../media/image12.png"/><Relationship Id="rId2" Type="http://schemas.openxmlformats.org/officeDocument/2006/relationships/tags" Target="../tags/tag37.xml"/><Relationship Id="rId16" Type="http://schemas.openxmlformats.org/officeDocument/2006/relationships/hyperlink" Target="http://www.linkedin.com/company/capgemini" TargetMode="External"/><Relationship Id="rId20" Type="http://schemas.openxmlformats.org/officeDocument/2006/relationships/hyperlink" Target="http://www.youtube.com/capgemini" TargetMode="Externa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image" Target="../media/image4.emf"/><Relationship Id="rId24" Type="http://schemas.openxmlformats.org/officeDocument/2006/relationships/image" Target="../media/image11.png"/><Relationship Id="rId5" Type="http://schemas.openxmlformats.org/officeDocument/2006/relationships/tags" Target="../tags/tag40.xml"/><Relationship Id="rId15" Type="http://schemas.openxmlformats.org/officeDocument/2006/relationships/image" Target="../media/image6.png"/><Relationship Id="rId23" Type="http://schemas.openxmlformats.org/officeDocument/2006/relationships/image" Target="../media/image10.gif"/><Relationship Id="rId10" Type="http://schemas.openxmlformats.org/officeDocument/2006/relationships/slideMaster" Target="../slideMasters/slideMaster4.xml"/><Relationship Id="rId19" Type="http://schemas.openxmlformats.org/officeDocument/2006/relationships/image" Target="../media/image8.png"/><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hyperlink" Target="http://www.facebook.com/Capgemini" TargetMode="External"/><Relationship Id="rId22" Type="http://schemas.openxmlformats.org/officeDocument/2006/relationships/hyperlink" Target="http://www.slideshare.net/capgemini" TargetMode="Externa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4.xml"/><Relationship Id="rId1" Type="http://schemas.openxmlformats.org/officeDocument/2006/relationships/tags" Target="../tags/tag45.xml"/></Relationships>
</file>

<file path=ppt/slideLayouts/_rels/slideLayout6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image" Target="../media/image4.emf"/></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4.emf"/><Relationship Id="rId4"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image" Target="../media/image4.emf"/><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5.xml"/><Relationship Id="rId5" Type="http://schemas.openxmlformats.org/officeDocument/2006/relationships/tags" Target="../tags/tag63.xml"/><Relationship Id="rId4" Type="http://schemas.openxmlformats.org/officeDocument/2006/relationships/tags" Target="../tags/tag6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5.xml"/><Relationship Id="rId1" Type="http://schemas.openxmlformats.org/officeDocument/2006/relationships/tags" Target="../tags/tag6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5.xml"/><Relationship Id="rId4" Type="http://schemas.microsoft.com/office/2007/relationships/hdphoto" Target="../media/hdphoto1.wdp"/></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6.xml"/><Relationship Id="rId4" Type="http://schemas.microsoft.com/office/2007/relationships/hdphoto" Target="../media/hdphoto2.wdp"/></Relationships>
</file>

<file path=ppt/slideLayouts/_rels/slideLayout8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6.xml"/><Relationship Id="rId1" Type="http://schemas.openxmlformats.org/officeDocument/2006/relationships/tags" Target="../tags/tag67.xml"/></Relationships>
</file>

<file path=ppt/slideLayouts/_rels/slideLayout98.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hyperlink" Target="http://www.capgemini.com/" TargetMode="External"/><Relationship Id="rId18" Type="http://schemas.openxmlformats.org/officeDocument/2006/relationships/hyperlink" Target="http://www.twitter.com/capgemini" TargetMode="External"/><Relationship Id="rId3" Type="http://schemas.openxmlformats.org/officeDocument/2006/relationships/tags" Target="../tags/tag70.xml"/><Relationship Id="rId21" Type="http://schemas.openxmlformats.org/officeDocument/2006/relationships/image" Target="../media/image9.png"/><Relationship Id="rId7" Type="http://schemas.openxmlformats.org/officeDocument/2006/relationships/tags" Target="../tags/tag74.xml"/><Relationship Id="rId12" Type="http://schemas.openxmlformats.org/officeDocument/2006/relationships/image" Target="../media/image5.png"/><Relationship Id="rId17" Type="http://schemas.openxmlformats.org/officeDocument/2006/relationships/image" Target="../media/image7.png"/><Relationship Id="rId25" Type="http://schemas.openxmlformats.org/officeDocument/2006/relationships/image" Target="../media/image12.png"/><Relationship Id="rId2" Type="http://schemas.openxmlformats.org/officeDocument/2006/relationships/tags" Target="../tags/tag69.xml"/><Relationship Id="rId16" Type="http://schemas.openxmlformats.org/officeDocument/2006/relationships/hyperlink" Target="http://www.linkedin.com/company/capgemini" TargetMode="External"/><Relationship Id="rId20" Type="http://schemas.openxmlformats.org/officeDocument/2006/relationships/hyperlink" Target="http://www.youtube.com/capgemini" TargetMode="Externa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4.emf"/><Relationship Id="rId24" Type="http://schemas.openxmlformats.org/officeDocument/2006/relationships/image" Target="../media/image11.png"/><Relationship Id="rId5" Type="http://schemas.openxmlformats.org/officeDocument/2006/relationships/tags" Target="../tags/tag72.xml"/><Relationship Id="rId15" Type="http://schemas.openxmlformats.org/officeDocument/2006/relationships/image" Target="../media/image6.png"/><Relationship Id="rId23" Type="http://schemas.openxmlformats.org/officeDocument/2006/relationships/image" Target="../media/image10.gif"/><Relationship Id="rId10" Type="http://schemas.openxmlformats.org/officeDocument/2006/relationships/slideMaster" Target="../slideMasters/slideMaster6.xml"/><Relationship Id="rId19" Type="http://schemas.openxmlformats.org/officeDocument/2006/relationships/image" Target="../media/image8.png"/><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hyperlink" Target="http://www.facebook.com/Capgemini" TargetMode="External"/><Relationship Id="rId22" Type="http://schemas.openxmlformats.org/officeDocument/2006/relationships/hyperlink" Target="http://www.slideshare.net/capgemini" TargetMode="Externa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6.xml"/><Relationship Id="rId1" Type="http://schemas.openxmlformats.org/officeDocument/2006/relationships/tags" Target="../tags/tag77.xml"/></Relationships>
</file>

<file path=ppt/slideLayouts/_rels/slideLayout10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4.emf"/></Relationships>
</file>

<file path=ppt/slideLayouts/_rels/slideLayout106.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4.emf"/><Relationship Id="rId4"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image" Target="../media/image4.emf"/><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Master" Target="../slideMasters/slideMaster7.xml"/><Relationship Id="rId5" Type="http://schemas.openxmlformats.org/officeDocument/2006/relationships/tags" Target="../tags/tag95.xml"/><Relationship Id="rId4" Type="http://schemas.openxmlformats.org/officeDocument/2006/relationships/tags" Target="../tags/tag9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7.xml"/><Relationship Id="rId1" Type="http://schemas.openxmlformats.org/officeDocument/2006/relationships/tags" Target="../tags/tag9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pPr>
              <a:defRPr/>
            </a:pPr>
            <a:fld id="{5B17348D-39A7-45CD-8C31-372788138F40}" type="datetimeFigureOut">
              <a:rPr lang="fr-FR" smtClean="0"/>
              <a:pPr>
                <a:defRPr/>
              </a:pPr>
              <a:t>12/02/2026</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fld id="{AF479357-C46A-47E4-97A3-A3BCC7A2AF70}" type="slidenum">
              <a:rPr lang="fr-FR" altLang="fr-FR" smtClean="0"/>
              <a:pPr/>
              <a:t>‹N°›</a:t>
            </a:fld>
            <a:endParaRPr lang="fr-FR" altLang="fr-FR"/>
          </a:p>
        </p:txBody>
      </p:sp>
      <p:sp>
        <p:nvSpPr>
          <p:cNvPr id="7"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8"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Tree>
    <p:extLst>
      <p:ext uri="{BB962C8B-B14F-4D97-AF65-F5344CB8AC3E}">
        <p14:creationId xmlns:p14="http://schemas.microsoft.com/office/powerpoint/2010/main" val="3849926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p>
        </p:txBody>
      </p:sp>
      <p:sp>
        <p:nvSpPr>
          <p:cNvPr id="3" name="Espace réservé du contenu 2"/>
          <p:cNvSpPr>
            <a:spLocks noGrp="1"/>
          </p:cNvSpPr>
          <p:nvPr>
            <p:ph idx="1"/>
          </p:nvPr>
        </p:nvSpPr>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10"/>
          </p:nvPr>
        </p:nvSpPr>
        <p:spPr/>
        <p:txBody>
          <a:bodyPr/>
          <a:lstStyle/>
          <a:p>
            <a:fld id="{B4EA85BC-BD2B-458E-8340-8D31B4F152AE}" type="datetime1">
              <a:rPr lang="fr-FR" smtClean="0"/>
              <a:pPr/>
              <a:t>12/02/2026</a:t>
            </a:fld>
            <a:endParaRPr lang="fr-FR" dirty="0"/>
          </a:p>
        </p:txBody>
      </p:sp>
      <p:sp>
        <p:nvSpPr>
          <p:cNvPr id="5" name="Espace réservé du pied de page 4"/>
          <p:cNvSpPr>
            <a:spLocks noGrp="1"/>
          </p:cNvSpPr>
          <p:nvPr>
            <p:ph type="ftr" sz="quarter" idx="11"/>
          </p:nvPr>
        </p:nvSpPr>
        <p:spPr/>
        <p:txBody>
          <a:bodyPr/>
          <a:lstStyle/>
          <a:p>
            <a:pPr rtl="0"/>
            <a:endParaRPr lang="fr-FR" noProof="0" dirty="0"/>
          </a:p>
        </p:txBody>
      </p:sp>
      <p:sp>
        <p:nvSpPr>
          <p:cNvPr id="6" name="Espace réservé du numéro de diapositive 5"/>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63961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A9F01D7A-F2CA-4D89-BC48-D8C829AA64E1}" type="datetime1">
              <a:rPr lang="fr-FR" smtClean="0"/>
              <a:pPr/>
              <a:t>12/02/2026</a:t>
            </a:fld>
            <a:endParaRPr lang="fr-FR" dirty="0"/>
          </a:p>
        </p:txBody>
      </p:sp>
      <p:sp>
        <p:nvSpPr>
          <p:cNvPr id="5" name="Espace réservé du pied de page 4"/>
          <p:cNvSpPr>
            <a:spLocks noGrp="1"/>
          </p:cNvSpPr>
          <p:nvPr>
            <p:ph type="ftr" sz="quarter" idx="11"/>
          </p:nvPr>
        </p:nvSpPr>
        <p:spPr/>
        <p:txBody>
          <a:bodyPr/>
          <a:lstStyle/>
          <a:p>
            <a:pPr rtl="0"/>
            <a:endParaRPr lang="fr-FR" noProof="0" dirty="0"/>
          </a:p>
        </p:txBody>
      </p:sp>
      <p:sp>
        <p:nvSpPr>
          <p:cNvPr id="6" name="Espace réservé du numéro de diapositive 5"/>
          <p:cNvSpPr>
            <a:spLocks noGrp="1"/>
          </p:cNvSpPr>
          <p:nvPr>
            <p:ph type="sldNum" sz="quarter" idx="12"/>
          </p:nvPr>
        </p:nvSpPr>
        <p:spPr/>
        <p:txBody>
          <a:bodyPr/>
          <a:lstStyle/>
          <a:p>
            <a:pPr algn="r"/>
            <a:fld id="{E31375A4-56A4-47D6-9801-1991572033F7}" type="slidenum">
              <a:rPr lang="fr-FR" smtClean="0"/>
              <a:pPr algn="r"/>
              <a:t>‹N°›</a:t>
            </a:fld>
            <a:endParaRPr lang="fr-FR" dirty="0"/>
          </a:p>
        </p:txBody>
      </p:sp>
    </p:spTree>
    <p:extLst>
      <p:ext uri="{BB962C8B-B14F-4D97-AF65-F5344CB8AC3E}">
        <p14:creationId xmlns:p14="http://schemas.microsoft.com/office/powerpoint/2010/main" val="1730100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2C9DB741-A3C2-4C75-A4D1-97F129BE9491}" type="datetime1">
              <a:rPr lang="fr-FR" smtClean="0"/>
              <a:pPr/>
              <a:t>12/02/2026</a:t>
            </a:fld>
            <a:endParaRPr lang="fr-FR" dirty="0"/>
          </a:p>
        </p:txBody>
      </p:sp>
      <p:sp>
        <p:nvSpPr>
          <p:cNvPr id="6" name="Espace réservé du pied de page 5"/>
          <p:cNvSpPr>
            <a:spLocks noGrp="1"/>
          </p:cNvSpPr>
          <p:nvPr>
            <p:ph type="ftr" sz="quarter" idx="11"/>
          </p:nvPr>
        </p:nvSpPr>
        <p:spPr/>
        <p:txBody>
          <a:bodyPr/>
          <a:lstStyle/>
          <a:p>
            <a:pPr rtl="0"/>
            <a:endParaRPr lang="fr-FR" noProof="0" dirty="0"/>
          </a:p>
        </p:txBody>
      </p:sp>
      <p:sp>
        <p:nvSpPr>
          <p:cNvPr id="7" name="Espace réservé du numéro de diapositive 6"/>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723319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11B59C61-65A8-4FB6-8060-9ACE25B631CB}" type="datetime1">
              <a:rPr lang="fr-FR" noProof="0" smtClean="0"/>
              <a:pPr/>
              <a:t>12/02/2026</a:t>
            </a:fld>
            <a:endParaRPr lang="fr-FR" noProof="0" dirty="0"/>
          </a:p>
        </p:txBody>
      </p:sp>
      <p:sp>
        <p:nvSpPr>
          <p:cNvPr id="8" name="Espace réservé du pied de page 7"/>
          <p:cNvSpPr>
            <a:spLocks noGrp="1"/>
          </p:cNvSpPr>
          <p:nvPr>
            <p:ph type="ftr" sz="quarter" idx="11"/>
          </p:nvPr>
        </p:nvSpPr>
        <p:spPr/>
        <p:txBody>
          <a:bodyPr/>
          <a:lstStyle/>
          <a:p>
            <a:pPr rtl="0"/>
            <a:endParaRPr lang="fr-FR" noProof="0" dirty="0"/>
          </a:p>
        </p:txBody>
      </p:sp>
      <p:sp>
        <p:nvSpPr>
          <p:cNvPr id="9" name="Espace réservé du numéro de diapositive 8"/>
          <p:cNvSpPr>
            <a:spLocks noGrp="1"/>
          </p:cNvSpPr>
          <p:nvPr>
            <p:ph type="sldNum" sz="quarter" idx="12"/>
          </p:nvPr>
        </p:nvSpPr>
        <p:spPr/>
        <p:txBody>
          <a:bodyPr/>
          <a:lstStyle/>
          <a:p>
            <a:fld id="{E31375A4-56A4-47D6-9801-1991572033F7}" type="slidenum">
              <a:rPr lang="fr-FR" noProof="0" smtClean="0"/>
              <a:pPr/>
              <a:t>‹N°›</a:t>
            </a:fld>
            <a:endParaRPr lang="fr-FR" noProof="0" dirty="0"/>
          </a:p>
        </p:txBody>
      </p:sp>
    </p:spTree>
    <p:extLst>
      <p:ext uri="{BB962C8B-B14F-4D97-AF65-F5344CB8AC3E}">
        <p14:creationId xmlns:p14="http://schemas.microsoft.com/office/powerpoint/2010/main" val="21731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A9F01D7A-F2CA-4D89-BC48-D8C829AA64E1}" type="datetime1">
              <a:rPr lang="fr-FR" smtClean="0"/>
              <a:pPr/>
              <a:t>12/02/2026</a:t>
            </a:fld>
            <a:endParaRPr lang="fr-FR" dirty="0"/>
          </a:p>
        </p:txBody>
      </p:sp>
      <p:sp>
        <p:nvSpPr>
          <p:cNvPr id="4" name="Espace réservé du pied de page 3"/>
          <p:cNvSpPr>
            <a:spLocks noGrp="1"/>
          </p:cNvSpPr>
          <p:nvPr>
            <p:ph type="ftr" sz="quarter" idx="11"/>
          </p:nvPr>
        </p:nvSpPr>
        <p:spPr/>
        <p:txBody>
          <a:bodyPr/>
          <a:lstStyle/>
          <a:p>
            <a:pPr rtl="0"/>
            <a:endParaRPr lang="fr-FR" noProof="0" dirty="0"/>
          </a:p>
        </p:txBody>
      </p:sp>
      <p:sp>
        <p:nvSpPr>
          <p:cNvPr id="5" name="Espace réservé du numéro de diapositive 4"/>
          <p:cNvSpPr>
            <a:spLocks noGrp="1"/>
          </p:cNvSpPr>
          <p:nvPr>
            <p:ph type="sldNum" sz="quarter" idx="12"/>
          </p:nvPr>
        </p:nvSpPr>
        <p:spPr/>
        <p:txBody>
          <a:bodyPr/>
          <a:lstStyle/>
          <a:p>
            <a:pPr algn="r"/>
            <a:fld id="{E31375A4-56A4-47D6-9801-1991572033F7}" type="slidenum">
              <a:rPr lang="fr-FR" smtClean="0"/>
              <a:pPr algn="r"/>
              <a:t>‹N°›</a:t>
            </a:fld>
            <a:endParaRPr lang="fr-FR" dirty="0"/>
          </a:p>
        </p:txBody>
      </p:sp>
    </p:spTree>
    <p:extLst>
      <p:ext uri="{BB962C8B-B14F-4D97-AF65-F5344CB8AC3E}">
        <p14:creationId xmlns:p14="http://schemas.microsoft.com/office/powerpoint/2010/main" val="295654929"/>
      </p:ext>
    </p:extLst>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4294901-3B67-4101-8D94-E7F6C7A7004D}" type="datetime1">
              <a:rPr lang="fr-FR" smtClean="0"/>
              <a:pPr/>
              <a:t>12/02/2026</a:t>
            </a:fld>
            <a:endParaRPr lang="fr-FR" dirty="0"/>
          </a:p>
        </p:txBody>
      </p:sp>
      <p:sp>
        <p:nvSpPr>
          <p:cNvPr id="3" name="Espace réservé du pied de page 2"/>
          <p:cNvSpPr>
            <a:spLocks noGrp="1"/>
          </p:cNvSpPr>
          <p:nvPr>
            <p:ph type="ftr" sz="quarter" idx="11"/>
          </p:nvPr>
        </p:nvSpPr>
        <p:spPr/>
        <p:txBody>
          <a:bodyPr/>
          <a:lstStyle/>
          <a:p>
            <a:pPr rtl="0"/>
            <a:endParaRPr lang="fr-FR" noProof="0" dirty="0"/>
          </a:p>
        </p:txBody>
      </p:sp>
      <p:sp>
        <p:nvSpPr>
          <p:cNvPr id="4" name="Espace réservé du numéro de diapositive 3"/>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1844421825"/>
      </p:ext>
    </p:extLst>
  </p:cSld>
  <p:clrMapOvr>
    <a:masterClrMapping/>
  </p:clrMapOvr>
  <p:transition>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6311718-BEC8-4DB8-9B0A-52986EABC5C9}" type="datetime1">
              <a:rPr lang="fr-FR" smtClean="0"/>
              <a:pPr/>
              <a:t>12/02/2026</a:t>
            </a:fld>
            <a:endParaRPr lang="fr-FR" dirty="0"/>
          </a:p>
        </p:txBody>
      </p:sp>
      <p:sp>
        <p:nvSpPr>
          <p:cNvPr id="6" name="Espace réservé du pied de page 5"/>
          <p:cNvSpPr>
            <a:spLocks noGrp="1"/>
          </p:cNvSpPr>
          <p:nvPr>
            <p:ph type="ftr" sz="quarter" idx="11"/>
          </p:nvPr>
        </p:nvSpPr>
        <p:spPr/>
        <p:txBody>
          <a:bodyPr/>
          <a:lstStyle/>
          <a:p>
            <a:pPr rtl="0"/>
            <a:endParaRPr lang="fr-FR" noProof="0" dirty="0"/>
          </a:p>
        </p:txBody>
      </p:sp>
      <p:sp>
        <p:nvSpPr>
          <p:cNvPr id="7" name="Espace réservé du numéro de diapositive 6"/>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2159685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E883871E-5D80-4EDF-9E01-94E184402302}" type="datetime1">
              <a:rPr lang="fr-FR" smtClean="0"/>
              <a:pPr/>
              <a:t>12/02/2026</a:t>
            </a:fld>
            <a:endParaRPr lang="fr-FR" dirty="0"/>
          </a:p>
        </p:txBody>
      </p:sp>
      <p:sp>
        <p:nvSpPr>
          <p:cNvPr id="6" name="Espace réservé du pied de page 5"/>
          <p:cNvSpPr>
            <a:spLocks noGrp="1"/>
          </p:cNvSpPr>
          <p:nvPr>
            <p:ph type="ftr" sz="quarter" idx="11"/>
          </p:nvPr>
        </p:nvSpPr>
        <p:spPr/>
        <p:txBody>
          <a:bodyPr/>
          <a:lstStyle/>
          <a:p>
            <a:pPr rtl="0"/>
            <a:endParaRPr lang="fr-FR" noProof="0" dirty="0"/>
          </a:p>
        </p:txBody>
      </p:sp>
      <p:sp>
        <p:nvSpPr>
          <p:cNvPr id="7" name="Espace réservé du numéro de diapositive 6"/>
          <p:cNvSpPr>
            <a:spLocks noGrp="1"/>
          </p:cNvSpPr>
          <p:nvPr>
            <p:ph type="sldNum" sz="quarter" idx="12"/>
          </p:nvPr>
        </p:nvSpPr>
        <p:spPr/>
        <p:txBody>
          <a:bodyPr/>
          <a:lstStyle/>
          <a:p>
            <a:fld id="{E31375A4-56A4-47D6-9801-1991572033F7}" type="slidenum">
              <a:rPr lang="fr-FR" smtClean="0"/>
              <a:pPr/>
              <a:t>‹N°›</a:t>
            </a:fld>
            <a:endParaRPr lang="fr-FR" dirty="0"/>
          </a:p>
        </p:txBody>
      </p:sp>
      <p:sp>
        <p:nvSpPr>
          <p:cNvPr id="8" name="Rectangle 7"/>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600" noProof="0" dirty="0"/>
          </a:p>
        </p:txBody>
      </p:sp>
    </p:spTree>
    <p:extLst>
      <p:ext uri="{BB962C8B-B14F-4D97-AF65-F5344CB8AC3E}">
        <p14:creationId xmlns:p14="http://schemas.microsoft.com/office/powerpoint/2010/main" val="508626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0AE1499-D871-4B5A-815F-37F8E0C46F8C}" type="datetime1">
              <a:rPr lang="fr-FR" smtClean="0"/>
              <a:pPr/>
              <a:t>12/02/2026</a:t>
            </a:fld>
            <a:endParaRPr lang="fr-FR" dirty="0"/>
          </a:p>
        </p:txBody>
      </p:sp>
      <p:sp>
        <p:nvSpPr>
          <p:cNvPr id="5" name="Espace réservé du pied de page 4"/>
          <p:cNvSpPr>
            <a:spLocks noGrp="1"/>
          </p:cNvSpPr>
          <p:nvPr>
            <p:ph type="ftr" sz="quarter" idx="11"/>
          </p:nvPr>
        </p:nvSpPr>
        <p:spPr/>
        <p:txBody>
          <a:bodyPr/>
          <a:lstStyle/>
          <a:p>
            <a:pPr rtl="0"/>
            <a:endParaRPr lang="fr-FR" noProof="0" dirty="0"/>
          </a:p>
        </p:txBody>
      </p:sp>
      <p:sp>
        <p:nvSpPr>
          <p:cNvPr id="6" name="Espace réservé du numéro de diapositive 5"/>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538001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CFD53AE-A1A9-4971-B817-D6F393C7FE35}" type="datetime1">
              <a:rPr lang="fr-FR" smtClean="0"/>
              <a:pPr/>
              <a:t>12/02/2026</a:t>
            </a:fld>
            <a:endParaRPr lang="fr-FR" dirty="0"/>
          </a:p>
        </p:txBody>
      </p:sp>
      <p:sp>
        <p:nvSpPr>
          <p:cNvPr id="5" name="Espace réservé du pied de page 4"/>
          <p:cNvSpPr>
            <a:spLocks noGrp="1"/>
          </p:cNvSpPr>
          <p:nvPr>
            <p:ph type="ftr" sz="quarter" idx="11"/>
          </p:nvPr>
        </p:nvSpPr>
        <p:spPr/>
        <p:txBody>
          <a:bodyPr/>
          <a:lstStyle/>
          <a:p>
            <a:pPr rtl="0"/>
            <a:endParaRPr lang="fr-FR" noProof="0" dirty="0"/>
          </a:p>
        </p:txBody>
      </p:sp>
      <p:sp>
        <p:nvSpPr>
          <p:cNvPr id="6" name="Espace réservé du numéro de diapositive 5"/>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400864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002587" y="1600200"/>
            <a:ext cx="3122613" cy="1828800"/>
          </a:xfrm>
        </p:spPr>
        <p:txBody>
          <a:bodyPr rtlCol="0" anchor="b">
            <a:normAutofit/>
          </a:bodyPr>
          <a:lstStyle>
            <a:lvl1pPr algn="l" rtl="0">
              <a:defRPr sz="3400"/>
            </a:lvl1pPr>
          </a:lstStyle>
          <a:p>
            <a:pPr rtl="0"/>
            <a:r>
              <a:rPr lang="fr-FR" noProof="0"/>
              <a:t>Modifiez le style du titre</a:t>
            </a:r>
            <a:endParaRPr lang="fr-FR" noProof="0" dirty="0"/>
          </a:p>
        </p:txBody>
      </p:sp>
      <p:sp>
        <p:nvSpPr>
          <p:cNvPr id="3" name="Espace réservé du contenu 2"/>
          <p:cNvSpPr>
            <a:spLocks noGrp="1"/>
          </p:cNvSpPr>
          <p:nvPr>
            <p:ph idx="1"/>
          </p:nvPr>
        </p:nvSpPr>
        <p:spPr>
          <a:xfrm>
            <a:off x="760412" y="762000"/>
            <a:ext cx="6400800" cy="5334000"/>
          </a:xfrm>
        </p:spPr>
        <p:txBody>
          <a:bodyPr rtlCol="0">
            <a:normAutofit/>
          </a:bodyPr>
          <a:lstStyle>
            <a:lvl1pPr algn="l" rtl="0">
              <a:defRPr sz="2000"/>
            </a:lvl1pPr>
            <a:lvl2pPr algn="l" rtl="0">
              <a:defRPr sz="18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u texte 3"/>
          <p:cNvSpPr>
            <a:spLocks noGrp="1"/>
          </p:cNvSpPr>
          <p:nvPr>
            <p:ph type="body" sz="half" idx="2"/>
          </p:nvPr>
        </p:nvSpPr>
        <p:spPr>
          <a:xfrm>
            <a:off x="8001039" y="3429000"/>
            <a:ext cx="3124161" cy="1828800"/>
          </a:xfrm>
        </p:spPr>
        <p:txBody>
          <a:bodyPr rtlCol="0"/>
          <a:lstStyle>
            <a:lvl1pPr marL="0" indent="0" algn="l" rtl="0">
              <a:spcBef>
                <a:spcPts val="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lvl1pPr>
              <a:defRPr/>
            </a:lvl1pPr>
          </a:lstStyle>
          <a:p>
            <a:fld id="{36311718-BEC8-4DB8-9B0A-52986EABC5C9}" type="datetime1">
              <a:rPr lang="fr-FR" smtClean="0"/>
              <a:pPr/>
              <a:t>12/02/2026</a:t>
            </a:fld>
            <a:endParaRPr lang="fr-FR" dirty="0"/>
          </a:p>
        </p:txBody>
      </p:sp>
      <p:sp>
        <p:nvSpPr>
          <p:cNvPr id="6" name="Espace réservé du pied de page 5"/>
          <p:cNvSpPr>
            <a:spLocks noGrp="1"/>
          </p:cNvSpPr>
          <p:nvPr>
            <p:ph type="ftr" sz="quarter" idx="11"/>
          </p:nvPr>
        </p:nvSpPr>
        <p:spPr/>
        <p:txBody>
          <a:bodyPr rtlCol="0"/>
          <a:lstStyle/>
          <a:p>
            <a:pPr rtl="0"/>
            <a:endParaRPr lang="fr-FR" noProof="0" dirty="0"/>
          </a:p>
        </p:txBody>
      </p:sp>
      <p:sp>
        <p:nvSpPr>
          <p:cNvPr id="7" name="Espace réservé du numéro de diapositive 6"/>
          <p:cNvSpPr>
            <a:spLocks noGrp="1"/>
          </p:cNvSpPr>
          <p:nvPr>
            <p:ph type="sldNum" sz="quarter" idx="12"/>
          </p:nvPr>
        </p:nvSpPr>
        <p:spPr/>
        <p:txBody>
          <a:bodyPr rtlCol="0"/>
          <a:lstStyle>
            <a:lvl1pPr algn="r">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1667374130"/>
      </p:ext>
    </p:extLst>
  </p:cSld>
  <p:clrMapOvr>
    <a:masterClrMapping/>
  </p:clrMapOvr>
  <p:transition>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278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solidFill>
            <a:schemeClr val="tx1">
              <a:lumMod val="60000"/>
              <a:lumOff val="40000"/>
            </a:schemeClr>
          </a:solidFill>
        </p:spPr>
        <p:txBody>
          <a:bodyPr/>
          <a:lstStyle/>
          <a:p>
            <a:r>
              <a:rPr lang="fr-FR"/>
              <a:t>Cliquez sur l'icône pour ajouter une image</a:t>
            </a:r>
            <a:endParaRPr lang="en-US" dirty="0"/>
          </a:p>
        </p:txBody>
      </p:sp>
      <p:sp>
        <p:nvSpPr>
          <p:cNvPr id="2" name="Title 1"/>
          <p:cNvSpPr>
            <a:spLocks noGrp="1"/>
          </p:cNvSpPr>
          <p:nvPr>
            <p:ph type="ctrTitle" hasCustomPrompt="1"/>
          </p:nvPr>
        </p:nvSpPr>
        <p:spPr>
          <a:xfrm>
            <a:off x="10" y="2480407"/>
            <a:ext cx="5179911" cy="1533133"/>
          </a:xfrm>
          <a:solidFill>
            <a:srgbClr val="02AFE9"/>
          </a:solidFill>
        </p:spPr>
        <p:txBody>
          <a:bodyPr lIns="0" tIns="301622" rIns="221185" bIns="301622">
            <a:noAutofit/>
          </a:bodyPr>
          <a:lstStyle>
            <a:lvl1pPr algn="l">
              <a:defRPr sz="2700" baseline="0">
                <a:solidFill>
                  <a:schemeClr val="bg1"/>
                </a:solidFill>
              </a:defRPr>
            </a:lvl1pPr>
          </a:lstStyle>
          <a:p>
            <a:r>
              <a:rPr lang="fr-FR"/>
              <a:t>Click </a:t>
            </a:r>
            <a:r>
              <a:rPr lang="fr-FR" dirty="0"/>
              <a:t>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p:nvPr>
        </p:nvSpPr>
        <p:spPr>
          <a:xfrm>
            <a:off x="4" y="4151740"/>
            <a:ext cx="5179913" cy="1752600"/>
          </a:xfrm>
        </p:spPr>
        <p:txBody>
          <a:bodyPr lIns="0" rIns="221185">
            <a:normAutofit/>
          </a:bodyPr>
          <a:lstStyle>
            <a:lvl1pPr marL="0" indent="0" algn="l">
              <a:buNone/>
              <a:defRPr sz="1800">
                <a:solidFill>
                  <a:schemeClr val="tx1">
                    <a:tint val="75000"/>
                  </a:schemeClr>
                </a:solidFill>
                <a:latin typeface="Segoe UI Light" pitchFamily="34" charset="0"/>
              </a:defRPr>
            </a:lvl1pPr>
            <a:lvl2pPr marL="510765" indent="0" algn="ctr">
              <a:buNone/>
              <a:defRPr>
                <a:solidFill>
                  <a:schemeClr val="tx1">
                    <a:tint val="75000"/>
                  </a:schemeClr>
                </a:solidFill>
              </a:defRPr>
            </a:lvl2pPr>
            <a:lvl3pPr marL="1021542" indent="0" algn="ctr">
              <a:buNone/>
              <a:defRPr>
                <a:solidFill>
                  <a:schemeClr val="tx1">
                    <a:tint val="75000"/>
                  </a:schemeClr>
                </a:solidFill>
              </a:defRPr>
            </a:lvl3pPr>
            <a:lvl4pPr marL="1532316" indent="0" algn="ctr">
              <a:buNone/>
              <a:defRPr>
                <a:solidFill>
                  <a:schemeClr val="tx1">
                    <a:tint val="75000"/>
                  </a:schemeClr>
                </a:solidFill>
              </a:defRPr>
            </a:lvl4pPr>
            <a:lvl5pPr marL="2043080" indent="0" algn="ctr">
              <a:buNone/>
              <a:defRPr>
                <a:solidFill>
                  <a:schemeClr val="tx1">
                    <a:tint val="75000"/>
                  </a:schemeClr>
                </a:solidFill>
              </a:defRPr>
            </a:lvl5pPr>
            <a:lvl6pPr marL="2553855" indent="0" algn="ctr">
              <a:buNone/>
              <a:defRPr>
                <a:solidFill>
                  <a:schemeClr val="tx1">
                    <a:tint val="75000"/>
                  </a:schemeClr>
                </a:solidFill>
              </a:defRPr>
            </a:lvl6pPr>
            <a:lvl7pPr marL="3064630" indent="0" algn="ctr">
              <a:buNone/>
              <a:defRPr>
                <a:solidFill>
                  <a:schemeClr val="tx1">
                    <a:tint val="75000"/>
                  </a:schemeClr>
                </a:solidFill>
              </a:defRPr>
            </a:lvl7pPr>
            <a:lvl8pPr marL="3575397" indent="0" algn="ctr">
              <a:buNone/>
              <a:defRPr>
                <a:solidFill>
                  <a:schemeClr val="tx1">
                    <a:tint val="75000"/>
                  </a:schemeClr>
                </a:solidFill>
              </a:defRPr>
            </a:lvl8pPr>
            <a:lvl9pPr marL="4086167" indent="0" algn="ctr">
              <a:buNone/>
              <a:defRPr>
                <a:solidFill>
                  <a:schemeClr val="tx1">
                    <a:tint val="75000"/>
                  </a:schemeClr>
                </a:solidFill>
              </a:defRPr>
            </a:lvl9pPr>
          </a:lstStyle>
          <a:p>
            <a:r>
              <a:rPr lang="fr-FR"/>
              <a:t>Modifiez le style des sous-titres du masque</a:t>
            </a:r>
            <a:endParaRPr lang="en-US" dirty="0"/>
          </a:p>
        </p:txBody>
      </p:sp>
      <p:pic>
        <p:nvPicPr>
          <p:cNvPr id="9" name="Picture 2" descr="D:\Users\jehiggin\Documents\My Received Files\capblanc.png"/>
          <p:cNvPicPr>
            <a:picLocks noChangeAspect="1" noChangeArrowheads="1"/>
          </p:cNvPicPr>
          <p:nvPr/>
        </p:nvPicPr>
        <p:blipFill>
          <a:blip r:embed="rId2" cstate="screen"/>
          <a:srcRect/>
          <a:stretch>
            <a:fillRect/>
          </a:stretch>
        </p:blipFill>
        <p:spPr bwMode="auto">
          <a:xfrm>
            <a:off x="565357" y="333141"/>
            <a:ext cx="2299828" cy="533153"/>
          </a:xfrm>
          <a:prstGeom prst="rect">
            <a:avLst/>
          </a:prstGeom>
          <a:noFill/>
          <a:ln w="9525">
            <a:noFill/>
            <a:miter lim="800000"/>
            <a:headEnd/>
            <a:tailEnd/>
          </a:ln>
        </p:spPr>
      </p:pic>
    </p:spTree>
    <p:extLst>
      <p:ext uri="{BB962C8B-B14F-4D97-AF65-F5344CB8AC3E}">
        <p14:creationId xmlns:p14="http://schemas.microsoft.com/office/powerpoint/2010/main" val="259181947"/>
      </p:ext>
    </p:extLst>
  </p:cSld>
  <p:clrMapOvr>
    <a:masterClrMapping/>
  </p:clrMapOvr>
  <p:transition>
    <p:push/>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_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sp>
        <p:nvSpPr>
          <p:cNvPr id="10"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pic>
        <p:nvPicPr>
          <p:cNvPr id="4" name="Picture 3"/>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Content Placeholder 5"/>
          <p:cNvSpPr>
            <a:spLocks noGrp="1"/>
          </p:cNvSpPr>
          <p:nvPr>
            <p:ph sz="quarter" idx="10"/>
          </p:nvPr>
        </p:nvSpPr>
        <p:spPr>
          <a:xfrm>
            <a:off x="609600" y="1631575"/>
            <a:ext cx="10972800" cy="4243432"/>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Rectangle 8"/>
          <p:cNvSpPr>
            <a:spLocks noChangeArrowheads="1"/>
          </p:cNvSpPr>
          <p:nvPr>
            <p:custDataLst>
              <p:tags r:id="rId1"/>
            </p:custDataLst>
          </p:nvPr>
        </p:nvSpPr>
        <p:spPr bwMode="auto">
          <a:xfrm>
            <a:off x="9273123" y="6398495"/>
            <a:ext cx="1773767" cy="122653"/>
          </a:xfrm>
          <a:prstGeom prst="rect">
            <a:avLst/>
          </a:prstGeom>
          <a:noFill/>
          <a:ln w="19050">
            <a:noFill/>
            <a:miter lim="800000"/>
            <a:headEnd/>
            <a:tailEnd/>
          </a:ln>
          <a:effectLst/>
        </p:spPr>
        <p:txBody>
          <a:bodyPr lIns="20147" tIns="20147" rIns="20147" bIns="20147" anchor="b"/>
          <a:lstStyle/>
          <a:p>
            <a:pPr algn="r" defTabSz="557129"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1170810896"/>
      </p:ext>
    </p:extLst>
  </p:cSld>
  <p:clrMapOvr>
    <a:masterClrMapping/>
  </p:clrMapOvr>
  <p:transition>
    <p:push/>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70"/>
            <a:ext cx="10972800" cy="660393"/>
          </a:xfrm>
        </p:spPr>
        <p:txBody>
          <a:bodyPr/>
          <a:lstStyle>
            <a:lvl1pPr>
              <a:defRPr>
                <a:latin typeface="+mj-lt"/>
              </a:defRPr>
            </a:lvl1pPr>
          </a:lstStyle>
          <a:p>
            <a:r>
              <a:rPr lang="fr-FR" dirty="0" err="1"/>
              <a:t>Title</a:t>
            </a:r>
            <a:endParaRPr lang="en-US" dirty="0"/>
          </a:p>
        </p:txBody>
      </p:sp>
      <p:sp>
        <p:nvSpPr>
          <p:cNvPr id="6" name="Content Placeholder 5"/>
          <p:cNvSpPr>
            <a:spLocks noGrp="1"/>
          </p:cNvSpPr>
          <p:nvPr>
            <p:ph sz="quarter" idx="10"/>
          </p:nvPr>
        </p:nvSpPr>
        <p:spPr>
          <a:xfrm>
            <a:off x="609600" y="1654477"/>
            <a:ext cx="10972800" cy="4220561"/>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Title 1"/>
          <p:cNvSpPr txBox="1">
            <a:spLocks/>
          </p:cNvSpPr>
          <p:nvPr/>
        </p:nvSpPr>
        <p:spPr>
          <a:xfrm>
            <a:off x="623392" y="947629"/>
            <a:ext cx="10972800" cy="660393"/>
          </a:xfrm>
          <a:prstGeom prst="rect">
            <a:avLst/>
          </a:prstGeom>
        </p:spPr>
        <p:txBody>
          <a:bodyPr vert="horz" lIns="51067" tIns="25543" rIns="51067" bIns="25543" rtlCol="0" anchor="ctr">
            <a:noAutofit/>
          </a:bodyPr>
          <a:lstStyle>
            <a:lvl1pPr algn="l" defTabSz="914444" rtl="0" eaLnBrk="1" latinLnBrk="0" hangingPunct="1">
              <a:spcBef>
                <a:spcPct val="0"/>
              </a:spcBef>
              <a:buNone/>
              <a:defRPr sz="6400" kern="1200">
                <a:solidFill>
                  <a:srgbClr val="02AFE9"/>
                </a:solidFill>
                <a:latin typeface="+mj-lt"/>
                <a:ea typeface="+mj-ea"/>
                <a:cs typeface="Arial" pitchFamily="34" charset="0"/>
              </a:defRPr>
            </a:lvl1pPr>
          </a:lstStyle>
          <a:p>
            <a:r>
              <a:rPr lang="fr-FR" sz="2000" dirty="0"/>
              <a:t>Title</a:t>
            </a:r>
            <a:endParaRPr lang="en-US" sz="2000" dirty="0"/>
          </a:p>
        </p:txBody>
      </p:sp>
      <p:pic>
        <p:nvPicPr>
          <p:cNvPr id="11" name="Picture 10"/>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7"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
        <p:nvSpPr>
          <p:cNvPr id="9" name="Rectangle 8"/>
          <p:cNvSpPr>
            <a:spLocks noChangeArrowheads="1"/>
          </p:cNvSpPr>
          <p:nvPr>
            <p:custDataLst>
              <p:tags r:id="rId1"/>
            </p:custDataLst>
          </p:nvPr>
        </p:nvSpPr>
        <p:spPr bwMode="auto">
          <a:xfrm>
            <a:off x="9273123" y="6398495"/>
            <a:ext cx="1773767" cy="122653"/>
          </a:xfrm>
          <a:prstGeom prst="rect">
            <a:avLst/>
          </a:prstGeom>
          <a:noFill/>
          <a:ln w="19050">
            <a:noFill/>
            <a:miter lim="800000"/>
            <a:headEnd/>
            <a:tailEnd/>
          </a:ln>
          <a:effectLst/>
        </p:spPr>
        <p:txBody>
          <a:bodyPr lIns="20147" tIns="20147" rIns="20147" bIns="20147" anchor="b"/>
          <a:lstStyle/>
          <a:p>
            <a:pPr algn="r" defTabSz="557129"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2924476266"/>
      </p:ext>
    </p:extLst>
  </p:cSld>
  <p:clrMapOvr>
    <a:masterClrMapping/>
  </p:clrMapOvr>
  <p:transition>
    <p:push/>
  </p:transition>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8"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pic>
        <p:nvPicPr>
          <p:cNvPr id="10" name="Pictur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5"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999920177"/>
      </p:ext>
    </p:extLst>
  </p:cSld>
  <p:clrMapOvr>
    <a:masterClrMapping/>
  </p:clrMapOvr>
  <p:transition>
    <p:push/>
  </p:transition>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4910336"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609600" y="1631575"/>
            <a:ext cx="4910336" cy="4243432"/>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6143654" y="0"/>
            <a:ext cx="6048375" cy="6858000"/>
          </a:xfr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11"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754413504"/>
      </p:ext>
    </p:extLst>
  </p:cSld>
  <p:clrMapOvr>
    <a:masterClrMapping/>
  </p:clrMapOvr>
  <p:transition>
    <p:push/>
  </p:transition>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4367808" y="1798333"/>
            <a:ext cx="7214592" cy="3836875"/>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846981" y="1985783"/>
            <a:ext cx="3040783" cy="3025959"/>
          </a:xfrm>
          <a:prstGeom prst="ellipse">
            <a:avLst/>
          </a:prstGeo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9"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245340879"/>
      </p:ext>
    </p:extLst>
  </p:cSld>
  <p:clrMapOvr>
    <a:masterClrMapping/>
  </p:clrMapOvr>
  <p:transition>
    <p:push/>
  </p:transition>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3"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861934677"/>
      </p:ext>
    </p:extLst>
  </p:cSld>
  <p:clrMapOvr>
    <a:masterClrMapping/>
  </p:clrMapOvr>
  <p:transition>
    <p:push/>
  </p:transition>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black">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07129455"/>
      </p:ext>
    </p:extLst>
  </p:cSld>
  <p:clrMapOvr>
    <a:masterClrMapping/>
  </p:clrMapOvr>
  <p:transition>
    <p:push/>
  </p:transition>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12"/>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4"/>
            <a:ext cx="8559801" cy="1470026"/>
          </a:xfrm>
          <a:noFill/>
        </p:spPr>
        <p:txBody>
          <a:bodyPr lIns="0" tIns="301622" rIns="221185" bIns="301622">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615050355"/>
      </p:ext>
    </p:extLst>
  </p:cSld>
  <p:clrMapOvr>
    <a:masterClrMapping/>
  </p:clrMapOvr>
  <p:transition>
    <p:push/>
  </p:transition>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4"/>
            <a:ext cx="8559801" cy="1470026"/>
          </a:xfrm>
          <a:noFill/>
        </p:spPr>
        <p:txBody>
          <a:bodyPr lIns="0" tIns="301622" rIns="221185" bIns="301622">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1013341341"/>
      </p:ext>
    </p:extLst>
  </p:cSld>
  <p:clrMapOvr>
    <a:masterClrMapping/>
  </p:clrMapOvr>
  <p:transition>
    <p:push/>
  </p:transition>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4"/>
            <a:ext cx="8559801" cy="1470026"/>
          </a:xfrm>
          <a:noFill/>
        </p:spPr>
        <p:txBody>
          <a:bodyPr lIns="0" tIns="301622" rIns="221185" bIns="301622">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Tree>
    <p:extLst>
      <p:ext uri="{BB962C8B-B14F-4D97-AF65-F5344CB8AC3E}">
        <p14:creationId xmlns:p14="http://schemas.microsoft.com/office/powerpoint/2010/main" val="3115229171"/>
      </p:ext>
    </p:extLst>
  </p:cSld>
  <p:clrMapOvr>
    <a:masterClrMapping/>
  </p:clrMapOvr>
  <p:transition>
    <p:push/>
  </p:transition>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pic>
        <p:nvPicPr>
          <p:cNvPr id="7"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893368352"/>
      </p:ext>
    </p:extLst>
  </p:cSld>
  <p:clrMapOvr>
    <a:masterClrMapping/>
  </p:clrMapOvr>
  <p:transition>
    <p:push/>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Blank black">
    <p:spTree>
      <p:nvGrpSpPr>
        <p:cNvPr id="1" name=""/>
        <p:cNvGrpSpPr/>
        <p:nvPr/>
      </p:nvGrpSpPr>
      <p:grpSpPr>
        <a:xfrm>
          <a:off x="0" y="0"/>
          <a:ext cx="0" cy="0"/>
          <a:chOff x="0" y="0"/>
          <a:chExt cx="0" cy="0"/>
        </a:xfrm>
      </p:grpSpPr>
      <p:pic>
        <p:nvPicPr>
          <p:cNvPr id="6"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4232431580"/>
      </p:ext>
    </p:extLst>
  </p:cSld>
  <p:clrMapOvr>
    <a:masterClrMapping/>
  </p:clrMapOvr>
  <p:transition>
    <p:push/>
  </p:transition>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08"/>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2"/>
            <a:ext cx="8559801" cy="1470026"/>
          </a:xfrm>
          <a:noFill/>
        </p:spPr>
        <p:txBody>
          <a:bodyPr lIns="0" tIns="301622" rIns="221185" bIns="301622">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3565268442"/>
      </p:ext>
    </p:extLst>
  </p:cSld>
  <p:clrMapOvr>
    <a:masterClrMapping/>
  </p:clrMapOvr>
  <p:transition>
    <p:push/>
  </p:transition>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2"/>
            <a:ext cx="8559801" cy="1470026"/>
          </a:xfrm>
          <a:noFill/>
        </p:spPr>
        <p:txBody>
          <a:bodyPr lIns="0" tIns="301622" rIns="221185" bIns="301622">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1786892281"/>
      </p:ext>
    </p:extLst>
  </p:cSld>
  <p:clrMapOvr>
    <a:masterClrMapping/>
  </p:clrMapOvr>
  <p:transition>
    <p:push/>
  </p:transition>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2"/>
            <a:ext cx="8559801" cy="1470026"/>
          </a:xfrm>
          <a:noFill/>
        </p:spPr>
        <p:txBody>
          <a:bodyPr lIns="0" tIns="301622" rIns="221185" bIns="301622">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Tree>
    <p:extLst>
      <p:ext uri="{BB962C8B-B14F-4D97-AF65-F5344CB8AC3E}">
        <p14:creationId xmlns:p14="http://schemas.microsoft.com/office/powerpoint/2010/main" val="347787820"/>
      </p:ext>
    </p:extLst>
  </p:cSld>
  <p:clrMapOvr>
    <a:masterClrMapping/>
  </p:clrMapOvr>
  <p:transition>
    <p:push/>
  </p:transition>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Fnac master">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014715167"/>
      </p:ext>
    </p:extLst>
  </p:cSld>
  <p:clrMapOvr>
    <a:masterClrMapping/>
  </p:clrMapOvr>
  <p:transition>
    <p:push/>
  </p:transition>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pic>
        <p:nvPicPr>
          <p:cNvPr id="9"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726978516"/>
      </p:ext>
    </p:extLst>
  </p:cSld>
  <p:clrMapOvr>
    <a:masterClrMapping/>
  </p:clrMapOvr>
  <p:transition>
    <p:push/>
  </p:transition>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1_Disposition personnalisée">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3"/>
            <a:ext cx="2844800" cy="365125"/>
          </a:xfrm>
          <a:prstGeom prst="rect">
            <a:avLst/>
          </a:prstGeom>
        </p:spPr>
        <p:txBody>
          <a:bodyPr vert="horz" lIns="102152" tIns="51067" rIns="102152" bIns="51067"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538863213"/>
      </p:ext>
    </p:extLst>
  </p:cSld>
  <p:clrMapOvr>
    <a:masterClrMapping/>
  </p:clrMapOvr>
  <p:transition>
    <p:push/>
  </p:transition>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2" y="2"/>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265181451"/>
      </p:ext>
    </p:extLst>
  </p:cSld>
  <p:clrMapOvr>
    <a:masterClrMapping/>
  </p:clrMapOvr>
  <p:transition>
    <p:push/>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losing 1">
    <p:spTree>
      <p:nvGrpSpPr>
        <p:cNvPr id="1" name=""/>
        <p:cNvGrpSpPr/>
        <p:nvPr/>
      </p:nvGrpSpPr>
      <p:grpSpPr>
        <a:xfrm>
          <a:off x="0" y="0"/>
          <a:ext cx="0" cy="0"/>
          <a:chOff x="0" y="0"/>
          <a:chExt cx="0" cy="0"/>
        </a:xfrm>
      </p:grpSpPr>
      <p:sp>
        <p:nvSpPr>
          <p:cNvPr id="72" name="Rectangle 7"/>
          <p:cNvSpPr/>
          <p:nvPr>
            <p:custDataLst>
              <p:tags r:id="rId1"/>
            </p:custDataLst>
          </p:nvPr>
        </p:nvSpPr>
        <p:spPr bwMode="auto">
          <a:xfrm flipV="1">
            <a:off x="-1059" y="1117624"/>
            <a:ext cx="12193059" cy="574037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solidFill>
            <a:srgbClr val="C5C5C5"/>
          </a:solidFill>
          <a:ln w="12700" cmpd="sng" algn="ctr">
            <a:noFill/>
            <a:miter lim="800000"/>
            <a:headEnd/>
            <a:tailEnd/>
          </a:ln>
          <a:effectLst>
            <a:outerShdw blurRad="41275" dist="38100" dir="5400000" algn="t" rotWithShape="0">
              <a:schemeClr val="bg1">
                <a:lumMod val="65000"/>
                <a:alpha val="25000"/>
              </a:schemeClr>
            </a:outerShdw>
          </a:effectLst>
        </p:spPr>
        <p:txBody>
          <a:bodyPr lIns="18504" tIns="24055" rIns="18504" bIns="24055" anchor="ctr"/>
          <a:lstStyle/>
          <a:p>
            <a:pPr algn="ctr" defTabSz="536104" fontAlgn="auto">
              <a:spcBef>
                <a:spcPts val="0"/>
              </a:spcBef>
              <a:spcAft>
                <a:spcPts val="0"/>
              </a:spcAft>
              <a:defRPr/>
            </a:pPr>
            <a:endParaRPr lang="en-US" sz="600" dirty="0">
              <a:latin typeface="Arial"/>
              <a:cs typeface="Arial"/>
            </a:endParaRPr>
          </a:p>
        </p:txBody>
      </p:sp>
      <p:pic>
        <p:nvPicPr>
          <p:cNvPr id="2" name="Image 336"/>
          <p:cNvPicPr>
            <a:picLocks noChangeAspect="1"/>
          </p:cNvPicPr>
          <p:nvPr/>
        </p:nvPicPr>
        <p:blipFill>
          <a:blip r:embed="rId11" cstate="print"/>
          <a:stretch>
            <a:fillRect/>
          </a:stretch>
        </p:blipFill>
        <p:spPr>
          <a:xfrm>
            <a:off x="1" y="5"/>
            <a:ext cx="181708" cy="144463"/>
          </a:xfrm>
          <a:prstGeom prst="rect">
            <a:avLst/>
          </a:prstGeom>
        </p:spPr>
      </p:pic>
      <p:sp>
        <p:nvSpPr>
          <p:cNvPr id="3" name="Rectangle 9"/>
          <p:cNvSpPr>
            <a:spLocks noChangeArrowheads="1"/>
          </p:cNvSpPr>
          <p:nvPr>
            <p:custDataLst>
              <p:tags r:id="rId2"/>
            </p:custDataLst>
          </p:nvPr>
        </p:nvSpPr>
        <p:spPr bwMode="gray">
          <a:xfrm>
            <a:off x="1375510" y="3617920"/>
            <a:ext cx="5244124" cy="2376487"/>
          </a:xfrm>
          <a:custGeom>
            <a:avLst/>
            <a:gdLst>
              <a:gd name="T0" fmla="*/ 4259840 w 4259840"/>
              <a:gd name="T1" fmla="*/ 2376667 h 2132777"/>
              <a:gd name="T2" fmla="*/ 164137 w 4259840"/>
              <a:gd name="T3" fmla="*/ 2376667 h 2132777"/>
              <a:gd name="T4" fmla="*/ 48075 w 4259840"/>
              <a:gd name="T5" fmla="*/ 2323094 h 2132777"/>
              <a:gd name="T6" fmla="*/ 0 w 4259840"/>
              <a:gd name="T7" fmla="*/ 2193760 h 2132777"/>
              <a:gd name="T8" fmla="*/ 0 w 4259840"/>
              <a:gd name="T9" fmla="*/ 0 h 2132777"/>
              <a:gd name="T10" fmla="*/ 0 60000 65536"/>
              <a:gd name="T11" fmla="*/ 0 60000 65536"/>
              <a:gd name="T12" fmla="*/ 0 60000 65536"/>
              <a:gd name="T13" fmla="*/ 0 60000 65536"/>
              <a:gd name="T14" fmla="*/ 0 60000 65536"/>
              <a:gd name="T15" fmla="*/ 0 w 4259840"/>
              <a:gd name="T16" fmla="*/ 0 h 2132777"/>
              <a:gd name="T17" fmla="*/ 4259840 w 4259840"/>
              <a:gd name="T18" fmla="*/ 2132777 h 2132777"/>
            </a:gdLst>
            <a:ahLst/>
            <a:cxnLst>
              <a:cxn ang="T10">
                <a:pos x="T0" y="T1"/>
              </a:cxn>
              <a:cxn ang="T11">
                <a:pos x="T2" y="T3"/>
              </a:cxn>
              <a:cxn ang="T12">
                <a:pos x="T4" y="T5"/>
              </a:cxn>
              <a:cxn ang="T13">
                <a:pos x="T6" y="T7"/>
              </a:cxn>
              <a:cxn ang="T14">
                <a:pos x="T8" y="T9"/>
              </a:cxn>
            </a:cxnLst>
            <a:rect l="T15" t="T16" r="T17" b="T18"/>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algn="ctr">
            <a:solidFill>
              <a:schemeClr val="bg2"/>
            </a:solidFill>
            <a:round/>
            <a:headEnd/>
            <a:tailEnd/>
          </a:ln>
        </p:spPr>
        <p:txBody>
          <a:bodyPr lIns="343595" tIns="48630" rIns="206157" bIns="137438" anchor="b"/>
          <a:lstStyle/>
          <a:p>
            <a:pPr algn="just" defTabSz="993945">
              <a:spcAft>
                <a:spcPts val="573"/>
              </a:spcAft>
            </a:pPr>
            <a:r>
              <a:rPr lang="en-US" sz="1700" b="1" dirty="0"/>
              <a:t>About Capgemini</a:t>
            </a:r>
            <a:endParaRPr lang="en-US" sz="1000" dirty="0"/>
          </a:p>
          <a:p>
            <a:pPr algn="just" defTabSz="993945">
              <a:spcBef>
                <a:spcPts val="573"/>
              </a:spcBef>
            </a:pPr>
            <a:r>
              <a:rPr lang="en-US" sz="1000" dirty="0"/>
              <a:t>With more than 130,000 people in 44 countries, Capgemini is one of the world's foremost providers of consulting, technology and outsourcing services. The Group reported 2012 global revenues of EUR 10.3 billion.</a:t>
            </a:r>
          </a:p>
          <a:p>
            <a:pPr algn="just" defTabSz="993945">
              <a:spcBef>
                <a:spcPts val="573"/>
              </a:spcBef>
            </a:pPr>
            <a:r>
              <a:rPr lang="en-US" sz="1000" dirty="0"/>
              <a:t>Together with its clients, Capgemini creates and delivers business and technology solutions that fit their needs and drive the results they want. A deeply multicultural organization, Capgemini has developed its own way of working, the Collaborative Business Experience™, and draws on Rightshore</a:t>
            </a:r>
            <a:r>
              <a:rPr lang="en-US" sz="1000" baseline="30000" dirty="0"/>
              <a:t>®</a:t>
            </a:r>
            <a:r>
              <a:rPr lang="en-US" sz="1000" dirty="0"/>
              <a:t>, its worldwide delivery model.</a:t>
            </a:r>
          </a:p>
          <a:p>
            <a:pPr algn="just" defTabSz="993945">
              <a:spcBef>
                <a:spcPts val="573"/>
              </a:spcBef>
            </a:pPr>
            <a:r>
              <a:rPr lang="en-US" sz="1000" dirty="0"/>
              <a:t>Learn more about us at </a:t>
            </a:r>
            <a:r>
              <a:rPr lang="en-US" sz="1000" b="1" dirty="0"/>
              <a:t>www.capgemini.com</a:t>
            </a:r>
            <a:r>
              <a:rPr lang="en-US" sz="1000" dirty="0"/>
              <a:t>.</a:t>
            </a:r>
          </a:p>
        </p:txBody>
      </p:sp>
      <p:pic>
        <p:nvPicPr>
          <p:cNvPr id="4" name="Image 337" descr="CBE_Label_ppt.png"/>
          <p:cNvPicPr>
            <a:picLocks noChangeAspect="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1068759" y="3468690"/>
            <a:ext cx="638908" cy="522287"/>
          </a:xfrm>
          <a:prstGeom prst="rect">
            <a:avLst/>
          </a:prstGeom>
          <a:noFill/>
          <a:ln w="9525">
            <a:noFill/>
            <a:miter lim="800000"/>
            <a:headEnd/>
            <a:tailEnd/>
          </a:ln>
        </p:spPr>
      </p:pic>
      <p:grpSp>
        <p:nvGrpSpPr>
          <p:cNvPr id="5" name="Group 72"/>
          <p:cNvGrpSpPr>
            <a:grpSpLocks/>
          </p:cNvGrpSpPr>
          <p:nvPr/>
        </p:nvGrpSpPr>
        <p:grpSpPr bwMode="auto">
          <a:xfrm>
            <a:off x="7072937" y="3045312"/>
            <a:ext cx="4716585" cy="1828800"/>
            <a:chOff x="5851525" y="3578225"/>
            <a:chExt cx="3831859" cy="1828800"/>
          </a:xfrm>
        </p:grpSpPr>
        <p:grpSp>
          <p:nvGrpSpPr>
            <p:cNvPr id="6" name="Group 187"/>
            <p:cNvGrpSpPr>
              <a:grpSpLocks/>
            </p:cNvGrpSpPr>
            <p:nvPr userDrawn="1"/>
          </p:nvGrpSpPr>
          <p:grpSpPr bwMode="auto">
            <a:xfrm>
              <a:off x="5851525" y="3578225"/>
              <a:ext cx="3831859" cy="1828800"/>
              <a:chOff x="5851525" y="3578225"/>
              <a:chExt cx="3831859" cy="1828800"/>
            </a:xfrm>
          </p:grpSpPr>
          <p:sp>
            <p:nvSpPr>
              <p:cNvPr id="52" name="Freeform 19"/>
              <p:cNvSpPr>
                <a:spLocks/>
              </p:cNvSpPr>
              <p:nvPr userDrawn="1"/>
            </p:nvSpPr>
            <p:spPr bwMode="auto">
              <a:xfrm>
                <a:off x="8975343" y="4396324"/>
                <a:ext cx="31184" cy="29349"/>
              </a:xfrm>
              <a:custGeom>
                <a:avLst/>
                <a:gdLst>
                  <a:gd name="T0" fmla="*/ 15 w 35"/>
                  <a:gd name="T1" fmla="*/ 0 h 30"/>
                  <a:gd name="T2" fmla="*/ 0 w 35"/>
                  <a:gd name="T3" fmla="*/ 25 h 30"/>
                  <a:gd name="T4" fmla="*/ 17 w 35"/>
                  <a:gd name="T5" fmla="*/ 30 h 30"/>
                  <a:gd name="T6" fmla="*/ 35 w 35"/>
                  <a:gd name="T7" fmla="*/ 27 h 30"/>
                  <a:gd name="T8" fmla="*/ 15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15" y="0"/>
                    </a:moveTo>
                    <a:lnTo>
                      <a:pt x="0" y="25"/>
                    </a:lnTo>
                    <a:lnTo>
                      <a:pt x="17" y="30"/>
                    </a:lnTo>
                    <a:lnTo>
                      <a:pt x="35" y="27"/>
                    </a:lnTo>
                    <a:lnTo>
                      <a:pt x="15" y="0"/>
                    </a:lnTo>
                    <a:close/>
                  </a:path>
                </a:pathLst>
              </a:custGeom>
              <a:noFill/>
              <a:ln w="3175">
                <a:solidFill>
                  <a:schemeClr val="tx1"/>
                </a:solidFill>
                <a:prstDash val="solid"/>
                <a:round/>
                <a:headEnd/>
                <a:tailEnd/>
              </a:ln>
            </p:spPr>
            <p:txBody>
              <a:bodyPr/>
              <a:lstStyle/>
              <a:p>
                <a:endParaRPr lang="fr-FR" sz="1800" dirty="0"/>
              </a:p>
            </p:txBody>
          </p:sp>
          <p:sp>
            <p:nvSpPr>
              <p:cNvPr id="53" name="Freeform 7"/>
              <p:cNvSpPr>
                <a:spLocks/>
              </p:cNvSpPr>
              <p:nvPr/>
            </p:nvSpPr>
            <p:spPr bwMode="auto">
              <a:xfrm>
                <a:off x="6880569" y="3603905"/>
                <a:ext cx="465913" cy="374198"/>
              </a:xfrm>
              <a:custGeom>
                <a:avLst/>
                <a:gdLst>
                  <a:gd name="T0" fmla="*/ 38 w 507"/>
                  <a:gd name="T1" fmla="*/ 112 h 408"/>
                  <a:gd name="T2" fmla="*/ 0 w 507"/>
                  <a:gd name="T3" fmla="*/ 77 h 408"/>
                  <a:gd name="T4" fmla="*/ 65 w 507"/>
                  <a:gd name="T5" fmla="*/ 18 h 408"/>
                  <a:gd name="T6" fmla="*/ 182 w 507"/>
                  <a:gd name="T7" fmla="*/ 18 h 408"/>
                  <a:gd name="T8" fmla="*/ 198 w 507"/>
                  <a:gd name="T9" fmla="*/ 0 h 408"/>
                  <a:gd name="T10" fmla="*/ 414 w 507"/>
                  <a:gd name="T11" fmla="*/ 0 h 408"/>
                  <a:gd name="T12" fmla="*/ 436 w 507"/>
                  <a:gd name="T13" fmla="*/ 25 h 408"/>
                  <a:gd name="T14" fmla="*/ 507 w 507"/>
                  <a:gd name="T15" fmla="*/ 22 h 408"/>
                  <a:gd name="T16" fmla="*/ 482 w 507"/>
                  <a:gd name="T17" fmla="*/ 44 h 408"/>
                  <a:gd name="T18" fmla="*/ 442 w 507"/>
                  <a:gd name="T19" fmla="*/ 50 h 408"/>
                  <a:gd name="T20" fmla="*/ 442 w 507"/>
                  <a:gd name="T21" fmla="*/ 219 h 408"/>
                  <a:gd name="T22" fmla="*/ 357 w 507"/>
                  <a:gd name="T23" fmla="*/ 296 h 408"/>
                  <a:gd name="T24" fmla="*/ 272 w 507"/>
                  <a:gd name="T25" fmla="*/ 296 h 408"/>
                  <a:gd name="T26" fmla="*/ 213 w 507"/>
                  <a:gd name="T27" fmla="*/ 344 h 408"/>
                  <a:gd name="T28" fmla="*/ 210 w 507"/>
                  <a:gd name="T29" fmla="*/ 391 h 408"/>
                  <a:gd name="T30" fmla="*/ 182 w 507"/>
                  <a:gd name="T31" fmla="*/ 408 h 408"/>
                  <a:gd name="T32" fmla="*/ 132 w 507"/>
                  <a:gd name="T33" fmla="*/ 364 h 408"/>
                  <a:gd name="T34" fmla="*/ 132 w 507"/>
                  <a:gd name="T35" fmla="*/ 277 h 408"/>
                  <a:gd name="T36" fmla="*/ 179 w 507"/>
                  <a:gd name="T37" fmla="*/ 238 h 408"/>
                  <a:gd name="T38" fmla="*/ 138 w 507"/>
                  <a:gd name="T39" fmla="*/ 197 h 408"/>
                  <a:gd name="T40" fmla="*/ 135 w 507"/>
                  <a:gd name="T41" fmla="*/ 118 h 408"/>
                  <a:gd name="T42" fmla="*/ 100 w 507"/>
                  <a:gd name="T43" fmla="*/ 83 h 408"/>
                  <a:gd name="T44" fmla="*/ 76 w 507"/>
                  <a:gd name="T45" fmla="*/ 83 h 408"/>
                  <a:gd name="T46" fmla="*/ 38 w 507"/>
                  <a:gd name="T47" fmla="*/ 112 h 4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07" h="408">
                    <a:moveTo>
                      <a:pt x="38" y="112"/>
                    </a:moveTo>
                    <a:lnTo>
                      <a:pt x="0" y="77"/>
                    </a:lnTo>
                    <a:lnTo>
                      <a:pt x="65" y="18"/>
                    </a:lnTo>
                    <a:lnTo>
                      <a:pt x="182" y="18"/>
                    </a:lnTo>
                    <a:lnTo>
                      <a:pt x="198" y="0"/>
                    </a:lnTo>
                    <a:lnTo>
                      <a:pt x="414" y="0"/>
                    </a:lnTo>
                    <a:lnTo>
                      <a:pt x="436" y="25"/>
                    </a:lnTo>
                    <a:lnTo>
                      <a:pt x="507" y="22"/>
                    </a:lnTo>
                    <a:lnTo>
                      <a:pt x="482" y="44"/>
                    </a:lnTo>
                    <a:lnTo>
                      <a:pt x="442" y="50"/>
                    </a:lnTo>
                    <a:lnTo>
                      <a:pt x="442" y="219"/>
                    </a:lnTo>
                    <a:lnTo>
                      <a:pt x="357" y="296"/>
                    </a:lnTo>
                    <a:lnTo>
                      <a:pt x="272" y="296"/>
                    </a:lnTo>
                    <a:lnTo>
                      <a:pt x="213" y="344"/>
                    </a:lnTo>
                    <a:lnTo>
                      <a:pt x="210" y="391"/>
                    </a:lnTo>
                    <a:lnTo>
                      <a:pt x="182" y="408"/>
                    </a:lnTo>
                    <a:lnTo>
                      <a:pt x="132" y="364"/>
                    </a:lnTo>
                    <a:lnTo>
                      <a:pt x="132" y="277"/>
                    </a:lnTo>
                    <a:lnTo>
                      <a:pt x="179" y="238"/>
                    </a:lnTo>
                    <a:lnTo>
                      <a:pt x="138" y="197"/>
                    </a:lnTo>
                    <a:lnTo>
                      <a:pt x="135" y="118"/>
                    </a:lnTo>
                    <a:lnTo>
                      <a:pt x="100" y="83"/>
                    </a:lnTo>
                    <a:lnTo>
                      <a:pt x="76" y="83"/>
                    </a:lnTo>
                    <a:lnTo>
                      <a:pt x="38" y="112"/>
                    </a:lnTo>
                    <a:close/>
                  </a:path>
                </a:pathLst>
              </a:custGeom>
              <a:noFill/>
              <a:ln w="3175">
                <a:solidFill>
                  <a:schemeClr val="tx1"/>
                </a:solidFill>
                <a:prstDash val="solid"/>
                <a:round/>
                <a:headEnd/>
                <a:tailEnd/>
              </a:ln>
            </p:spPr>
            <p:txBody>
              <a:bodyPr/>
              <a:lstStyle/>
              <a:p>
                <a:endParaRPr lang="fr-FR" sz="1800" dirty="0"/>
              </a:p>
            </p:txBody>
          </p:sp>
          <p:sp>
            <p:nvSpPr>
              <p:cNvPr id="54" name="Freeform 8"/>
              <p:cNvSpPr>
                <a:spLocks/>
              </p:cNvSpPr>
              <p:nvPr/>
            </p:nvSpPr>
            <p:spPr bwMode="auto">
              <a:xfrm>
                <a:off x="6722818" y="3726803"/>
                <a:ext cx="172425" cy="185265"/>
              </a:xfrm>
              <a:custGeom>
                <a:avLst/>
                <a:gdLst>
                  <a:gd name="T0" fmla="*/ 100 w 188"/>
                  <a:gd name="T1" fmla="*/ 115 h 203"/>
                  <a:gd name="T2" fmla="*/ 57 w 188"/>
                  <a:gd name="T3" fmla="*/ 156 h 203"/>
                  <a:gd name="T4" fmla="*/ 106 w 188"/>
                  <a:gd name="T5" fmla="*/ 203 h 203"/>
                  <a:gd name="T6" fmla="*/ 144 w 188"/>
                  <a:gd name="T7" fmla="*/ 169 h 203"/>
                  <a:gd name="T8" fmla="*/ 157 w 188"/>
                  <a:gd name="T9" fmla="*/ 169 h 203"/>
                  <a:gd name="T10" fmla="*/ 188 w 188"/>
                  <a:gd name="T11" fmla="*/ 143 h 203"/>
                  <a:gd name="T12" fmla="*/ 122 w 188"/>
                  <a:gd name="T13" fmla="*/ 88 h 203"/>
                  <a:gd name="T14" fmla="*/ 116 w 188"/>
                  <a:gd name="T15" fmla="*/ 37 h 203"/>
                  <a:gd name="T16" fmla="*/ 65 w 188"/>
                  <a:gd name="T17" fmla="*/ 31 h 203"/>
                  <a:gd name="T18" fmla="*/ 63 w 188"/>
                  <a:gd name="T19" fmla="*/ 0 h 203"/>
                  <a:gd name="T20" fmla="*/ 0 w 188"/>
                  <a:gd name="T21" fmla="*/ 3 h 203"/>
                  <a:gd name="T22" fmla="*/ 0 w 188"/>
                  <a:gd name="T23" fmla="*/ 12 h 203"/>
                  <a:gd name="T24" fmla="*/ 38 w 188"/>
                  <a:gd name="T25" fmla="*/ 50 h 203"/>
                  <a:gd name="T26" fmla="*/ 100 w 188"/>
                  <a:gd name="T27" fmla="*/ 93 h 203"/>
                  <a:gd name="T28" fmla="*/ 100 w 188"/>
                  <a:gd name="T29" fmla="*/ 115 h 2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8" h="203">
                    <a:moveTo>
                      <a:pt x="100" y="115"/>
                    </a:moveTo>
                    <a:lnTo>
                      <a:pt x="57" y="156"/>
                    </a:lnTo>
                    <a:lnTo>
                      <a:pt x="106" y="203"/>
                    </a:lnTo>
                    <a:lnTo>
                      <a:pt x="144" y="169"/>
                    </a:lnTo>
                    <a:lnTo>
                      <a:pt x="157" y="169"/>
                    </a:lnTo>
                    <a:lnTo>
                      <a:pt x="188" y="143"/>
                    </a:lnTo>
                    <a:lnTo>
                      <a:pt x="122" y="88"/>
                    </a:lnTo>
                    <a:lnTo>
                      <a:pt x="116" y="37"/>
                    </a:lnTo>
                    <a:lnTo>
                      <a:pt x="65" y="31"/>
                    </a:lnTo>
                    <a:lnTo>
                      <a:pt x="63" y="0"/>
                    </a:lnTo>
                    <a:lnTo>
                      <a:pt x="0" y="3"/>
                    </a:lnTo>
                    <a:lnTo>
                      <a:pt x="0" y="12"/>
                    </a:lnTo>
                    <a:lnTo>
                      <a:pt x="38" y="50"/>
                    </a:lnTo>
                    <a:lnTo>
                      <a:pt x="100" y="93"/>
                    </a:lnTo>
                    <a:lnTo>
                      <a:pt x="100" y="115"/>
                    </a:lnTo>
                    <a:close/>
                  </a:path>
                </a:pathLst>
              </a:custGeom>
              <a:noFill/>
              <a:ln w="3175">
                <a:solidFill>
                  <a:schemeClr val="tx1"/>
                </a:solidFill>
                <a:prstDash val="solid"/>
                <a:round/>
                <a:headEnd/>
                <a:tailEnd/>
              </a:ln>
            </p:spPr>
            <p:txBody>
              <a:bodyPr/>
              <a:lstStyle/>
              <a:p>
                <a:endParaRPr lang="fr-FR" sz="1800" dirty="0"/>
              </a:p>
            </p:txBody>
          </p:sp>
          <p:sp>
            <p:nvSpPr>
              <p:cNvPr id="55" name="Freeform 9"/>
              <p:cNvSpPr>
                <a:spLocks/>
              </p:cNvSpPr>
              <p:nvPr/>
            </p:nvSpPr>
            <p:spPr bwMode="auto">
              <a:xfrm>
                <a:off x="6392644" y="3640591"/>
                <a:ext cx="163254" cy="113727"/>
              </a:xfrm>
              <a:custGeom>
                <a:avLst/>
                <a:gdLst>
                  <a:gd name="T0" fmla="*/ 0 w 178"/>
                  <a:gd name="T1" fmla="*/ 31 h 124"/>
                  <a:gd name="T2" fmla="*/ 3 w 178"/>
                  <a:gd name="T3" fmla="*/ 0 h 124"/>
                  <a:gd name="T4" fmla="*/ 46 w 178"/>
                  <a:gd name="T5" fmla="*/ 3 h 124"/>
                  <a:gd name="T6" fmla="*/ 52 w 178"/>
                  <a:gd name="T7" fmla="*/ 12 h 124"/>
                  <a:gd name="T8" fmla="*/ 71 w 178"/>
                  <a:gd name="T9" fmla="*/ 28 h 124"/>
                  <a:gd name="T10" fmla="*/ 90 w 178"/>
                  <a:gd name="T11" fmla="*/ 25 h 124"/>
                  <a:gd name="T12" fmla="*/ 125 w 178"/>
                  <a:gd name="T13" fmla="*/ 58 h 124"/>
                  <a:gd name="T14" fmla="*/ 141 w 178"/>
                  <a:gd name="T15" fmla="*/ 44 h 124"/>
                  <a:gd name="T16" fmla="*/ 178 w 178"/>
                  <a:gd name="T17" fmla="*/ 42 h 124"/>
                  <a:gd name="T18" fmla="*/ 178 w 178"/>
                  <a:gd name="T19" fmla="*/ 108 h 124"/>
                  <a:gd name="T20" fmla="*/ 163 w 178"/>
                  <a:gd name="T21" fmla="*/ 108 h 124"/>
                  <a:gd name="T22" fmla="*/ 147 w 178"/>
                  <a:gd name="T23" fmla="*/ 121 h 124"/>
                  <a:gd name="T24" fmla="*/ 93 w 178"/>
                  <a:gd name="T25" fmla="*/ 124 h 124"/>
                  <a:gd name="T26" fmla="*/ 68 w 178"/>
                  <a:gd name="T27" fmla="*/ 99 h 124"/>
                  <a:gd name="T28" fmla="*/ 28 w 178"/>
                  <a:gd name="T29" fmla="*/ 99 h 124"/>
                  <a:gd name="T30" fmla="*/ 25 w 178"/>
                  <a:gd name="T31" fmla="*/ 47 h 124"/>
                  <a:gd name="T32" fmla="*/ 0 w 178"/>
                  <a:gd name="T33" fmla="*/ 31 h 1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8" h="124">
                    <a:moveTo>
                      <a:pt x="0" y="31"/>
                    </a:moveTo>
                    <a:lnTo>
                      <a:pt x="3" y="0"/>
                    </a:lnTo>
                    <a:lnTo>
                      <a:pt x="46" y="3"/>
                    </a:lnTo>
                    <a:lnTo>
                      <a:pt x="52" y="12"/>
                    </a:lnTo>
                    <a:lnTo>
                      <a:pt x="71" y="28"/>
                    </a:lnTo>
                    <a:lnTo>
                      <a:pt x="90" y="25"/>
                    </a:lnTo>
                    <a:lnTo>
                      <a:pt x="125" y="58"/>
                    </a:lnTo>
                    <a:lnTo>
                      <a:pt x="141" y="44"/>
                    </a:lnTo>
                    <a:lnTo>
                      <a:pt x="178" y="42"/>
                    </a:lnTo>
                    <a:lnTo>
                      <a:pt x="178" y="108"/>
                    </a:lnTo>
                    <a:lnTo>
                      <a:pt x="163" y="108"/>
                    </a:lnTo>
                    <a:lnTo>
                      <a:pt x="147" y="121"/>
                    </a:lnTo>
                    <a:lnTo>
                      <a:pt x="93" y="124"/>
                    </a:lnTo>
                    <a:lnTo>
                      <a:pt x="68" y="99"/>
                    </a:lnTo>
                    <a:lnTo>
                      <a:pt x="28" y="99"/>
                    </a:lnTo>
                    <a:lnTo>
                      <a:pt x="25" y="47"/>
                    </a:lnTo>
                    <a:lnTo>
                      <a:pt x="0" y="31"/>
                    </a:lnTo>
                    <a:close/>
                  </a:path>
                </a:pathLst>
              </a:custGeom>
              <a:noFill/>
              <a:ln w="3175">
                <a:solidFill>
                  <a:schemeClr val="tx1"/>
                </a:solidFill>
                <a:prstDash val="solid"/>
                <a:round/>
                <a:headEnd/>
                <a:tailEnd/>
              </a:ln>
            </p:spPr>
            <p:txBody>
              <a:bodyPr/>
              <a:lstStyle/>
              <a:p>
                <a:endParaRPr lang="fr-FR" sz="1800" dirty="0"/>
              </a:p>
            </p:txBody>
          </p:sp>
          <p:sp>
            <p:nvSpPr>
              <p:cNvPr id="56" name="Freeform 10"/>
              <p:cNvSpPr>
                <a:spLocks/>
              </p:cNvSpPr>
              <p:nvPr/>
            </p:nvSpPr>
            <p:spPr bwMode="auto">
              <a:xfrm>
                <a:off x="5851525" y="3578225"/>
                <a:ext cx="1181291" cy="1744423"/>
              </a:xfrm>
              <a:custGeom>
                <a:avLst/>
                <a:gdLst>
                  <a:gd name="T0" fmla="*/ 990 w 1287"/>
                  <a:gd name="T1" fmla="*/ 1874 h 1902"/>
                  <a:gd name="T2" fmla="*/ 990 w 1287"/>
                  <a:gd name="T3" fmla="*/ 1810 h 1902"/>
                  <a:gd name="T4" fmla="*/ 955 w 1287"/>
                  <a:gd name="T5" fmla="*/ 1689 h 1902"/>
                  <a:gd name="T6" fmla="*/ 1006 w 1287"/>
                  <a:gd name="T7" fmla="*/ 1602 h 1902"/>
                  <a:gd name="T8" fmla="*/ 1165 w 1287"/>
                  <a:gd name="T9" fmla="*/ 1467 h 1902"/>
                  <a:gd name="T10" fmla="*/ 1253 w 1287"/>
                  <a:gd name="T11" fmla="*/ 1342 h 1902"/>
                  <a:gd name="T12" fmla="*/ 1181 w 1287"/>
                  <a:gd name="T13" fmla="*/ 1261 h 1902"/>
                  <a:gd name="T14" fmla="*/ 1020 w 1287"/>
                  <a:gd name="T15" fmla="*/ 1163 h 1902"/>
                  <a:gd name="T16" fmla="*/ 930 w 1287"/>
                  <a:gd name="T17" fmla="*/ 1097 h 1902"/>
                  <a:gd name="T18" fmla="*/ 815 w 1287"/>
                  <a:gd name="T19" fmla="*/ 1056 h 1902"/>
                  <a:gd name="T20" fmla="*/ 727 w 1287"/>
                  <a:gd name="T21" fmla="*/ 1091 h 1902"/>
                  <a:gd name="T22" fmla="*/ 651 w 1287"/>
                  <a:gd name="T23" fmla="*/ 1083 h 1902"/>
                  <a:gd name="T24" fmla="*/ 617 w 1287"/>
                  <a:gd name="T25" fmla="*/ 995 h 1902"/>
                  <a:gd name="T26" fmla="*/ 611 w 1287"/>
                  <a:gd name="T27" fmla="*/ 938 h 1902"/>
                  <a:gd name="T28" fmla="*/ 472 w 1287"/>
                  <a:gd name="T29" fmla="*/ 938 h 1902"/>
                  <a:gd name="T30" fmla="*/ 526 w 1287"/>
                  <a:gd name="T31" fmla="*/ 826 h 1902"/>
                  <a:gd name="T32" fmla="*/ 745 w 1287"/>
                  <a:gd name="T33" fmla="*/ 885 h 1902"/>
                  <a:gd name="T34" fmla="*/ 886 w 1287"/>
                  <a:gd name="T35" fmla="*/ 650 h 1902"/>
                  <a:gd name="T36" fmla="*/ 1020 w 1287"/>
                  <a:gd name="T37" fmla="*/ 622 h 1902"/>
                  <a:gd name="T38" fmla="*/ 946 w 1287"/>
                  <a:gd name="T39" fmla="*/ 584 h 1902"/>
                  <a:gd name="T40" fmla="*/ 1118 w 1287"/>
                  <a:gd name="T41" fmla="*/ 548 h 1902"/>
                  <a:gd name="T42" fmla="*/ 1083 w 1287"/>
                  <a:gd name="T43" fmla="*/ 414 h 1902"/>
                  <a:gd name="T44" fmla="*/ 905 w 1287"/>
                  <a:gd name="T45" fmla="*/ 412 h 1902"/>
                  <a:gd name="T46" fmla="*/ 786 w 1287"/>
                  <a:gd name="T47" fmla="*/ 441 h 1902"/>
                  <a:gd name="T48" fmla="*/ 786 w 1287"/>
                  <a:gd name="T49" fmla="*/ 325 h 1902"/>
                  <a:gd name="T50" fmla="*/ 936 w 1287"/>
                  <a:gd name="T51" fmla="*/ 259 h 1902"/>
                  <a:gd name="T52" fmla="*/ 870 w 1287"/>
                  <a:gd name="T53" fmla="*/ 176 h 1902"/>
                  <a:gd name="T54" fmla="*/ 818 w 1287"/>
                  <a:gd name="T55" fmla="*/ 253 h 1902"/>
                  <a:gd name="T56" fmla="*/ 535 w 1287"/>
                  <a:gd name="T57" fmla="*/ 103 h 1902"/>
                  <a:gd name="T58" fmla="*/ 294 w 1287"/>
                  <a:gd name="T59" fmla="*/ 26 h 1902"/>
                  <a:gd name="T60" fmla="*/ 219 w 1287"/>
                  <a:gd name="T61" fmla="*/ 0 h 1902"/>
                  <a:gd name="T62" fmla="*/ 100 w 1287"/>
                  <a:gd name="T63" fmla="*/ 82 h 1902"/>
                  <a:gd name="T64" fmla="*/ 44 w 1287"/>
                  <a:gd name="T65" fmla="*/ 253 h 1902"/>
                  <a:gd name="T66" fmla="*/ 84 w 1287"/>
                  <a:gd name="T67" fmla="*/ 245 h 1902"/>
                  <a:gd name="T68" fmla="*/ 272 w 1287"/>
                  <a:gd name="T69" fmla="*/ 272 h 1902"/>
                  <a:gd name="T70" fmla="*/ 307 w 1287"/>
                  <a:gd name="T71" fmla="*/ 542 h 1902"/>
                  <a:gd name="T72" fmla="*/ 281 w 1287"/>
                  <a:gd name="T73" fmla="*/ 726 h 1902"/>
                  <a:gd name="T74" fmla="*/ 319 w 1287"/>
                  <a:gd name="T75" fmla="*/ 788 h 1902"/>
                  <a:gd name="T76" fmla="*/ 433 w 1287"/>
                  <a:gd name="T77" fmla="*/ 972 h 1902"/>
                  <a:gd name="T78" fmla="*/ 523 w 1287"/>
                  <a:gd name="T79" fmla="*/ 1013 h 1902"/>
                  <a:gd name="T80" fmla="*/ 617 w 1287"/>
                  <a:gd name="T81" fmla="*/ 1083 h 1902"/>
                  <a:gd name="T82" fmla="*/ 745 w 1287"/>
                  <a:gd name="T83" fmla="*/ 1179 h 1902"/>
                  <a:gd name="T84" fmla="*/ 749 w 1287"/>
                  <a:gd name="T85" fmla="*/ 1288 h 1902"/>
                  <a:gd name="T86" fmla="*/ 805 w 1287"/>
                  <a:gd name="T87" fmla="*/ 1395 h 1902"/>
                  <a:gd name="T88" fmla="*/ 880 w 1287"/>
                  <a:gd name="T89" fmla="*/ 1507 h 1902"/>
                  <a:gd name="T90" fmla="*/ 993 w 1287"/>
                  <a:gd name="T91" fmla="*/ 1902 h 19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287" h="1902">
                    <a:moveTo>
                      <a:pt x="993" y="1902"/>
                    </a:moveTo>
                    <a:lnTo>
                      <a:pt x="1014" y="1902"/>
                    </a:lnTo>
                    <a:lnTo>
                      <a:pt x="990" y="1874"/>
                    </a:lnTo>
                    <a:lnTo>
                      <a:pt x="955" y="1858"/>
                    </a:lnTo>
                    <a:lnTo>
                      <a:pt x="959" y="1833"/>
                    </a:lnTo>
                    <a:lnTo>
                      <a:pt x="990" y="1810"/>
                    </a:lnTo>
                    <a:lnTo>
                      <a:pt x="995" y="1790"/>
                    </a:lnTo>
                    <a:lnTo>
                      <a:pt x="955" y="1773"/>
                    </a:lnTo>
                    <a:lnTo>
                      <a:pt x="955" y="1689"/>
                    </a:lnTo>
                    <a:lnTo>
                      <a:pt x="1012" y="1635"/>
                    </a:lnTo>
                    <a:lnTo>
                      <a:pt x="1030" y="1632"/>
                    </a:lnTo>
                    <a:lnTo>
                      <a:pt x="1006" y="1602"/>
                    </a:lnTo>
                    <a:lnTo>
                      <a:pt x="1071" y="1596"/>
                    </a:lnTo>
                    <a:lnTo>
                      <a:pt x="1165" y="1523"/>
                    </a:lnTo>
                    <a:lnTo>
                      <a:pt x="1165" y="1467"/>
                    </a:lnTo>
                    <a:lnTo>
                      <a:pt x="1224" y="1466"/>
                    </a:lnTo>
                    <a:lnTo>
                      <a:pt x="1221" y="1357"/>
                    </a:lnTo>
                    <a:lnTo>
                      <a:pt x="1253" y="1342"/>
                    </a:lnTo>
                    <a:lnTo>
                      <a:pt x="1287" y="1307"/>
                    </a:lnTo>
                    <a:lnTo>
                      <a:pt x="1287" y="1266"/>
                    </a:lnTo>
                    <a:lnTo>
                      <a:pt x="1181" y="1261"/>
                    </a:lnTo>
                    <a:lnTo>
                      <a:pt x="1096" y="1182"/>
                    </a:lnTo>
                    <a:lnTo>
                      <a:pt x="1052" y="1164"/>
                    </a:lnTo>
                    <a:lnTo>
                      <a:pt x="1020" y="1163"/>
                    </a:lnTo>
                    <a:lnTo>
                      <a:pt x="974" y="1122"/>
                    </a:lnTo>
                    <a:lnTo>
                      <a:pt x="959" y="1124"/>
                    </a:lnTo>
                    <a:lnTo>
                      <a:pt x="930" y="1097"/>
                    </a:lnTo>
                    <a:lnTo>
                      <a:pt x="861" y="1094"/>
                    </a:lnTo>
                    <a:lnTo>
                      <a:pt x="861" y="1061"/>
                    </a:lnTo>
                    <a:lnTo>
                      <a:pt x="815" y="1056"/>
                    </a:lnTo>
                    <a:lnTo>
                      <a:pt x="786" y="1070"/>
                    </a:lnTo>
                    <a:lnTo>
                      <a:pt x="767" y="1094"/>
                    </a:lnTo>
                    <a:lnTo>
                      <a:pt x="727" y="1091"/>
                    </a:lnTo>
                    <a:lnTo>
                      <a:pt x="682" y="1091"/>
                    </a:lnTo>
                    <a:lnTo>
                      <a:pt x="668" y="1097"/>
                    </a:lnTo>
                    <a:lnTo>
                      <a:pt x="651" y="1083"/>
                    </a:lnTo>
                    <a:lnTo>
                      <a:pt x="649" y="1014"/>
                    </a:lnTo>
                    <a:lnTo>
                      <a:pt x="619" y="1013"/>
                    </a:lnTo>
                    <a:lnTo>
                      <a:pt x="617" y="995"/>
                    </a:lnTo>
                    <a:lnTo>
                      <a:pt x="651" y="969"/>
                    </a:lnTo>
                    <a:lnTo>
                      <a:pt x="651" y="941"/>
                    </a:lnTo>
                    <a:lnTo>
                      <a:pt x="611" y="938"/>
                    </a:lnTo>
                    <a:lnTo>
                      <a:pt x="573" y="969"/>
                    </a:lnTo>
                    <a:lnTo>
                      <a:pt x="510" y="969"/>
                    </a:lnTo>
                    <a:lnTo>
                      <a:pt x="472" y="938"/>
                    </a:lnTo>
                    <a:lnTo>
                      <a:pt x="469" y="870"/>
                    </a:lnTo>
                    <a:lnTo>
                      <a:pt x="523" y="870"/>
                    </a:lnTo>
                    <a:lnTo>
                      <a:pt x="526" y="826"/>
                    </a:lnTo>
                    <a:lnTo>
                      <a:pt x="717" y="823"/>
                    </a:lnTo>
                    <a:lnTo>
                      <a:pt x="723" y="886"/>
                    </a:lnTo>
                    <a:lnTo>
                      <a:pt x="745" y="885"/>
                    </a:lnTo>
                    <a:lnTo>
                      <a:pt x="745" y="794"/>
                    </a:lnTo>
                    <a:lnTo>
                      <a:pt x="883" y="679"/>
                    </a:lnTo>
                    <a:lnTo>
                      <a:pt x="886" y="650"/>
                    </a:lnTo>
                    <a:lnTo>
                      <a:pt x="974" y="647"/>
                    </a:lnTo>
                    <a:lnTo>
                      <a:pt x="981" y="660"/>
                    </a:lnTo>
                    <a:lnTo>
                      <a:pt x="1020" y="622"/>
                    </a:lnTo>
                    <a:lnTo>
                      <a:pt x="1017" y="597"/>
                    </a:lnTo>
                    <a:lnTo>
                      <a:pt x="946" y="600"/>
                    </a:lnTo>
                    <a:lnTo>
                      <a:pt x="946" y="584"/>
                    </a:lnTo>
                    <a:lnTo>
                      <a:pt x="981" y="564"/>
                    </a:lnTo>
                    <a:lnTo>
                      <a:pt x="1000" y="545"/>
                    </a:lnTo>
                    <a:lnTo>
                      <a:pt x="1118" y="548"/>
                    </a:lnTo>
                    <a:lnTo>
                      <a:pt x="1118" y="513"/>
                    </a:lnTo>
                    <a:lnTo>
                      <a:pt x="1087" y="485"/>
                    </a:lnTo>
                    <a:lnTo>
                      <a:pt x="1083" y="414"/>
                    </a:lnTo>
                    <a:lnTo>
                      <a:pt x="995" y="414"/>
                    </a:lnTo>
                    <a:lnTo>
                      <a:pt x="946" y="373"/>
                    </a:lnTo>
                    <a:lnTo>
                      <a:pt x="905" y="412"/>
                    </a:lnTo>
                    <a:lnTo>
                      <a:pt x="899" y="463"/>
                    </a:lnTo>
                    <a:lnTo>
                      <a:pt x="815" y="466"/>
                    </a:lnTo>
                    <a:lnTo>
                      <a:pt x="786" y="441"/>
                    </a:lnTo>
                    <a:lnTo>
                      <a:pt x="739" y="444"/>
                    </a:lnTo>
                    <a:lnTo>
                      <a:pt x="736" y="373"/>
                    </a:lnTo>
                    <a:lnTo>
                      <a:pt x="786" y="325"/>
                    </a:lnTo>
                    <a:lnTo>
                      <a:pt x="851" y="322"/>
                    </a:lnTo>
                    <a:lnTo>
                      <a:pt x="870" y="313"/>
                    </a:lnTo>
                    <a:lnTo>
                      <a:pt x="936" y="259"/>
                    </a:lnTo>
                    <a:lnTo>
                      <a:pt x="936" y="226"/>
                    </a:lnTo>
                    <a:lnTo>
                      <a:pt x="875" y="223"/>
                    </a:lnTo>
                    <a:lnTo>
                      <a:pt x="870" y="176"/>
                    </a:lnTo>
                    <a:lnTo>
                      <a:pt x="837" y="176"/>
                    </a:lnTo>
                    <a:lnTo>
                      <a:pt x="842" y="237"/>
                    </a:lnTo>
                    <a:lnTo>
                      <a:pt x="818" y="253"/>
                    </a:lnTo>
                    <a:lnTo>
                      <a:pt x="682" y="259"/>
                    </a:lnTo>
                    <a:lnTo>
                      <a:pt x="535" y="133"/>
                    </a:lnTo>
                    <a:lnTo>
                      <a:pt x="535" y="103"/>
                    </a:lnTo>
                    <a:lnTo>
                      <a:pt x="436" y="98"/>
                    </a:lnTo>
                    <a:lnTo>
                      <a:pt x="401" y="119"/>
                    </a:lnTo>
                    <a:lnTo>
                      <a:pt x="294" y="26"/>
                    </a:lnTo>
                    <a:lnTo>
                      <a:pt x="275" y="25"/>
                    </a:lnTo>
                    <a:lnTo>
                      <a:pt x="254" y="0"/>
                    </a:lnTo>
                    <a:lnTo>
                      <a:pt x="219" y="0"/>
                    </a:lnTo>
                    <a:lnTo>
                      <a:pt x="188" y="25"/>
                    </a:lnTo>
                    <a:lnTo>
                      <a:pt x="100" y="26"/>
                    </a:lnTo>
                    <a:lnTo>
                      <a:pt x="100" y="82"/>
                    </a:lnTo>
                    <a:lnTo>
                      <a:pt x="13" y="157"/>
                    </a:lnTo>
                    <a:lnTo>
                      <a:pt x="13" y="226"/>
                    </a:lnTo>
                    <a:lnTo>
                      <a:pt x="44" y="253"/>
                    </a:lnTo>
                    <a:lnTo>
                      <a:pt x="0" y="297"/>
                    </a:lnTo>
                    <a:lnTo>
                      <a:pt x="13" y="304"/>
                    </a:lnTo>
                    <a:lnTo>
                      <a:pt x="84" y="245"/>
                    </a:lnTo>
                    <a:lnTo>
                      <a:pt x="204" y="242"/>
                    </a:lnTo>
                    <a:lnTo>
                      <a:pt x="210" y="272"/>
                    </a:lnTo>
                    <a:lnTo>
                      <a:pt x="272" y="272"/>
                    </a:lnTo>
                    <a:lnTo>
                      <a:pt x="272" y="370"/>
                    </a:lnTo>
                    <a:lnTo>
                      <a:pt x="310" y="404"/>
                    </a:lnTo>
                    <a:lnTo>
                      <a:pt x="307" y="542"/>
                    </a:lnTo>
                    <a:lnTo>
                      <a:pt x="254" y="589"/>
                    </a:lnTo>
                    <a:lnTo>
                      <a:pt x="259" y="701"/>
                    </a:lnTo>
                    <a:lnTo>
                      <a:pt x="281" y="726"/>
                    </a:lnTo>
                    <a:lnTo>
                      <a:pt x="281" y="826"/>
                    </a:lnTo>
                    <a:lnTo>
                      <a:pt x="316" y="854"/>
                    </a:lnTo>
                    <a:lnTo>
                      <a:pt x="319" y="788"/>
                    </a:lnTo>
                    <a:lnTo>
                      <a:pt x="357" y="819"/>
                    </a:lnTo>
                    <a:lnTo>
                      <a:pt x="360" y="901"/>
                    </a:lnTo>
                    <a:lnTo>
                      <a:pt x="433" y="972"/>
                    </a:lnTo>
                    <a:lnTo>
                      <a:pt x="444" y="969"/>
                    </a:lnTo>
                    <a:lnTo>
                      <a:pt x="485" y="1008"/>
                    </a:lnTo>
                    <a:lnTo>
                      <a:pt x="523" y="1013"/>
                    </a:lnTo>
                    <a:lnTo>
                      <a:pt x="539" y="1023"/>
                    </a:lnTo>
                    <a:lnTo>
                      <a:pt x="614" y="1032"/>
                    </a:lnTo>
                    <a:lnTo>
                      <a:pt x="617" y="1083"/>
                    </a:lnTo>
                    <a:lnTo>
                      <a:pt x="651" y="1105"/>
                    </a:lnTo>
                    <a:lnTo>
                      <a:pt x="742" y="1113"/>
                    </a:lnTo>
                    <a:lnTo>
                      <a:pt x="745" y="1179"/>
                    </a:lnTo>
                    <a:lnTo>
                      <a:pt x="720" y="1192"/>
                    </a:lnTo>
                    <a:lnTo>
                      <a:pt x="679" y="1228"/>
                    </a:lnTo>
                    <a:lnTo>
                      <a:pt x="749" y="1288"/>
                    </a:lnTo>
                    <a:lnTo>
                      <a:pt x="771" y="1291"/>
                    </a:lnTo>
                    <a:lnTo>
                      <a:pt x="767" y="1367"/>
                    </a:lnTo>
                    <a:lnTo>
                      <a:pt x="805" y="1395"/>
                    </a:lnTo>
                    <a:lnTo>
                      <a:pt x="840" y="1422"/>
                    </a:lnTo>
                    <a:lnTo>
                      <a:pt x="842" y="1473"/>
                    </a:lnTo>
                    <a:lnTo>
                      <a:pt x="880" y="1507"/>
                    </a:lnTo>
                    <a:lnTo>
                      <a:pt x="883" y="1814"/>
                    </a:lnTo>
                    <a:lnTo>
                      <a:pt x="940" y="1864"/>
                    </a:lnTo>
                    <a:lnTo>
                      <a:pt x="993" y="1902"/>
                    </a:lnTo>
                    <a:close/>
                  </a:path>
                </a:pathLst>
              </a:custGeom>
              <a:noFill/>
              <a:ln w="3175">
                <a:solidFill>
                  <a:schemeClr val="tx1"/>
                </a:solidFill>
                <a:prstDash val="solid"/>
                <a:round/>
                <a:headEnd/>
                <a:tailEnd/>
              </a:ln>
            </p:spPr>
            <p:txBody>
              <a:bodyPr/>
              <a:lstStyle/>
              <a:p>
                <a:endParaRPr lang="fr-FR" sz="1800" dirty="0"/>
              </a:p>
            </p:txBody>
          </p:sp>
          <p:sp>
            <p:nvSpPr>
              <p:cNvPr id="57" name="Freeform 11"/>
              <p:cNvSpPr>
                <a:spLocks/>
              </p:cNvSpPr>
              <p:nvPr/>
            </p:nvSpPr>
            <p:spPr bwMode="auto">
              <a:xfrm>
                <a:off x="7379499" y="3581894"/>
                <a:ext cx="2015900" cy="1489454"/>
              </a:xfrm>
              <a:custGeom>
                <a:avLst/>
                <a:gdLst>
                  <a:gd name="T0" fmla="*/ 1800 w 2198"/>
                  <a:gd name="T1" fmla="*/ 753 h 1623"/>
                  <a:gd name="T2" fmla="*/ 1832 w 2198"/>
                  <a:gd name="T3" fmla="*/ 610 h 1623"/>
                  <a:gd name="T4" fmla="*/ 1778 w 2198"/>
                  <a:gd name="T5" fmla="*/ 417 h 1623"/>
                  <a:gd name="T6" fmla="*/ 1906 w 2198"/>
                  <a:gd name="T7" fmla="*/ 278 h 1623"/>
                  <a:gd name="T8" fmla="*/ 1979 w 2198"/>
                  <a:gd name="T9" fmla="*/ 172 h 1623"/>
                  <a:gd name="T10" fmla="*/ 1979 w 2198"/>
                  <a:gd name="T11" fmla="*/ 351 h 1623"/>
                  <a:gd name="T12" fmla="*/ 2026 w 2198"/>
                  <a:gd name="T13" fmla="*/ 323 h 1623"/>
                  <a:gd name="T14" fmla="*/ 2116 w 2198"/>
                  <a:gd name="T15" fmla="*/ 130 h 1623"/>
                  <a:gd name="T16" fmla="*/ 2067 w 2198"/>
                  <a:gd name="T17" fmla="*/ 76 h 1623"/>
                  <a:gd name="T18" fmla="*/ 2145 w 2198"/>
                  <a:gd name="T19" fmla="*/ 65 h 1623"/>
                  <a:gd name="T20" fmla="*/ 2151 w 2198"/>
                  <a:gd name="T21" fmla="*/ 0 h 1623"/>
                  <a:gd name="T22" fmla="*/ 1941 w 2198"/>
                  <a:gd name="T23" fmla="*/ 57 h 1623"/>
                  <a:gd name="T24" fmla="*/ 1775 w 2198"/>
                  <a:gd name="T25" fmla="*/ 23 h 1623"/>
                  <a:gd name="T26" fmla="*/ 1456 w 2198"/>
                  <a:gd name="T27" fmla="*/ 103 h 1623"/>
                  <a:gd name="T28" fmla="*/ 1383 w 2198"/>
                  <a:gd name="T29" fmla="*/ 79 h 1623"/>
                  <a:gd name="T30" fmla="*/ 1173 w 2198"/>
                  <a:gd name="T31" fmla="*/ 130 h 1623"/>
                  <a:gd name="T32" fmla="*/ 1199 w 2198"/>
                  <a:gd name="T33" fmla="*/ 65 h 1623"/>
                  <a:gd name="T34" fmla="*/ 1011 w 2198"/>
                  <a:gd name="T35" fmla="*/ 173 h 1623"/>
                  <a:gd name="T36" fmla="*/ 905 w 2198"/>
                  <a:gd name="T37" fmla="*/ 275 h 1623"/>
                  <a:gd name="T38" fmla="*/ 728 w 2198"/>
                  <a:gd name="T39" fmla="*/ 326 h 1623"/>
                  <a:gd name="T40" fmla="*/ 600 w 2198"/>
                  <a:gd name="T41" fmla="*/ 404 h 1623"/>
                  <a:gd name="T42" fmla="*/ 603 w 2198"/>
                  <a:gd name="T43" fmla="*/ 326 h 1623"/>
                  <a:gd name="T44" fmla="*/ 368 w 2198"/>
                  <a:gd name="T45" fmla="*/ 363 h 1623"/>
                  <a:gd name="T46" fmla="*/ 294 w 2198"/>
                  <a:gd name="T47" fmla="*/ 438 h 1623"/>
                  <a:gd name="T48" fmla="*/ 374 w 2198"/>
                  <a:gd name="T49" fmla="*/ 538 h 1623"/>
                  <a:gd name="T50" fmla="*/ 478 w 2198"/>
                  <a:gd name="T51" fmla="*/ 382 h 1623"/>
                  <a:gd name="T52" fmla="*/ 412 w 2198"/>
                  <a:gd name="T53" fmla="*/ 554 h 1623"/>
                  <a:gd name="T54" fmla="*/ 351 w 2198"/>
                  <a:gd name="T55" fmla="*/ 557 h 1623"/>
                  <a:gd name="T56" fmla="*/ 191 w 2198"/>
                  <a:gd name="T57" fmla="*/ 645 h 1623"/>
                  <a:gd name="T58" fmla="*/ 131 w 2198"/>
                  <a:gd name="T59" fmla="*/ 720 h 1623"/>
                  <a:gd name="T60" fmla="*/ 221 w 2198"/>
                  <a:gd name="T61" fmla="*/ 782 h 1623"/>
                  <a:gd name="T62" fmla="*/ 346 w 2198"/>
                  <a:gd name="T63" fmla="*/ 758 h 1623"/>
                  <a:gd name="T64" fmla="*/ 418 w 2198"/>
                  <a:gd name="T65" fmla="*/ 785 h 1623"/>
                  <a:gd name="T66" fmla="*/ 363 w 2198"/>
                  <a:gd name="T67" fmla="*/ 707 h 1623"/>
                  <a:gd name="T68" fmla="*/ 553 w 2198"/>
                  <a:gd name="T69" fmla="*/ 733 h 1623"/>
                  <a:gd name="T70" fmla="*/ 690 w 2198"/>
                  <a:gd name="T71" fmla="*/ 701 h 1623"/>
                  <a:gd name="T72" fmla="*/ 569 w 2198"/>
                  <a:gd name="T73" fmla="*/ 769 h 1623"/>
                  <a:gd name="T74" fmla="*/ 690 w 2198"/>
                  <a:gd name="T75" fmla="*/ 835 h 1623"/>
                  <a:gd name="T76" fmla="*/ 478 w 2198"/>
                  <a:gd name="T77" fmla="*/ 854 h 1623"/>
                  <a:gd name="T78" fmla="*/ 131 w 2198"/>
                  <a:gd name="T79" fmla="*/ 832 h 1623"/>
                  <a:gd name="T80" fmla="*/ 33 w 2198"/>
                  <a:gd name="T81" fmla="*/ 954 h 1623"/>
                  <a:gd name="T82" fmla="*/ 174 w 2198"/>
                  <a:gd name="T83" fmla="*/ 1182 h 1623"/>
                  <a:gd name="T84" fmla="*/ 346 w 2198"/>
                  <a:gd name="T85" fmla="*/ 1208 h 1623"/>
                  <a:gd name="T86" fmla="*/ 441 w 2198"/>
                  <a:gd name="T87" fmla="*/ 1596 h 1623"/>
                  <a:gd name="T88" fmla="*/ 606 w 2198"/>
                  <a:gd name="T89" fmla="*/ 1558 h 1623"/>
                  <a:gd name="T90" fmla="*/ 682 w 2198"/>
                  <a:gd name="T91" fmla="*/ 1446 h 1623"/>
                  <a:gd name="T92" fmla="*/ 714 w 2198"/>
                  <a:gd name="T93" fmla="*/ 1323 h 1623"/>
                  <a:gd name="T94" fmla="*/ 763 w 2198"/>
                  <a:gd name="T95" fmla="*/ 1020 h 1623"/>
                  <a:gd name="T96" fmla="*/ 676 w 2198"/>
                  <a:gd name="T97" fmla="*/ 900 h 1623"/>
                  <a:gd name="T98" fmla="*/ 913 w 2198"/>
                  <a:gd name="T99" fmla="*/ 1051 h 1623"/>
                  <a:gd name="T100" fmla="*/ 900 w 2198"/>
                  <a:gd name="T101" fmla="*/ 938 h 1623"/>
                  <a:gd name="T102" fmla="*/ 886 w 2198"/>
                  <a:gd name="T103" fmla="*/ 861 h 1623"/>
                  <a:gd name="T104" fmla="*/ 1155 w 2198"/>
                  <a:gd name="T105" fmla="*/ 1042 h 1623"/>
                  <a:gd name="T106" fmla="*/ 1346 w 2198"/>
                  <a:gd name="T107" fmla="*/ 960 h 1623"/>
                  <a:gd name="T108" fmla="*/ 1505 w 2198"/>
                  <a:gd name="T109" fmla="*/ 1123 h 1623"/>
                  <a:gd name="T110" fmla="*/ 1597 w 2198"/>
                  <a:gd name="T111" fmla="*/ 1167 h 1623"/>
                  <a:gd name="T112" fmla="*/ 1593 w 2198"/>
                  <a:gd name="T113" fmla="*/ 1110 h 1623"/>
                  <a:gd name="T114" fmla="*/ 1644 w 2198"/>
                  <a:gd name="T115" fmla="*/ 1039 h 1623"/>
                  <a:gd name="T116" fmla="*/ 1568 w 2198"/>
                  <a:gd name="T117" fmla="*/ 963 h 1623"/>
                  <a:gd name="T118" fmla="*/ 1759 w 2198"/>
                  <a:gd name="T119" fmla="*/ 791 h 1623"/>
                  <a:gd name="T120" fmla="*/ 1699 w 2198"/>
                  <a:gd name="T121" fmla="*/ 710 h 1623"/>
                  <a:gd name="T122" fmla="*/ 1647 w 2198"/>
                  <a:gd name="T123" fmla="*/ 676 h 16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98" h="1623">
                    <a:moveTo>
                      <a:pt x="1706" y="635"/>
                    </a:moveTo>
                    <a:lnTo>
                      <a:pt x="1800" y="720"/>
                    </a:lnTo>
                    <a:lnTo>
                      <a:pt x="1781" y="745"/>
                    </a:lnTo>
                    <a:lnTo>
                      <a:pt x="1800" y="753"/>
                    </a:lnTo>
                    <a:lnTo>
                      <a:pt x="1835" y="720"/>
                    </a:lnTo>
                    <a:lnTo>
                      <a:pt x="1791" y="679"/>
                    </a:lnTo>
                    <a:lnTo>
                      <a:pt x="1788" y="613"/>
                    </a:lnTo>
                    <a:lnTo>
                      <a:pt x="1832" y="610"/>
                    </a:lnTo>
                    <a:lnTo>
                      <a:pt x="1835" y="557"/>
                    </a:lnTo>
                    <a:lnTo>
                      <a:pt x="1807" y="535"/>
                    </a:lnTo>
                    <a:lnTo>
                      <a:pt x="1807" y="441"/>
                    </a:lnTo>
                    <a:lnTo>
                      <a:pt x="1778" y="417"/>
                    </a:lnTo>
                    <a:lnTo>
                      <a:pt x="1778" y="322"/>
                    </a:lnTo>
                    <a:lnTo>
                      <a:pt x="1832" y="288"/>
                    </a:lnTo>
                    <a:lnTo>
                      <a:pt x="1870" y="301"/>
                    </a:lnTo>
                    <a:lnTo>
                      <a:pt x="1906" y="278"/>
                    </a:lnTo>
                    <a:lnTo>
                      <a:pt x="1903" y="242"/>
                    </a:lnTo>
                    <a:lnTo>
                      <a:pt x="1928" y="237"/>
                    </a:lnTo>
                    <a:lnTo>
                      <a:pt x="1935" y="173"/>
                    </a:lnTo>
                    <a:lnTo>
                      <a:pt x="1979" y="172"/>
                    </a:lnTo>
                    <a:lnTo>
                      <a:pt x="1979" y="269"/>
                    </a:lnTo>
                    <a:lnTo>
                      <a:pt x="1957" y="275"/>
                    </a:lnTo>
                    <a:lnTo>
                      <a:pt x="1954" y="323"/>
                    </a:lnTo>
                    <a:lnTo>
                      <a:pt x="1979" y="351"/>
                    </a:lnTo>
                    <a:lnTo>
                      <a:pt x="2001" y="351"/>
                    </a:lnTo>
                    <a:lnTo>
                      <a:pt x="2001" y="395"/>
                    </a:lnTo>
                    <a:lnTo>
                      <a:pt x="2026" y="409"/>
                    </a:lnTo>
                    <a:lnTo>
                      <a:pt x="2026" y="323"/>
                    </a:lnTo>
                    <a:lnTo>
                      <a:pt x="2001" y="304"/>
                    </a:lnTo>
                    <a:lnTo>
                      <a:pt x="1998" y="226"/>
                    </a:lnTo>
                    <a:lnTo>
                      <a:pt x="2026" y="204"/>
                    </a:lnTo>
                    <a:lnTo>
                      <a:pt x="2116" y="130"/>
                    </a:lnTo>
                    <a:lnTo>
                      <a:pt x="2072" y="125"/>
                    </a:lnTo>
                    <a:lnTo>
                      <a:pt x="2067" y="106"/>
                    </a:lnTo>
                    <a:lnTo>
                      <a:pt x="2088" y="95"/>
                    </a:lnTo>
                    <a:lnTo>
                      <a:pt x="2067" y="76"/>
                    </a:lnTo>
                    <a:lnTo>
                      <a:pt x="2072" y="62"/>
                    </a:lnTo>
                    <a:lnTo>
                      <a:pt x="2091" y="41"/>
                    </a:lnTo>
                    <a:lnTo>
                      <a:pt x="2116" y="38"/>
                    </a:lnTo>
                    <a:lnTo>
                      <a:pt x="2145" y="65"/>
                    </a:lnTo>
                    <a:lnTo>
                      <a:pt x="2164" y="54"/>
                    </a:lnTo>
                    <a:lnTo>
                      <a:pt x="2176" y="60"/>
                    </a:lnTo>
                    <a:lnTo>
                      <a:pt x="2198" y="38"/>
                    </a:lnTo>
                    <a:lnTo>
                      <a:pt x="2151" y="0"/>
                    </a:lnTo>
                    <a:lnTo>
                      <a:pt x="1944" y="0"/>
                    </a:lnTo>
                    <a:lnTo>
                      <a:pt x="1928" y="22"/>
                    </a:lnTo>
                    <a:lnTo>
                      <a:pt x="1947" y="45"/>
                    </a:lnTo>
                    <a:lnTo>
                      <a:pt x="1941" y="57"/>
                    </a:lnTo>
                    <a:lnTo>
                      <a:pt x="1835" y="60"/>
                    </a:lnTo>
                    <a:lnTo>
                      <a:pt x="1807" y="35"/>
                    </a:lnTo>
                    <a:lnTo>
                      <a:pt x="1791" y="35"/>
                    </a:lnTo>
                    <a:lnTo>
                      <a:pt x="1775" y="23"/>
                    </a:lnTo>
                    <a:lnTo>
                      <a:pt x="1753" y="48"/>
                    </a:lnTo>
                    <a:lnTo>
                      <a:pt x="1593" y="51"/>
                    </a:lnTo>
                    <a:lnTo>
                      <a:pt x="1530" y="108"/>
                    </a:lnTo>
                    <a:lnTo>
                      <a:pt x="1456" y="103"/>
                    </a:lnTo>
                    <a:lnTo>
                      <a:pt x="1453" y="70"/>
                    </a:lnTo>
                    <a:lnTo>
                      <a:pt x="1412" y="67"/>
                    </a:lnTo>
                    <a:lnTo>
                      <a:pt x="1399" y="81"/>
                    </a:lnTo>
                    <a:lnTo>
                      <a:pt x="1383" y="79"/>
                    </a:lnTo>
                    <a:lnTo>
                      <a:pt x="1380" y="89"/>
                    </a:lnTo>
                    <a:lnTo>
                      <a:pt x="1309" y="89"/>
                    </a:lnTo>
                    <a:lnTo>
                      <a:pt x="1224" y="166"/>
                    </a:lnTo>
                    <a:lnTo>
                      <a:pt x="1173" y="130"/>
                    </a:lnTo>
                    <a:lnTo>
                      <a:pt x="1202" y="106"/>
                    </a:lnTo>
                    <a:lnTo>
                      <a:pt x="1214" y="106"/>
                    </a:lnTo>
                    <a:lnTo>
                      <a:pt x="1255" y="65"/>
                    </a:lnTo>
                    <a:lnTo>
                      <a:pt x="1199" y="65"/>
                    </a:lnTo>
                    <a:lnTo>
                      <a:pt x="1167" y="48"/>
                    </a:lnTo>
                    <a:lnTo>
                      <a:pt x="1064" y="138"/>
                    </a:lnTo>
                    <a:lnTo>
                      <a:pt x="1048" y="132"/>
                    </a:lnTo>
                    <a:lnTo>
                      <a:pt x="1011" y="173"/>
                    </a:lnTo>
                    <a:lnTo>
                      <a:pt x="1008" y="229"/>
                    </a:lnTo>
                    <a:lnTo>
                      <a:pt x="911" y="232"/>
                    </a:lnTo>
                    <a:lnTo>
                      <a:pt x="886" y="256"/>
                    </a:lnTo>
                    <a:lnTo>
                      <a:pt x="905" y="275"/>
                    </a:lnTo>
                    <a:lnTo>
                      <a:pt x="900" y="285"/>
                    </a:lnTo>
                    <a:lnTo>
                      <a:pt x="845" y="288"/>
                    </a:lnTo>
                    <a:lnTo>
                      <a:pt x="801" y="319"/>
                    </a:lnTo>
                    <a:lnTo>
                      <a:pt x="728" y="326"/>
                    </a:lnTo>
                    <a:lnTo>
                      <a:pt x="723" y="363"/>
                    </a:lnTo>
                    <a:lnTo>
                      <a:pt x="673" y="363"/>
                    </a:lnTo>
                    <a:lnTo>
                      <a:pt x="622" y="406"/>
                    </a:lnTo>
                    <a:lnTo>
                      <a:pt x="600" y="404"/>
                    </a:lnTo>
                    <a:lnTo>
                      <a:pt x="556" y="366"/>
                    </a:lnTo>
                    <a:lnTo>
                      <a:pt x="594" y="360"/>
                    </a:lnTo>
                    <a:lnTo>
                      <a:pt x="616" y="344"/>
                    </a:lnTo>
                    <a:lnTo>
                      <a:pt x="603" y="326"/>
                    </a:lnTo>
                    <a:lnTo>
                      <a:pt x="548" y="332"/>
                    </a:lnTo>
                    <a:lnTo>
                      <a:pt x="521" y="304"/>
                    </a:lnTo>
                    <a:lnTo>
                      <a:pt x="431" y="304"/>
                    </a:lnTo>
                    <a:lnTo>
                      <a:pt x="368" y="363"/>
                    </a:lnTo>
                    <a:lnTo>
                      <a:pt x="365" y="367"/>
                    </a:lnTo>
                    <a:lnTo>
                      <a:pt x="325" y="404"/>
                    </a:lnTo>
                    <a:lnTo>
                      <a:pt x="325" y="436"/>
                    </a:lnTo>
                    <a:lnTo>
                      <a:pt x="294" y="438"/>
                    </a:lnTo>
                    <a:lnTo>
                      <a:pt x="287" y="501"/>
                    </a:lnTo>
                    <a:lnTo>
                      <a:pt x="330" y="507"/>
                    </a:lnTo>
                    <a:lnTo>
                      <a:pt x="346" y="510"/>
                    </a:lnTo>
                    <a:lnTo>
                      <a:pt x="374" y="538"/>
                    </a:lnTo>
                    <a:lnTo>
                      <a:pt x="400" y="517"/>
                    </a:lnTo>
                    <a:lnTo>
                      <a:pt x="396" y="433"/>
                    </a:lnTo>
                    <a:lnTo>
                      <a:pt x="466" y="382"/>
                    </a:lnTo>
                    <a:lnTo>
                      <a:pt x="478" y="382"/>
                    </a:lnTo>
                    <a:lnTo>
                      <a:pt x="507" y="401"/>
                    </a:lnTo>
                    <a:lnTo>
                      <a:pt x="469" y="436"/>
                    </a:lnTo>
                    <a:lnTo>
                      <a:pt x="469" y="554"/>
                    </a:lnTo>
                    <a:lnTo>
                      <a:pt x="412" y="554"/>
                    </a:lnTo>
                    <a:lnTo>
                      <a:pt x="379" y="592"/>
                    </a:lnTo>
                    <a:lnTo>
                      <a:pt x="361" y="592"/>
                    </a:lnTo>
                    <a:lnTo>
                      <a:pt x="357" y="557"/>
                    </a:lnTo>
                    <a:lnTo>
                      <a:pt x="351" y="557"/>
                    </a:lnTo>
                    <a:lnTo>
                      <a:pt x="345" y="593"/>
                    </a:lnTo>
                    <a:lnTo>
                      <a:pt x="297" y="594"/>
                    </a:lnTo>
                    <a:lnTo>
                      <a:pt x="243" y="641"/>
                    </a:lnTo>
                    <a:lnTo>
                      <a:pt x="191" y="645"/>
                    </a:lnTo>
                    <a:lnTo>
                      <a:pt x="215" y="667"/>
                    </a:lnTo>
                    <a:lnTo>
                      <a:pt x="205" y="688"/>
                    </a:lnTo>
                    <a:lnTo>
                      <a:pt x="212" y="717"/>
                    </a:lnTo>
                    <a:lnTo>
                      <a:pt x="131" y="720"/>
                    </a:lnTo>
                    <a:lnTo>
                      <a:pt x="123" y="772"/>
                    </a:lnTo>
                    <a:lnTo>
                      <a:pt x="147" y="788"/>
                    </a:lnTo>
                    <a:lnTo>
                      <a:pt x="172" y="791"/>
                    </a:lnTo>
                    <a:lnTo>
                      <a:pt x="221" y="782"/>
                    </a:lnTo>
                    <a:lnTo>
                      <a:pt x="218" y="758"/>
                    </a:lnTo>
                    <a:lnTo>
                      <a:pt x="262" y="723"/>
                    </a:lnTo>
                    <a:lnTo>
                      <a:pt x="322" y="723"/>
                    </a:lnTo>
                    <a:lnTo>
                      <a:pt x="346" y="758"/>
                    </a:lnTo>
                    <a:lnTo>
                      <a:pt x="379" y="758"/>
                    </a:lnTo>
                    <a:lnTo>
                      <a:pt x="400" y="780"/>
                    </a:lnTo>
                    <a:lnTo>
                      <a:pt x="393" y="801"/>
                    </a:lnTo>
                    <a:lnTo>
                      <a:pt x="418" y="785"/>
                    </a:lnTo>
                    <a:lnTo>
                      <a:pt x="414" y="768"/>
                    </a:lnTo>
                    <a:lnTo>
                      <a:pt x="430" y="769"/>
                    </a:lnTo>
                    <a:lnTo>
                      <a:pt x="381" y="726"/>
                    </a:lnTo>
                    <a:lnTo>
                      <a:pt x="363" y="707"/>
                    </a:lnTo>
                    <a:lnTo>
                      <a:pt x="368" y="688"/>
                    </a:lnTo>
                    <a:lnTo>
                      <a:pt x="384" y="688"/>
                    </a:lnTo>
                    <a:lnTo>
                      <a:pt x="494" y="777"/>
                    </a:lnTo>
                    <a:lnTo>
                      <a:pt x="553" y="733"/>
                    </a:lnTo>
                    <a:lnTo>
                      <a:pt x="551" y="710"/>
                    </a:lnTo>
                    <a:lnTo>
                      <a:pt x="610" y="657"/>
                    </a:lnTo>
                    <a:lnTo>
                      <a:pt x="619" y="698"/>
                    </a:lnTo>
                    <a:lnTo>
                      <a:pt x="690" y="701"/>
                    </a:lnTo>
                    <a:lnTo>
                      <a:pt x="725" y="731"/>
                    </a:lnTo>
                    <a:lnTo>
                      <a:pt x="725" y="745"/>
                    </a:lnTo>
                    <a:lnTo>
                      <a:pt x="594" y="750"/>
                    </a:lnTo>
                    <a:lnTo>
                      <a:pt x="569" y="769"/>
                    </a:lnTo>
                    <a:lnTo>
                      <a:pt x="591" y="796"/>
                    </a:lnTo>
                    <a:lnTo>
                      <a:pt x="673" y="794"/>
                    </a:lnTo>
                    <a:lnTo>
                      <a:pt x="707" y="826"/>
                    </a:lnTo>
                    <a:lnTo>
                      <a:pt x="690" y="835"/>
                    </a:lnTo>
                    <a:lnTo>
                      <a:pt x="657" y="873"/>
                    </a:lnTo>
                    <a:lnTo>
                      <a:pt x="553" y="870"/>
                    </a:lnTo>
                    <a:lnTo>
                      <a:pt x="540" y="854"/>
                    </a:lnTo>
                    <a:lnTo>
                      <a:pt x="478" y="854"/>
                    </a:lnTo>
                    <a:lnTo>
                      <a:pt x="469" y="870"/>
                    </a:lnTo>
                    <a:lnTo>
                      <a:pt x="384" y="873"/>
                    </a:lnTo>
                    <a:lnTo>
                      <a:pt x="338" y="829"/>
                    </a:lnTo>
                    <a:lnTo>
                      <a:pt x="131" y="832"/>
                    </a:lnTo>
                    <a:lnTo>
                      <a:pt x="87" y="870"/>
                    </a:lnTo>
                    <a:lnTo>
                      <a:pt x="87" y="935"/>
                    </a:lnTo>
                    <a:lnTo>
                      <a:pt x="43" y="966"/>
                    </a:lnTo>
                    <a:lnTo>
                      <a:pt x="33" y="954"/>
                    </a:lnTo>
                    <a:lnTo>
                      <a:pt x="11" y="989"/>
                    </a:lnTo>
                    <a:lnTo>
                      <a:pt x="0" y="1075"/>
                    </a:lnTo>
                    <a:lnTo>
                      <a:pt x="131" y="1179"/>
                    </a:lnTo>
                    <a:lnTo>
                      <a:pt x="174" y="1182"/>
                    </a:lnTo>
                    <a:lnTo>
                      <a:pt x="209" y="1160"/>
                    </a:lnTo>
                    <a:lnTo>
                      <a:pt x="330" y="1160"/>
                    </a:lnTo>
                    <a:lnTo>
                      <a:pt x="349" y="1170"/>
                    </a:lnTo>
                    <a:lnTo>
                      <a:pt x="346" y="1208"/>
                    </a:lnTo>
                    <a:lnTo>
                      <a:pt x="390" y="1258"/>
                    </a:lnTo>
                    <a:lnTo>
                      <a:pt x="393" y="1421"/>
                    </a:lnTo>
                    <a:lnTo>
                      <a:pt x="441" y="1464"/>
                    </a:lnTo>
                    <a:lnTo>
                      <a:pt x="441" y="1596"/>
                    </a:lnTo>
                    <a:lnTo>
                      <a:pt x="478" y="1623"/>
                    </a:lnTo>
                    <a:lnTo>
                      <a:pt x="500" y="1607"/>
                    </a:lnTo>
                    <a:lnTo>
                      <a:pt x="551" y="1607"/>
                    </a:lnTo>
                    <a:lnTo>
                      <a:pt x="606" y="1558"/>
                    </a:lnTo>
                    <a:lnTo>
                      <a:pt x="635" y="1555"/>
                    </a:lnTo>
                    <a:lnTo>
                      <a:pt x="638" y="1508"/>
                    </a:lnTo>
                    <a:lnTo>
                      <a:pt x="685" y="1504"/>
                    </a:lnTo>
                    <a:lnTo>
                      <a:pt x="682" y="1446"/>
                    </a:lnTo>
                    <a:lnTo>
                      <a:pt x="701" y="1448"/>
                    </a:lnTo>
                    <a:lnTo>
                      <a:pt x="741" y="1411"/>
                    </a:lnTo>
                    <a:lnTo>
                      <a:pt x="744" y="1348"/>
                    </a:lnTo>
                    <a:lnTo>
                      <a:pt x="714" y="1323"/>
                    </a:lnTo>
                    <a:lnTo>
                      <a:pt x="717" y="1263"/>
                    </a:lnTo>
                    <a:lnTo>
                      <a:pt x="892" y="1102"/>
                    </a:lnTo>
                    <a:lnTo>
                      <a:pt x="769" y="1102"/>
                    </a:lnTo>
                    <a:lnTo>
                      <a:pt x="763" y="1020"/>
                    </a:lnTo>
                    <a:lnTo>
                      <a:pt x="747" y="1001"/>
                    </a:lnTo>
                    <a:lnTo>
                      <a:pt x="731" y="1007"/>
                    </a:lnTo>
                    <a:lnTo>
                      <a:pt x="625" y="905"/>
                    </a:lnTo>
                    <a:lnTo>
                      <a:pt x="676" y="900"/>
                    </a:lnTo>
                    <a:lnTo>
                      <a:pt x="741" y="957"/>
                    </a:lnTo>
                    <a:lnTo>
                      <a:pt x="820" y="1020"/>
                    </a:lnTo>
                    <a:lnTo>
                      <a:pt x="823" y="1051"/>
                    </a:lnTo>
                    <a:lnTo>
                      <a:pt x="913" y="1051"/>
                    </a:lnTo>
                    <a:lnTo>
                      <a:pt x="911" y="1026"/>
                    </a:lnTo>
                    <a:lnTo>
                      <a:pt x="992" y="954"/>
                    </a:lnTo>
                    <a:lnTo>
                      <a:pt x="919" y="949"/>
                    </a:lnTo>
                    <a:lnTo>
                      <a:pt x="900" y="938"/>
                    </a:lnTo>
                    <a:lnTo>
                      <a:pt x="886" y="938"/>
                    </a:lnTo>
                    <a:lnTo>
                      <a:pt x="823" y="882"/>
                    </a:lnTo>
                    <a:lnTo>
                      <a:pt x="851" y="851"/>
                    </a:lnTo>
                    <a:lnTo>
                      <a:pt x="886" y="861"/>
                    </a:lnTo>
                    <a:lnTo>
                      <a:pt x="935" y="908"/>
                    </a:lnTo>
                    <a:lnTo>
                      <a:pt x="1102" y="908"/>
                    </a:lnTo>
                    <a:lnTo>
                      <a:pt x="1148" y="951"/>
                    </a:lnTo>
                    <a:lnTo>
                      <a:pt x="1155" y="1042"/>
                    </a:lnTo>
                    <a:lnTo>
                      <a:pt x="1230" y="1099"/>
                    </a:lnTo>
                    <a:lnTo>
                      <a:pt x="1287" y="1058"/>
                    </a:lnTo>
                    <a:lnTo>
                      <a:pt x="1284" y="1014"/>
                    </a:lnTo>
                    <a:lnTo>
                      <a:pt x="1346" y="960"/>
                    </a:lnTo>
                    <a:lnTo>
                      <a:pt x="1396" y="960"/>
                    </a:lnTo>
                    <a:lnTo>
                      <a:pt x="1453" y="1007"/>
                    </a:lnTo>
                    <a:lnTo>
                      <a:pt x="1505" y="1010"/>
                    </a:lnTo>
                    <a:lnTo>
                      <a:pt x="1505" y="1123"/>
                    </a:lnTo>
                    <a:lnTo>
                      <a:pt x="1556" y="1164"/>
                    </a:lnTo>
                    <a:lnTo>
                      <a:pt x="1568" y="1161"/>
                    </a:lnTo>
                    <a:lnTo>
                      <a:pt x="1587" y="1176"/>
                    </a:lnTo>
                    <a:lnTo>
                      <a:pt x="1597" y="1167"/>
                    </a:lnTo>
                    <a:lnTo>
                      <a:pt x="1527" y="1107"/>
                    </a:lnTo>
                    <a:lnTo>
                      <a:pt x="1527" y="1061"/>
                    </a:lnTo>
                    <a:lnTo>
                      <a:pt x="1537" y="1061"/>
                    </a:lnTo>
                    <a:lnTo>
                      <a:pt x="1593" y="1110"/>
                    </a:lnTo>
                    <a:lnTo>
                      <a:pt x="1609" y="1107"/>
                    </a:lnTo>
                    <a:lnTo>
                      <a:pt x="1628" y="1094"/>
                    </a:lnTo>
                    <a:lnTo>
                      <a:pt x="1647" y="1094"/>
                    </a:lnTo>
                    <a:lnTo>
                      <a:pt x="1644" y="1039"/>
                    </a:lnTo>
                    <a:lnTo>
                      <a:pt x="1606" y="1001"/>
                    </a:lnTo>
                    <a:lnTo>
                      <a:pt x="1597" y="1001"/>
                    </a:lnTo>
                    <a:lnTo>
                      <a:pt x="1575" y="979"/>
                    </a:lnTo>
                    <a:lnTo>
                      <a:pt x="1568" y="963"/>
                    </a:lnTo>
                    <a:lnTo>
                      <a:pt x="1612" y="927"/>
                    </a:lnTo>
                    <a:lnTo>
                      <a:pt x="1685" y="925"/>
                    </a:lnTo>
                    <a:lnTo>
                      <a:pt x="1759" y="848"/>
                    </a:lnTo>
                    <a:lnTo>
                      <a:pt x="1759" y="791"/>
                    </a:lnTo>
                    <a:lnTo>
                      <a:pt x="1737" y="769"/>
                    </a:lnTo>
                    <a:lnTo>
                      <a:pt x="1693" y="736"/>
                    </a:lnTo>
                    <a:lnTo>
                      <a:pt x="1709" y="717"/>
                    </a:lnTo>
                    <a:lnTo>
                      <a:pt x="1699" y="710"/>
                    </a:lnTo>
                    <a:lnTo>
                      <a:pt x="1688" y="720"/>
                    </a:lnTo>
                    <a:lnTo>
                      <a:pt x="1660" y="695"/>
                    </a:lnTo>
                    <a:lnTo>
                      <a:pt x="1650" y="695"/>
                    </a:lnTo>
                    <a:lnTo>
                      <a:pt x="1647" y="676"/>
                    </a:lnTo>
                    <a:lnTo>
                      <a:pt x="1706" y="635"/>
                    </a:lnTo>
                    <a:close/>
                  </a:path>
                </a:pathLst>
              </a:custGeom>
              <a:noFill/>
              <a:ln w="3175">
                <a:solidFill>
                  <a:schemeClr val="tx1"/>
                </a:solidFill>
                <a:prstDash val="solid"/>
                <a:round/>
                <a:headEnd/>
                <a:tailEnd/>
              </a:ln>
            </p:spPr>
            <p:txBody>
              <a:bodyPr/>
              <a:lstStyle/>
              <a:p>
                <a:endParaRPr lang="fr-FR" sz="1800" dirty="0"/>
              </a:p>
            </p:txBody>
          </p:sp>
          <p:sp>
            <p:nvSpPr>
              <p:cNvPr id="58" name="Freeform 12"/>
              <p:cNvSpPr>
                <a:spLocks/>
              </p:cNvSpPr>
              <p:nvPr/>
            </p:nvSpPr>
            <p:spPr bwMode="auto">
              <a:xfrm>
                <a:off x="8104049" y="4842060"/>
                <a:ext cx="88047" cy="135738"/>
              </a:xfrm>
              <a:custGeom>
                <a:avLst/>
                <a:gdLst>
                  <a:gd name="T0" fmla="*/ 3 w 96"/>
                  <a:gd name="T1" fmla="*/ 147 h 147"/>
                  <a:gd name="T2" fmla="*/ 0 w 96"/>
                  <a:gd name="T3" fmla="*/ 112 h 147"/>
                  <a:gd name="T4" fmla="*/ 19 w 96"/>
                  <a:gd name="T5" fmla="*/ 98 h 147"/>
                  <a:gd name="T6" fmla="*/ 21 w 96"/>
                  <a:gd name="T7" fmla="*/ 35 h 147"/>
                  <a:gd name="T8" fmla="*/ 46 w 96"/>
                  <a:gd name="T9" fmla="*/ 37 h 147"/>
                  <a:gd name="T10" fmla="*/ 91 w 96"/>
                  <a:gd name="T11" fmla="*/ 0 h 147"/>
                  <a:gd name="T12" fmla="*/ 96 w 96"/>
                  <a:gd name="T13" fmla="*/ 28 h 147"/>
                  <a:gd name="T14" fmla="*/ 64 w 96"/>
                  <a:gd name="T15" fmla="*/ 63 h 147"/>
                  <a:gd name="T16" fmla="*/ 58 w 96"/>
                  <a:gd name="T17" fmla="*/ 102 h 147"/>
                  <a:gd name="T18" fmla="*/ 42 w 96"/>
                  <a:gd name="T19" fmla="*/ 106 h 147"/>
                  <a:gd name="T20" fmla="*/ 27 w 96"/>
                  <a:gd name="T21" fmla="*/ 118 h 147"/>
                  <a:gd name="T22" fmla="*/ 26 w 96"/>
                  <a:gd name="T23" fmla="*/ 144 h 147"/>
                  <a:gd name="T24" fmla="*/ 3 w 96"/>
                  <a:gd name="T25" fmla="*/ 147 h 1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147">
                    <a:moveTo>
                      <a:pt x="3" y="147"/>
                    </a:moveTo>
                    <a:lnTo>
                      <a:pt x="0" y="112"/>
                    </a:lnTo>
                    <a:lnTo>
                      <a:pt x="19" y="98"/>
                    </a:lnTo>
                    <a:lnTo>
                      <a:pt x="21" y="35"/>
                    </a:lnTo>
                    <a:lnTo>
                      <a:pt x="46" y="37"/>
                    </a:lnTo>
                    <a:lnTo>
                      <a:pt x="91" y="0"/>
                    </a:lnTo>
                    <a:lnTo>
                      <a:pt x="96" y="28"/>
                    </a:lnTo>
                    <a:lnTo>
                      <a:pt x="64" y="63"/>
                    </a:lnTo>
                    <a:lnTo>
                      <a:pt x="58" y="102"/>
                    </a:lnTo>
                    <a:lnTo>
                      <a:pt x="42" y="106"/>
                    </a:lnTo>
                    <a:lnTo>
                      <a:pt x="27" y="118"/>
                    </a:lnTo>
                    <a:lnTo>
                      <a:pt x="26" y="144"/>
                    </a:lnTo>
                    <a:lnTo>
                      <a:pt x="3" y="147"/>
                    </a:lnTo>
                    <a:close/>
                  </a:path>
                </a:pathLst>
              </a:custGeom>
              <a:noFill/>
              <a:ln w="3175">
                <a:solidFill>
                  <a:schemeClr val="tx1"/>
                </a:solidFill>
                <a:prstDash val="solid"/>
                <a:round/>
                <a:headEnd/>
                <a:tailEnd/>
              </a:ln>
            </p:spPr>
            <p:txBody>
              <a:bodyPr/>
              <a:lstStyle/>
              <a:p>
                <a:endParaRPr lang="fr-FR" sz="1800" dirty="0"/>
              </a:p>
            </p:txBody>
          </p:sp>
          <p:sp>
            <p:nvSpPr>
              <p:cNvPr id="59" name="Freeform 13"/>
              <p:cNvSpPr>
                <a:spLocks/>
              </p:cNvSpPr>
              <p:nvPr/>
            </p:nvSpPr>
            <p:spPr bwMode="auto">
              <a:xfrm>
                <a:off x="8927651" y="4614606"/>
                <a:ext cx="95384" cy="121064"/>
              </a:xfrm>
              <a:custGeom>
                <a:avLst/>
                <a:gdLst>
                  <a:gd name="T0" fmla="*/ 0 w 103"/>
                  <a:gd name="T1" fmla="*/ 73 h 132"/>
                  <a:gd name="T2" fmla="*/ 43 w 103"/>
                  <a:gd name="T3" fmla="*/ 72 h 132"/>
                  <a:gd name="T4" fmla="*/ 49 w 103"/>
                  <a:gd name="T5" fmla="*/ 0 h 132"/>
                  <a:gd name="T6" fmla="*/ 100 w 103"/>
                  <a:gd name="T7" fmla="*/ 2 h 132"/>
                  <a:gd name="T8" fmla="*/ 103 w 103"/>
                  <a:gd name="T9" fmla="*/ 46 h 132"/>
                  <a:gd name="T10" fmla="*/ 81 w 103"/>
                  <a:gd name="T11" fmla="*/ 62 h 132"/>
                  <a:gd name="T12" fmla="*/ 84 w 103"/>
                  <a:gd name="T13" fmla="*/ 76 h 132"/>
                  <a:gd name="T14" fmla="*/ 96 w 103"/>
                  <a:gd name="T15" fmla="*/ 76 h 132"/>
                  <a:gd name="T16" fmla="*/ 43 w 103"/>
                  <a:gd name="T17" fmla="*/ 129 h 132"/>
                  <a:gd name="T18" fmla="*/ 0 w 103"/>
                  <a:gd name="T19" fmla="*/ 132 h 132"/>
                  <a:gd name="T20" fmla="*/ 0 w 103"/>
                  <a:gd name="T21" fmla="*/ 73 h 1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3" h="132">
                    <a:moveTo>
                      <a:pt x="0" y="73"/>
                    </a:moveTo>
                    <a:lnTo>
                      <a:pt x="43" y="72"/>
                    </a:lnTo>
                    <a:lnTo>
                      <a:pt x="49" y="0"/>
                    </a:lnTo>
                    <a:lnTo>
                      <a:pt x="100" y="2"/>
                    </a:lnTo>
                    <a:lnTo>
                      <a:pt x="103" y="46"/>
                    </a:lnTo>
                    <a:lnTo>
                      <a:pt x="81" y="62"/>
                    </a:lnTo>
                    <a:lnTo>
                      <a:pt x="84" y="76"/>
                    </a:lnTo>
                    <a:lnTo>
                      <a:pt x="96" y="76"/>
                    </a:lnTo>
                    <a:lnTo>
                      <a:pt x="43" y="129"/>
                    </a:lnTo>
                    <a:lnTo>
                      <a:pt x="0" y="132"/>
                    </a:lnTo>
                    <a:lnTo>
                      <a:pt x="0" y="73"/>
                    </a:lnTo>
                    <a:close/>
                  </a:path>
                </a:pathLst>
              </a:custGeom>
              <a:noFill/>
              <a:ln w="3175">
                <a:solidFill>
                  <a:schemeClr val="tx1"/>
                </a:solidFill>
                <a:prstDash val="solid"/>
                <a:round/>
                <a:headEnd/>
                <a:tailEnd/>
              </a:ln>
            </p:spPr>
            <p:txBody>
              <a:bodyPr/>
              <a:lstStyle/>
              <a:p>
                <a:endParaRPr lang="fr-FR" sz="1800" dirty="0"/>
              </a:p>
            </p:txBody>
          </p:sp>
          <p:sp>
            <p:nvSpPr>
              <p:cNvPr id="60" name="Freeform 14"/>
              <p:cNvSpPr>
                <a:spLocks/>
              </p:cNvSpPr>
              <p:nvPr/>
            </p:nvSpPr>
            <p:spPr bwMode="auto">
              <a:xfrm>
                <a:off x="8735050" y="4653127"/>
                <a:ext cx="203608" cy="188934"/>
              </a:xfrm>
              <a:custGeom>
                <a:avLst/>
                <a:gdLst>
                  <a:gd name="T0" fmla="*/ 0 w 221"/>
                  <a:gd name="T1" fmla="*/ 0 h 207"/>
                  <a:gd name="T2" fmla="*/ 110 w 221"/>
                  <a:gd name="T3" fmla="*/ 101 h 207"/>
                  <a:gd name="T4" fmla="*/ 109 w 221"/>
                  <a:gd name="T5" fmla="*/ 144 h 207"/>
                  <a:gd name="T6" fmla="*/ 176 w 221"/>
                  <a:gd name="T7" fmla="*/ 147 h 207"/>
                  <a:gd name="T8" fmla="*/ 221 w 221"/>
                  <a:gd name="T9" fmla="*/ 190 h 207"/>
                  <a:gd name="T10" fmla="*/ 214 w 221"/>
                  <a:gd name="T11" fmla="*/ 207 h 207"/>
                  <a:gd name="T12" fmla="*/ 176 w 221"/>
                  <a:gd name="T13" fmla="*/ 176 h 207"/>
                  <a:gd name="T14" fmla="*/ 109 w 221"/>
                  <a:gd name="T15" fmla="*/ 174 h 207"/>
                  <a:gd name="T16" fmla="*/ 40 w 221"/>
                  <a:gd name="T17" fmla="*/ 111 h 207"/>
                  <a:gd name="T18" fmla="*/ 38 w 221"/>
                  <a:gd name="T19" fmla="*/ 76 h 207"/>
                  <a:gd name="T20" fmla="*/ 0 w 221"/>
                  <a:gd name="T21" fmla="*/ 38 h 207"/>
                  <a:gd name="T22" fmla="*/ 0 w 221"/>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1" h="207">
                    <a:moveTo>
                      <a:pt x="0" y="0"/>
                    </a:moveTo>
                    <a:lnTo>
                      <a:pt x="110" y="101"/>
                    </a:lnTo>
                    <a:lnTo>
                      <a:pt x="109" y="144"/>
                    </a:lnTo>
                    <a:lnTo>
                      <a:pt x="176" y="147"/>
                    </a:lnTo>
                    <a:lnTo>
                      <a:pt x="221" y="190"/>
                    </a:lnTo>
                    <a:lnTo>
                      <a:pt x="214" y="207"/>
                    </a:lnTo>
                    <a:lnTo>
                      <a:pt x="176" y="176"/>
                    </a:lnTo>
                    <a:lnTo>
                      <a:pt x="109" y="174"/>
                    </a:lnTo>
                    <a:lnTo>
                      <a:pt x="40" y="111"/>
                    </a:lnTo>
                    <a:lnTo>
                      <a:pt x="38" y="76"/>
                    </a:lnTo>
                    <a:lnTo>
                      <a:pt x="0" y="38"/>
                    </a:lnTo>
                    <a:lnTo>
                      <a:pt x="0" y="0"/>
                    </a:lnTo>
                    <a:close/>
                  </a:path>
                </a:pathLst>
              </a:custGeom>
              <a:noFill/>
              <a:ln w="3175">
                <a:solidFill>
                  <a:schemeClr val="tx1"/>
                </a:solidFill>
                <a:prstDash val="solid"/>
                <a:round/>
                <a:headEnd/>
                <a:tailEnd/>
              </a:ln>
            </p:spPr>
            <p:txBody>
              <a:bodyPr/>
              <a:lstStyle/>
              <a:p>
                <a:endParaRPr lang="fr-FR" sz="1800" dirty="0"/>
              </a:p>
            </p:txBody>
          </p:sp>
          <p:sp>
            <p:nvSpPr>
              <p:cNvPr id="61" name="Freeform 15"/>
              <p:cNvSpPr>
                <a:spLocks/>
              </p:cNvSpPr>
              <p:nvPr/>
            </p:nvSpPr>
            <p:spPr bwMode="auto">
              <a:xfrm>
                <a:off x="9188122" y="4713658"/>
                <a:ext cx="183430" cy="121064"/>
              </a:xfrm>
              <a:custGeom>
                <a:avLst/>
                <a:gdLst>
                  <a:gd name="T0" fmla="*/ 3 w 199"/>
                  <a:gd name="T1" fmla="*/ 3 h 131"/>
                  <a:gd name="T2" fmla="*/ 33 w 199"/>
                  <a:gd name="T3" fmla="*/ 0 h 131"/>
                  <a:gd name="T4" fmla="*/ 35 w 199"/>
                  <a:gd name="T5" fmla="*/ 31 h 131"/>
                  <a:gd name="T6" fmla="*/ 93 w 199"/>
                  <a:gd name="T7" fmla="*/ 31 h 131"/>
                  <a:gd name="T8" fmla="*/ 111 w 199"/>
                  <a:gd name="T9" fmla="*/ 19 h 131"/>
                  <a:gd name="T10" fmla="*/ 199 w 199"/>
                  <a:gd name="T11" fmla="*/ 96 h 131"/>
                  <a:gd name="T12" fmla="*/ 188 w 199"/>
                  <a:gd name="T13" fmla="*/ 131 h 131"/>
                  <a:gd name="T14" fmla="*/ 147 w 199"/>
                  <a:gd name="T15" fmla="*/ 91 h 131"/>
                  <a:gd name="T16" fmla="*/ 119 w 199"/>
                  <a:gd name="T17" fmla="*/ 115 h 131"/>
                  <a:gd name="T18" fmla="*/ 80 w 199"/>
                  <a:gd name="T19" fmla="*/ 77 h 131"/>
                  <a:gd name="T20" fmla="*/ 81 w 199"/>
                  <a:gd name="T21" fmla="*/ 56 h 131"/>
                  <a:gd name="T22" fmla="*/ 58 w 199"/>
                  <a:gd name="T23" fmla="*/ 60 h 131"/>
                  <a:gd name="T24" fmla="*/ 0 w 199"/>
                  <a:gd name="T25" fmla="*/ 21 h 131"/>
                  <a:gd name="T26" fmla="*/ 3 w 199"/>
                  <a:gd name="T27" fmla="*/ 3 h 1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9" h="131">
                    <a:moveTo>
                      <a:pt x="3" y="3"/>
                    </a:moveTo>
                    <a:lnTo>
                      <a:pt x="33" y="0"/>
                    </a:lnTo>
                    <a:lnTo>
                      <a:pt x="35" y="31"/>
                    </a:lnTo>
                    <a:lnTo>
                      <a:pt x="93" y="31"/>
                    </a:lnTo>
                    <a:lnTo>
                      <a:pt x="111" y="19"/>
                    </a:lnTo>
                    <a:lnTo>
                      <a:pt x="199" y="96"/>
                    </a:lnTo>
                    <a:lnTo>
                      <a:pt x="188" y="131"/>
                    </a:lnTo>
                    <a:lnTo>
                      <a:pt x="147" y="91"/>
                    </a:lnTo>
                    <a:lnTo>
                      <a:pt x="119" y="115"/>
                    </a:lnTo>
                    <a:lnTo>
                      <a:pt x="80" y="77"/>
                    </a:lnTo>
                    <a:lnTo>
                      <a:pt x="81" y="56"/>
                    </a:lnTo>
                    <a:lnTo>
                      <a:pt x="58" y="60"/>
                    </a:lnTo>
                    <a:lnTo>
                      <a:pt x="0" y="21"/>
                    </a:lnTo>
                    <a:lnTo>
                      <a:pt x="3" y="3"/>
                    </a:lnTo>
                    <a:close/>
                  </a:path>
                </a:pathLst>
              </a:custGeom>
              <a:noFill/>
              <a:ln w="3175">
                <a:solidFill>
                  <a:schemeClr val="tx1"/>
                </a:solidFill>
                <a:prstDash val="solid"/>
                <a:round/>
                <a:headEnd/>
                <a:tailEnd/>
              </a:ln>
            </p:spPr>
            <p:txBody>
              <a:bodyPr/>
              <a:lstStyle/>
              <a:p>
                <a:endParaRPr lang="fr-FR" sz="1800" dirty="0"/>
              </a:p>
            </p:txBody>
          </p:sp>
          <p:sp>
            <p:nvSpPr>
              <p:cNvPr id="62" name="Freeform 16"/>
              <p:cNvSpPr>
                <a:spLocks/>
              </p:cNvSpPr>
              <p:nvPr/>
            </p:nvSpPr>
            <p:spPr bwMode="auto">
              <a:xfrm>
                <a:off x="8874457" y="4867740"/>
                <a:ext cx="513605" cy="352186"/>
              </a:xfrm>
              <a:custGeom>
                <a:avLst/>
                <a:gdLst>
                  <a:gd name="T0" fmla="*/ 79 w 561"/>
                  <a:gd name="T1" fmla="*/ 96 h 385"/>
                  <a:gd name="T2" fmla="*/ 150 w 561"/>
                  <a:gd name="T3" fmla="*/ 96 h 385"/>
                  <a:gd name="T4" fmla="*/ 242 w 561"/>
                  <a:gd name="T5" fmla="*/ 19 h 385"/>
                  <a:gd name="T6" fmla="*/ 279 w 561"/>
                  <a:gd name="T7" fmla="*/ 48 h 385"/>
                  <a:gd name="T8" fmla="*/ 338 w 561"/>
                  <a:gd name="T9" fmla="*/ 0 h 385"/>
                  <a:gd name="T10" fmla="*/ 378 w 561"/>
                  <a:gd name="T11" fmla="*/ 0 h 385"/>
                  <a:gd name="T12" fmla="*/ 357 w 561"/>
                  <a:gd name="T13" fmla="*/ 27 h 385"/>
                  <a:gd name="T14" fmla="*/ 423 w 561"/>
                  <a:gd name="T15" fmla="*/ 73 h 385"/>
                  <a:gd name="T16" fmla="*/ 481 w 561"/>
                  <a:gd name="T17" fmla="*/ 33 h 385"/>
                  <a:gd name="T18" fmla="*/ 484 w 561"/>
                  <a:gd name="T19" fmla="*/ 103 h 385"/>
                  <a:gd name="T20" fmla="*/ 521 w 561"/>
                  <a:gd name="T21" fmla="*/ 135 h 385"/>
                  <a:gd name="T22" fmla="*/ 521 w 561"/>
                  <a:gd name="T23" fmla="*/ 164 h 385"/>
                  <a:gd name="T24" fmla="*/ 558 w 561"/>
                  <a:gd name="T25" fmla="*/ 191 h 385"/>
                  <a:gd name="T26" fmla="*/ 561 w 561"/>
                  <a:gd name="T27" fmla="*/ 266 h 385"/>
                  <a:gd name="T28" fmla="*/ 455 w 561"/>
                  <a:gd name="T29" fmla="*/ 358 h 385"/>
                  <a:gd name="T30" fmla="*/ 436 w 561"/>
                  <a:gd name="T31" fmla="*/ 361 h 385"/>
                  <a:gd name="T32" fmla="*/ 413 w 561"/>
                  <a:gd name="T33" fmla="*/ 383 h 385"/>
                  <a:gd name="T34" fmla="*/ 373 w 561"/>
                  <a:gd name="T35" fmla="*/ 385 h 385"/>
                  <a:gd name="T36" fmla="*/ 369 w 561"/>
                  <a:gd name="T37" fmla="*/ 377 h 385"/>
                  <a:gd name="T38" fmla="*/ 286 w 561"/>
                  <a:gd name="T39" fmla="*/ 374 h 385"/>
                  <a:gd name="T40" fmla="*/ 289 w 561"/>
                  <a:gd name="T41" fmla="*/ 354 h 385"/>
                  <a:gd name="T42" fmla="*/ 231 w 561"/>
                  <a:gd name="T43" fmla="*/ 312 h 385"/>
                  <a:gd name="T44" fmla="*/ 244 w 561"/>
                  <a:gd name="T45" fmla="*/ 288 h 385"/>
                  <a:gd name="T46" fmla="*/ 244 w 561"/>
                  <a:gd name="T47" fmla="*/ 275 h 385"/>
                  <a:gd name="T48" fmla="*/ 220 w 561"/>
                  <a:gd name="T49" fmla="*/ 262 h 385"/>
                  <a:gd name="T50" fmla="*/ 200 w 561"/>
                  <a:gd name="T51" fmla="*/ 262 h 385"/>
                  <a:gd name="T52" fmla="*/ 169 w 561"/>
                  <a:gd name="T53" fmla="*/ 293 h 385"/>
                  <a:gd name="T54" fmla="*/ 28 w 561"/>
                  <a:gd name="T55" fmla="*/ 297 h 385"/>
                  <a:gd name="T56" fmla="*/ 0 w 561"/>
                  <a:gd name="T57" fmla="*/ 265 h 385"/>
                  <a:gd name="T58" fmla="*/ 13 w 561"/>
                  <a:gd name="T59" fmla="*/ 246 h 385"/>
                  <a:gd name="T60" fmla="*/ 21 w 561"/>
                  <a:gd name="T61" fmla="*/ 150 h 385"/>
                  <a:gd name="T62" fmla="*/ 79 w 561"/>
                  <a:gd name="T63" fmla="*/ 96 h 3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61" h="385">
                    <a:moveTo>
                      <a:pt x="79" y="96"/>
                    </a:moveTo>
                    <a:lnTo>
                      <a:pt x="150" y="96"/>
                    </a:lnTo>
                    <a:lnTo>
                      <a:pt x="242" y="19"/>
                    </a:lnTo>
                    <a:lnTo>
                      <a:pt x="279" y="48"/>
                    </a:lnTo>
                    <a:lnTo>
                      <a:pt x="338" y="0"/>
                    </a:lnTo>
                    <a:lnTo>
                      <a:pt x="378" y="0"/>
                    </a:lnTo>
                    <a:lnTo>
                      <a:pt x="357" y="27"/>
                    </a:lnTo>
                    <a:lnTo>
                      <a:pt x="423" y="73"/>
                    </a:lnTo>
                    <a:lnTo>
                      <a:pt x="481" y="33"/>
                    </a:lnTo>
                    <a:lnTo>
                      <a:pt x="484" y="103"/>
                    </a:lnTo>
                    <a:lnTo>
                      <a:pt x="521" y="135"/>
                    </a:lnTo>
                    <a:lnTo>
                      <a:pt x="521" y="164"/>
                    </a:lnTo>
                    <a:lnTo>
                      <a:pt x="558" y="191"/>
                    </a:lnTo>
                    <a:lnTo>
                      <a:pt x="561" y="266"/>
                    </a:lnTo>
                    <a:lnTo>
                      <a:pt x="455" y="358"/>
                    </a:lnTo>
                    <a:lnTo>
                      <a:pt x="436" y="361"/>
                    </a:lnTo>
                    <a:lnTo>
                      <a:pt x="413" y="383"/>
                    </a:lnTo>
                    <a:lnTo>
                      <a:pt x="373" y="385"/>
                    </a:lnTo>
                    <a:lnTo>
                      <a:pt x="369" y="377"/>
                    </a:lnTo>
                    <a:lnTo>
                      <a:pt x="286" y="374"/>
                    </a:lnTo>
                    <a:lnTo>
                      <a:pt x="289" y="354"/>
                    </a:lnTo>
                    <a:lnTo>
                      <a:pt x="231" y="312"/>
                    </a:lnTo>
                    <a:lnTo>
                      <a:pt x="244" y="288"/>
                    </a:lnTo>
                    <a:lnTo>
                      <a:pt x="244" y="275"/>
                    </a:lnTo>
                    <a:lnTo>
                      <a:pt x="220" y="262"/>
                    </a:lnTo>
                    <a:lnTo>
                      <a:pt x="200" y="262"/>
                    </a:lnTo>
                    <a:lnTo>
                      <a:pt x="169" y="293"/>
                    </a:lnTo>
                    <a:lnTo>
                      <a:pt x="28" y="297"/>
                    </a:lnTo>
                    <a:lnTo>
                      <a:pt x="0" y="265"/>
                    </a:lnTo>
                    <a:lnTo>
                      <a:pt x="13" y="246"/>
                    </a:lnTo>
                    <a:lnTo>
                      <a:pt x="21" y="150"/>
                    </a:lnTo>
                    <a:lnTo>
                      <a:pt x="79" y="96"/>
                    </a:lnTo>
                    <a:close/>
                  </a:path>
                </a:pathLst>
              </a:custGeom>
              <a:noFill/>
              <a:ln w="3175">
                <a:solidFill>
                  <a:schemeClr val="tx1"/>
                </a:solidFill>
                <a:prstDash val="solid"/>
                <a:round/>
                <a:headEnd/>
                <a:tailEnd/>
              </a:ln>
            </p:spPr>
            <p:txBody>
              <a:bodyPr/>
              <a:lstStyle/>
              <a:p>
                <a:endParaRPr lang="fr-FR" sz="1800" dirty="0"/>
              </a:p>
            </p:txBody>
          </p:sp>
          <p:sp>
            <p:nvSpPr>
              <p:cNvPr id="63" name="Freeform 17"/>
              <p:cNvSpPr>
                <a:spLocks/>
              </p:cNvSpPr>
              <p:nvPr/>
            </p:nvSpPr>
            <p:spPr bwMode="auto">
              <a:xfrm>
                <a:off x="7550090" y="4047807"/>
                <a:ext cx="56864" cy="106390"/>
              </a:xfrm>
              <a:custGeom>
                <a:avLst/>
                <a:gdLst>
                  <a:gd name="T0" fmla="*/ 23 w 61"/>
                  <a:gd name="T1" fmla="*/ 116 h 116"/>
                  <a:gd name="T2" fmla="*/ 61 w 61"/>
                  <a:gd name="T3" fmla="*/ 104 h 116"/>
                  <a:gd name="T4" fmla="*/ 37 w 61"/>
                  <a:gd name="T5" fmla="*/ 34 h 116"/>
                  <a:gd name="T6" fmla="*/ 48 w 61"/>
                  <a:gd name="T7" fmla="*/ 12 h 116"/>
                  <a:gd name="T8" fmla="*/ 31 w 61"/>
                  <a:gd name="T9" fmla="*/ 16 h 116"/>
                  <a:gd name="T10" fmla="*/ 37 w 61"/>
                  <a:gd name="T11" fmla="*/ 2 h 116"/>
                  <a:gd name="T12" fmla="*/ 15 w 61"/>
                  <a:gd name="T13" fmla="*/ 0 h 116"/>
                  <a:gd name="T14" fmla="*/ 15 w 61"/>
                  <a:gd name="T15" fmla="*/ 40 h 116"/>
                  <a:gd name="T16" fmla="*/ 23 w 61"/>
                  <a:gd name="T17" fmla="*/ 57 h 116"/>
                  <a:gd name="T18" fmla="*/ 7 w 61"/>
                  <a:gd name="T19" fmla="*/ 86 h 116"/>
                  <a:gd name="T20" fmla="*/ 21 w 61"/>
                  <a:gd name="T21" fmla="*/ 92 h 116"/>
                  <a:gd name="T22" fmla="*/ 0 w 61"/>
                  <a:gd name="T23" fmla="*/ 116 h 116"/>
                  <a:gd name="T24" fmla="*/ 23 w 61"/>
                  <a:gd name="T25" fmla="*/ 116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 h="116">
                    <a:moveTo>
                      <a:pt x="23" y="116"/>
                    </a:moveTo>
                    <a:lnTo>
                      <a:pt x="61" y="104"/>
                    </a:lnTo>
                    <a:lnTo>
                      <a:pt x="37" y="34"/>
                    </a:lnTo>
                    <a:lnTo>
                      <a:pt x="48" y="12"/>
                    </a:lnTo>
                    <a:lnTo>
                      <a:pt x="31" y="16"/>
                    </a:lnTo>
                    <a:lnTo>
                      <a:pt x="37" y="2"/>
                    </a:lnTo>
                    <a:lnTo>
                      <a:pt x="15" y="0"/>
                    </a:lnTo>
                    <a:lnTo>
                      <a:pt x="15" y="40"/>
                    </a:lnTo>
                    <a:lnTo>
                      <a:pt x="23" y="57"/>
                    </a:lnTo>
                    <a:lnTo>
                      <a:pt x="7" y="86"/>
                    </a:lnTo>
                    <a:lnTo>
                      <a:pt x="21" y="92"/>
                    </a:lnTo>
                    <a:lnTo>
                      <a:pt x="0" y="116"/>
                    </a:lnTo>
                    <a:lnTo>
                      <a:pt x="23" y="116"/>
                    </a:lnTo>
                    <a:close/>
                  </a:path>
                </a:pathLst>
              </a:custGeom>
              <a:noFill/>
              <a:ln w="3175">
                <a:solidFill>
                  <a:schemeClr val="tx1"/>
                </a:solidFill>
                <a:prstDash val="solid"/>
                <a:round/>
                <a:headEnd/>
                <a:tailEnd/>
              </a:ln>
            </p:spPr>
            <p:txBody>
              <a:bodyPr/>
              <a:lstStyle/>
              <a:p>
                <a:endParaRPr lang="fr-FR" sz="1800" dirty="0"/>
              </a:p>
            </p:txBody>
          </p:sp>
          <p:sp>
            <p:nvSpPr>
              <p:cNvPr id="64" name="Freeform 18"/>
              <p:cNvSpPr>
                <a:spLocks/>
              </p:cNvSpPr>
              <p:nvPr/>
            </p:nvSpPr>
            <p:spPr bwMode="auto">
              <a:xfrm>
                <a:off x="7509735" y="4101001"/>
                <a:ext cx="40355" cy="38521"/>
              </a:xfrm>
              <a:custGeom>
                <a:avLst/>
                <a:gdLst>
                  <a:gd name="T0" fmla="*/ 32 w 44"/>
                  <a:gd name="T1" fmla="*/ 6 h 43"/>
                  <a:gd name="T2" fmla="*/ 44 w 44"/>
                  <a:gd name="T3" fmla="*/ 15 h 43"/>
                  <a:gd name="T4" fmla="*/ 35 w 44"/>
                  <a:gd name="T5" fmla="*/ 38 h 43"/>
                  <a:gd name="T6" fmla="*/ 5 w 44"/>
                  <a:gd name="T7" fmla="*/ 43 h 43"/>
                  <a:gd name="T8" fmla="*/ 2 w 44"/>
                  <a:gd name="T9" fmla="*/ 31 h 43"/>
                  <a:gd name="T10" fmla="*/ 8 w 44"/>
                  <a:gd name="T11" fmla="*/ 27 h 43"/>
                  <a:gd name="T12" fmla="*/ 0 w 44"/>
                  <a:gd name="T13" fmla="*/ 22 h 43"/>
                  <a:gd name="T14" fmla="*/ 2 w 44"/>
                  <a:gd name="T15" fmla="*/ 10 h 43"/>
                  <a:gd name="T16" fmla="*/ 12 w 44"/>
                  <a:gd name="T17" fmla="*/ 10 h 43"/>
                  <a:gd name="T18" fmla="*/ 18 w 44"/>
                  <a:gd name="T19" fmla="*/ 2 h 43"/>
                  <a:gd name="T20" fmla="*/ 28 w 44"/>
                  <a:gd name="T21" fmla="*/ 0 h 43"/>
                  <a:gd name="T22" fmla="*/ 32 w 44"/>
                  <a:gd name="T23" fmla="*/ 6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 h="43">
                    <a:moveTo>
                      <a:pt x="32" y="6"/>
                    </a:moveTo>
                    <a:lnTo>
                      <a:pt x="44" y="15"/>
                    </a:lnTo>
                    <a:lnTo>
                      <a:pt x="35" y="38"/>
                    </a:lnTo>
                    <a:lnTo>
                      <a:pt x="5" y="43"/>
                    </a:lnTo>
                    <a:lnTo>
                      <a:pt x="2" y="31"/>
                    </a:lnTo>
                    <a:lnTo>
                      <a:pt x="8" y="27"/>
                    </a:lnTo>
                    <a:lnTo>
                      <a:pt x="0" y="22"/>
                    </a:lnTo>
                    <a:lnTo>
                      <a:pt x="2" y="10"/>
                    </a:lnTo>
                    <a:lnTo>
                      <a:pt x="12" y="10"/>
                    </a:lnTo>
                    <a:lnTo>
                      <a:pt x="18" y="2"/>
                    </a:lnTo>
                    <a:lnTo>
                      <a:pt x="28" y="0"/>
                    </a:lnTo>
                    <a:lnTo>
                      <a:pt x="32" y="6"/>
                    </a:lnTo>
                    <a:close/>
                  </a:path>
                </a:pathLst>
              </a:custGeom>
              <a:noFill/>
              <a:ln w="3175">
                <a:solidFill>
                  <a:schemeClr val="tx1"/>
                </a:solidFill>
                <a:prstDash val="solid"/>
                <a:round/>
                <a:headEnd/>
                <a:tailEnd/>
              </a:ln>
            </p:spPr>
            <p:txBody>
              <a:bodyPr/>
              <a:lstStyle/>
              <a:p>
                <a:endParaRPr lang="fr-FR" sz="1800" dirty="0"/>
              </a:p>
            </p:txBody>
          </p:sp>
          <p:sp>
            <p:nvSpPr>
              <p:cNvPr id="65" name="Freeform 20"/>
              <p:cNvSpPr>
                <a:spLocks/>
              </p:cNvSpPr>
              <p:nvPr/>
            </p:nvSpPr>
            <p:spPr bwMode="auto">
              <a:xfrm>
                <a:off x="9006527" y="4482536"/>
                <a:ext cx="51360" cy="75207"/>
              </a:xfrm>
              <a:custGeom>
                <a:avLst/>
                <a:gdLst>
                  <a:gd name="T0" fmla="*/ 0 w 55"/>
                  <a:gd name="T1" fmla="*/ 0 h 82"/>
                  <a:gd name="T2" fmla="*/ 26 w 55"/>
                  <a:gd name="T3" fmla="*/ 0 h 82"/>
                  <a:gd name="T4" fmla="*/ 28 w 55"/>
                  <a:gd name="T5" fmla="*/ 22 h 82"/>
                  <a:gd name="T6" fmla="*/ 29 w 55"/>
                  <a:gd name="T7" fmla="*/ 39 h 82"/>
                  <a:gd name="T8" fmla="*/ 48 w 55"/>
                  <a:gd name="T9" fmla="*/ 50 h 82"/>
                  <a:gd name="T10" fmla="*/ 55 w 55"/>
                  <a:gd name="T11" fmla="*/ 64 h 82"/>
                  <a:gd name="T12" fmla="*/ 47 w 55"/>
                  <a:gd name="T13" fmla="*/ 82 h 82"/>
                  <a:gd name="T14" fmla="*/ 23 w 55"/>
                  <a:gd name="T15" fmla="*/ 79 h 82"/>
                  <a:gd name="T16" fmla="*/ 9 w 55"/>
                  <a:gd name="T17" fmla="*/ 64 h 82"/>
                  <a:gd name="T18" fmla="*/ 23 w 55"/>
                  <a:gd name="T19" fmla="*/ 58 h 82"/>
                  <a:gd name="T20" fmla="*/ 22 w 55"/>
                  <a:gd name="T21" fmla="*/ 42 h 82"/>
                  <a:gd name="T22" fmla="*/ 7 w 55"/>
                  <a:gd name="T23" fmla="*/ 32 h 82"/>
                  <a:gd name="T24" fmla="*/ 0 w 55"/>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5" h="82">
                    <a:moveTo>
                      <a:pt x="0" y="0"/>
                    </a:moveTo>
                    <a:lnTo>
                      <a:pt x="26" y="0"/>
                    </a:lnTo>
                    <a:lnTo>
                      <a:pt x="28" y="22"/>
                    </a:lnTo>
                    <a:lnTo>
                      <a:pt x="29" y="39"/>
                    </a:lnTo>
                    <a:lnTo>
                      <a:pt x="48" y="50"/>
                    </a:lnTo>
                    <a:lnTo>
                      <a:pt x="55" y="64"/>
                    </a:lnTo>
                    <a:lnTo>
                      <a:pt x="47" y="82"/>
                    </a:lnTo>
                    <a:lnTo>
                      <a:pt x="23" y="79"/>
                    </a:lnTo>
                    <a:lnTo>
                      <a:pt x="9" y="64"/>
                    </a:lnTo>
                    <a:lnTo>
                      <a:pt x="23" y="58"/>
                    </a:lnTo>
                    <a:lnTo>
                      <a:pt x="22" y="42"/>
                    </a:lnTo>
                    <a:lnTo>
                      <a:pt x="7" y="32"/>
                    </a:lnTo>
                    <a:lnTo>
                      <a:pt x="0" y="0"/>
                    </a:lnTo>
                    <a:close/>
                  </a:path>
                </a:pathLst>
              </a:custGeom>
              <a:noFill/>
              <a:ln w="3175">
                <a:solidFill>
                  <a:schemeClr val="tx1"/>
                </a:solidFill>
                <a:prstDash val="solid"/>
                <a:round/>
                <a:headEnd/>
                <a:tailEnd/>
              </a:ln>
            </p:spPr>
            <p:txBody>
              <a:bodyPr/>
              <a:lstStyle/>
              <a:p>
                <a:endParaRPr lang="fr-FR" sz="1800" dirty="0"/>
              </a:p>
            </p:txBody>
          </p:sp>
          <p:sp>
            <p:nvSpPr>
              <p:cNvPr id="66" name="Freeform 21"/>
              <p:cNvSpPr>
                <a:spLocks/>
              </p:cNvSpPr>
              <p:nvPr/>
            </p:nvSpPr>
            <p:spPr bwMode="auto">
              <a:xfrm>
                <a:off x="9120253" y="4077156"/>
                <a:ext cx="113727" cy="143076"/>
              </a:xfrm>
              <a:custGeom>
                <a:avLst/>
                <a:gdLst>
                  <a:gd name="T0" fmla="*/ 0 w 124"/>
                  <a:gd name="T1" fmla="*/ 146 h 157"/>
                  <a:gd name="T2" fmla="*/ 6 w 124"/>
                  <a:gd name="T3" fmla="*/ 157 h 157"/>
                  <a:gd name="T4" fmla="*/ 45 w 124"/>
                  <a:gd name="T5" fmla="*/ 134 h 157"/>
                  <a:gd name="T6" fmla="*/ 49 w 124"/>
                  <a:gd name="T7" fmla="*/ 153 h 157"/>
                  <a:gd name="T8" fmla="*/ 111 w 124"/>
                  <a:gd name="T9" fmla="*/ 108 h 157"/>
                  <a:gd name="T10" fmla="*/ 112 w 124"/>
                  <a:gd name="T11" fmla="*/ 64 h 157"/>
                  <a:gd name="T12" fmla="*/ 124 w 124"/>
                  <a:gd name="T13" fmla="*/ 31 h 157"/>
                  <a:gd name="T14" fmla="*/ 108 w 124"/>
                  <a:gd name="T15" fmla="*/ 0 h 157"/>
                  <a:gd name="T16" fmla="*/ 95 w 124"/>
                  <a:gd name="T17" fmla="*/ 1 h 157"/>
                  <a:gd name="T18" fmla="*/ 89 w 124"/>
                  <a:gd name="T19" fmla="*/ 58 h 157"/>
                  <a:gd name="T20" fmla="*/ 64 w 124"/>
                  <a:gd name="T21" fmla="*/ 76 h 157"/>
                  <a:gd name="T22" fmla="*/ 51 w 124"/>
                  <a:gd name="T23" fmla="*/ 108 h 157"/>
                  <a:gd name="T24" fmla="*/ 17 w 124"/>
                  <a:gd name="T25" fmla="*/ 120 h 157"/>
                  <a:gd name="T26" fmla="*/ 1 w 124"/>
                  <a:gd name="T27" fmla="*/ 138 h 1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4" h="157">
                    <a:moveTo>
                      <a:pt x="0" y="146"/>
                    </a:moveTo>
                    <a:lnTo>
                      <a:pt x="6" y="157"/>
                    </a:lnTo>
                    <a:lnTo>
                      <a:pt x="45" y="134"/>
                    </a:lnTo>
                    <a:lnTo>
                      <a:pt x="49" y="153"/>
                    </a:lnTo>
                    <a:lnTo>
                      <a:pt x="111" y="108"/>
                    </a:lnTo>
                    <a:lnTo>
                      <a:pt x="112" y="64"/>
                    </a:lnTo>
                    <a:lnTo>
                      <a:pt x="124" y="31"/>
                    </a:lnTo>
                    <a:lnTo>
                      <a:pt x="108" y="0"/>
                    </a:lnTo>
                    <a:lnTo>
                      <a:pt x="95" y="1"/>
                    </a:lnTo>
                    <a:lnTo>
                      <a:pt x="89" y="58"/>
                    </a:lnTo>
                    <a:lnTo>
                      <a:pt x="64" y="76"/>
                    </a:lnTo>
                    <a:lnTo>
                      <a:pt x="51" y="108"/>
                    </a:lnTo>
                    <a:lnTo>
                      <a:pt x="17" y="120"/>
                    </a:lnTo>
                    <a:lnTo>
                      <a:pt x="1" y="138"/>
                    </a:lnTo>
                  </a:path>
                </a:pathLst>
              </a:custGeom>
              <a:noFill/>
              <a:ln w="3175">
                <a:solidFill>
                  <a:schemeClr val="tx1"/>
                </a:solidFill>
                <a:prstDash val="solid"/>
                <a:round/>
                <a:headEnd/>
                <a:tailEnd/>
              </a:ln>
            </p:spPr>
            <p:txBody>
              <a:bodyPr/>
              <a:lstStyle/>
              <a:p>
                <a:endParaRPr lang="fr-FR" sz="1800" dirty="0"/>
              </a:p>
            </p:txBody>
          </p:sp>
          <p:sp>
            <p:nvSpPr>
              <p:cNvPr id="67" name="Freeform 22"/>
              <p:cNvSpPr>
                <a:spLocks/>
              </p:cNvSpPr>
              <p:nvPr/>
            </p:nvSpPr>
            <p:spPr bwMode="auto">
              <a:xfrm>
                <a:off x="9100076" y="4220231"/>
                <a:ext cx="25680" cy="44023"/>
              </a:xfrm>
              <a:custGeom>
                <a:avLst/>
                <a:gdLst>
                  <a:gd name="T0" fmla="*/ 23 w 27"/>
                  <a:gd name="T1" fmla="*/ 49 h 49"/>
                  <a:gd name="T2" fmla="*/ 8 w 27"/>
                  <a:gd name="T3" fmla="*/ 27 h 49"/>
                  <a:gd name="T4" fmla="*/ 0 w 27"/>
                  <a:gd name="T5" fmla="*/ 12 h 49"/>
                  <a:gd name="T6" fmla="*/ 11 w 27"/>
                  <a:gd name="T7" fmla="*/ 0 h 49"/>
                  <a:gd name="T8" fmla="*/ 27 w 27"/>
                  <a:gd name="T9" fmla="*/ 14 h 49"/>
                  <a:gd name="T10" fmla="*/ 23 w 27"/>
                  <a:gd name="T11" fmla="*/ 49 h 4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 h="49">
                    <a:moveTo>
                      <a:pt x="23" y="49"/>
                    </a:moveTo>
                    <a:lnTo>
                      <a:pt x="8" y="27"/>
                    </a:lnTo>
                    <a:lnTo>
                      <a:pt x="0" y="12"/>
                    </a:lnTo>
                    <a:lnTo>
                      <a:pt x="11" y="0"/>
                    </a:lnTo>
                    <a:lnTo>
                      <a:pt x="27" y="14"/>
                    </a:lnTo>
                    <a:lnTo>
                      <a:pt x="23" y="49"/>
                    </a:lnTo>
                    <a:close/>
                  </a:path>
                </a:pathLst>
              </a:custGeom>
              <a:noFill/>
              <a:ln w="3175">
                <a:solidFill>
                  <a:schemeClr val="tx1"/>
                </a:solidFill>
                <a:prstDash val="solid"/>
                <a:round/>
                <a:headEnd/>
                <a:tailEnd/>
              </a:ln>
            </p:spPr>
            <p:txBody>
              <a:bodyPr/>
              <a:lstStyle/>
              <a:p>
                <a:endParaRPr lang="fr-FR" sz="1800" dirty="0"/>
              </a:p>
            </p:txBody>
          </p:sp>
          <p:sp>
            <p:nvSpPr>
              <p:cNvPr id="68" name="Freeform 23"/>
              <p:cNvSpPr>
                <a:spLocks/>
              </p:cNvSpPr>
              <p:nvPr/>
            </p:nvSpPr>
            <p:spPr bwMode="auto">
              <a:xfrm>
                <a:off x="9199128" y="3990943"/>
                <a:ext cx="67870" cy="73372"/>
              </a:xfrm>
              <a:custGeom>
                <a:avLst/>
                <a:gdLst>
                  <a:gd name="T0" fmla="*/ 7 w 73"/>
                  <a:gd name="T1" fmla="*/ 80 h 80"/>
                  <a:gd name="T2" fmla="*/ 19 w 73"/>
                  <a:gd name="T3" fmla="*/ 76 h 80"/>
                  <a:gd name="T4" fmla="*/ 26 w 73"/>
                  <a:gd name="T5" fmla="*/ 58 h 80"/>
                  <a:gd name="T6" fmla="*/ 45 w 73"/>
                  <a:gd name="T7" fmla="*/ 73 h 80"/>
                  <a:gd name="T8" fmla="*/ 52 w 73"/>
                  <a:gd name="T9" fmla="*/ 54 h 80"/>
                  <a:gd name="T10" fmla="*/ 73 w 73"/>
                  <a:gd name="T11" fmla="*/ 48 h 80"/>
                  <a:gd name="T12" fmla="*/ 67 w 73"/>
                  <a:gd name="T13" fmla="*/ 25 h 80"/>
                  <a:gd name="T14" fmla="*/ 52 w 73"/>
                  <a:gd name="T15" fmla="*/ 26 h 80"/>
                  <a:gd name="T16" fmla="*/ 20 w 73"/>
                  <a:gd name="T17" fmla="*/ 0 h 80"/>
                  <a:gd name="T18" fmla="*/ 20 w 73"/>
                  <a:gd name="T19" fmla="*/ 42 h 80"/>
                  <a:gd name="T20" fmla="*/ 10 w 73"/>
                  <a:gd name="T21" fmla="*/ 55 h 80"/>
                  <a:gd name="T22" fmla="*/ 0 w 73"/>
                  <a:gd name="T23" fmla="*/ 68 h 80"/>
                  <a:gd name="T24" fmla="*/ 7 w 73"/>
                  <a:gd name="T25" fmla="*/ 80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 h="80">
                    <a:moveTo>
                      <a:pt x="7" y="80"/>
                    </a:moveTo>
                    <a:lnTo>
                      <a:pt x="19" y="76"/>
                    </a:lnTo>
                    <a:lnTo>
                      <a:pt x="26" y="58"/>
                    </a:lnTo>
                    <a:lnTo>
                      <a:pt x="45" y="73"/>
                    </a:lnTo>
                    <a:lnTo>
                      <a:pt x="52" y="54"/>
                    </a:lnTo>
                    <a:lnTo>
                      <a:pt x="73" y="48"/>
                    </a:lnTo>
                    <a:lnTo>
                      <a:pt x="67" y="25"/>
                    </a:lnTo>
                    <a:lnTo>
                      <a:pt x="52" y="26"/>
                    </a:lnTo>
                    <a:lnTo>
                      <a:pt x="20" y="0"/>
                    </a:lnTo>
                    <a:lnTo>
                      <a:pt x="20" y="42"/>
                    </a:lnTo>
                    <a:lnTo>
                      <a:pt x="10" y="55"/>
                    </a:lnTo>
                    <a:lnTo>
                      <a:pt x="0" y="68"/>
                    </a:lnTo>
                    <a:lnTo>
                      <a:pt x="7" y="80"/>
                    </a:lnTo>
                    <a:close/>
                  </a:path>
                </a:pathLst>
              </a:custGeom>
              <a:noFill/>
              <a:ln w="3175">
                <a:solidFill>
                  <a:schemeClr val="tx1"/>
                </a:solidFill>
                <a:prstDash val="solid"/>
                <a:round/>
                <a:headEnd/>
                <a:tailEnd/>
              </a:ln>
            </p:spPr>
            <p:txBody>
              <a:bodyPr/>
              <a:lstStyle/>
              <a:p>
                <a:endParaRPr lang="fr-FR" sz="1800" dirty="0"/>
              </a:p>
            </p:txBody>
          </p:sp>
          <p:sp>
            <p:nvSpPr>
              <p:cNvPr id="69" name="Freeform 25"/>
              <p:cNvSpPr>
                <a:spLocks/>
              </p:cNvSpPr>
              <p:nvPr/>
            </p:nvSpPr>
            <p:spPr bwMode="auto">
              <a:xfrm>
                <a:off x="9516463" y="5260281"/>
                <a:ext cx="106390" cy="113727"/>
              </a:xfrm>
              <a:custGeom>
                <a:avLst/>
                <a:gdLst>
                  <a:gd name="T0" fmla="*/ 0 w 117"/>
                  <a:gd name="T1" fmla="*/ 118 h 124"/>
                  <a:gd name="T2" fmla="*/ 38 w 117"/>
                  <a:gd name="T3" fmla="*/ 124 h 124"/>
                  <a:gd name="T4" fmla="*/ 50 w 117"/>
                  <a:gd name="T5" fmla="*/ 112 h 124"/>
                  <a:gd name="T6" fmla="*/ 78 w 117"/>
                  <a:gd name="T7" fmla="*/ 66 h 124"/>
                  <a:gd name="T8" fmla="*/ 98 w 117"/>
                  <a:gd name="T9" fmla="*/ 66 h 124"/>
                  <a:gd name="T10" fmla="*/ 98 w 117"/>
                  <a:gd name="T11" fmla="*/ 54 h 124"/>
                  <a:gd name="T12" fmla="*/ 117 w 117"/>
                  <a:gd name="T13" fmla="*/ 32 h 124"/>
                  <a:gd name="T14" fmla="*/ 113 w 117"/>
                  <a:gd name="T15" fmla="*/ 13 h 124"/>
                  <a:gd name="T16" fmla="*/ 99 w 117"/>
                  <a:gd name="T17" fmla="*/ 12 h 124"/>
                  <a:gd name="T18" fmla="*/ 94 w 117"/>
                  <a:gd name="T19" fmla="*/ 0 h 124"/>
                  <a:gd name="T20" fmla="*/ 86 w 117"/>
                  <a:gd name="T21" fmla="*/ 3 h 124"/>
                  <a:gd name="T22" fmla="*/ 81 w 117"/>
                  <a:gd name="T23" fmla="*/ 26 h 124"/>
                  <a:gd name="T24" fmla="*/ 54 w 117"/>
                  <a:gd name="T25" fmla="*/ 57 h 124"/>
                  <a:gd name="T26" fmla="*/ 34 w 117"/>
                  <a:gd name="T27" fmla="*/ 63 h 124"/>
                  <a:gd name="T28" fmla="*/ 2 w 117"/>
                  <a:gd name="T29" fmla="*/ 92 h 124"/>
                  <a:gd name="T30" fmla="*/ 0 w 117"/>
                  <a:gd name="T31" fmla="*/ 118 h 1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17" h="124">
                    <a:moveTo>
                      <a:pt x="0" y="118"/>
                    </a:moveTo>
                    <a:lnTo>
                      <a:pt x="38" y="124"/>
                    </a:lnTo>
                    <a:lnTo>
                      <a:pt x="50" y="112"/>
                    </a:lnTo>
                    <a:lnTo>
                      <a:pt x="78" y="66"/>
                    </a:lnTo>
                    <a:lnTo>
                      <a:pt x="98" y="66"/>
                    </a:lnTo>
                    <a:lnTo>
                      <a:pt x="98" y="54"/>
                    </a:lnTo>
                    <a:lnTo>
                      <a:pt x="117" y="32"/>
                    </a:lnTo>
                    <a:lnTo>
                      <a:pt x="113" y="13"/>
                    </a:lnTo>
                    <a:lnTo>
                      <a:pt x="99" y="12"/>
                    </a:lnTo>
                    <a:lnTo>
                      <a:pt x="94" y="0"/>
                    </a:lnTo>
                    <a:lnTo>
                      <a:pt x="86" y="3"/>
                    </a:lnTo>
                    <a:lnTo>
                      <a:pt x="81" y="26"/>
                    </a:lnTo>
                    <a:lnTo>
                      <a:pt x="54" y="57"/>
                    </a:lnTo>
                    <a:lnTo>
                      <a:pt x="34" y="63"/>
                    </a:lnTo>
                    <a:lnTo>
                      <a:pt x="2" y="92"/>
                    </a:lnTo>
                    <a:lnTo>
                      <a:pt x="0" y="118"/>
                    </a:lnTo>
                    <a:close/>
                  </a:path>
                </a:pathLst>
              </a:custGeom>
              <a:noFill/>
              <a:ln w="3175">
                <a:solidFill>
                  <a:schemeClr val="tx1"/>
                </a:solidFill>
                <a:prstDash val="solid"/>
                <a:round/>
                <a:headEnd/>
                <a:tailEnd/>
              </a:ln>
            </p:spPr>
            <p:txBody>
              <a:bodyPr/>
              <a:lstStyle/>
              <a:p>
                <a:endParaRPr lang="fr-FR" sz="1800" dirty="0"/>
              </a:p>
            </p:txBody>
          </p:sp>
          <p:sp>
            <p:nvSpPr>
              <p:cNvPr id="70" name="Freeform 26"/>
              <p:cNvSpPr>
                <a:spLocks/>
              </p:cNvSpPr>
              <p:nvPr/>
            </p:nvSpPr>
            <p:spPr bwMode="auto">
              <a:xfrm>
                <a:off x="9613680" y="5172234"/>
                <a:ext cx="69704" cy="111893"/>
              </a:xfrm>
              <a:custGeom>
                <a:avLst/>
                <a:gdLst>
                  <a:gd name="T0" fmla="*/ 6 w 74"/>
                  <a:gd name="T1" fmla="*/ 90 h 121"/>
                  <a:gd name="T2" fmla="*/ 20 w 74"/>
                  <a:gd name="T3" fmla="*/ 93 h 121"/>
                  <a:gd name="T4" fmla="*/ 22 w 74"/>
                  <a:gd name="T5" fmla="*/ 115 h 121"/>
                  <a:gd name="T6" fmla="*/ 29 w 74"/>
                  <a:gd name="T7" fmla="*/ 121 h 121"/>
                  <a:gd name="T8" fmla="*/ 74 w 74"/>
                  <a:gd name="T9" fmla="*/ 73 h 121"/>
                  <a:gd name="T10" fmla="*/ 65 w 74"/>
                  <a:gd name="T11" fmla="*/ 51 h 121"/>
                  <a:gd name="T12" fmla="*/ 52 w 74"/>
                  <a:gd name="T13" fmla="*/ 57 h 121"/>
                  <a:gd name="T14" fmla="*/ 38 w 74"/>
                  <a:gd name="T15" fmla="*/ 35 h 121"/>
                  <a:gd name="T16" fmla="*/ 27 w 74"/>
                  <a:gd name="T17" fmla="*/ 35 h 121"/>
                  <a:gd name="T18" fmla="*/ 23 w 74"/>
                  <a:gd name="T19" fmla="*/ 18 h 121"/>
                  <a:gd name="T20" fmla="*/ 4 w 74"/>
                  <a:gd name="T21" fmla="*/ 0 h 121"/>
                  <a:gd name="T22" fmla="*/ 0 w 74"/>
                  <a:gd name="T23" fmla="*/ 19 h 121"/>
                  <a:gd name="T24" fmla="*/ 14 w 74"/>
                  <a:gd name="T25" fmla="*/ 36 h 121"/>
                  <a:gd name="T26" fmla="*/ 23 w 74"/>
                  <a:gd name="T27" fmla="*/ 58 h 121"/>
                  <a:gd name="T28" fmla="*/ 20 w 74"/>
                  <a:gd name="T29" fmla="*/ 70 h 121"/>
                  <a:gd name="T30" fmla="*/ 6 w 74"/>
                  <a:gd name="T31" fmla="*/ 73 h 121"/>
                  <a:gd name="T32" fmla="*/ 6 w 74"/>
                  <a:gd name="T33" fmla="*/ 90 h 1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4" h="121">
                    <a:moveTo>
                      <a:pt x="6" y="90"/>
                    </a:moveTo>
                    <a:lnTo>
                      <a:pt x="20" y="93"/>
                    </a:lnTo>
                    <a:lnTo>
                      <a:pt x="22" y="115"/>
                    </a:lnTo>
                    <a:lnTo>
                      <a:pt x="29" y="121"/>
                    </a:lnTo>
                    <a:lnTo>
                      <a:pt x="74" y="73"/>
                    </a:lnTo>
                    <a:lnTo>
                      <a:pt x="65" y="51"/>
                    </a:lnTo>
                    <a:lnTo>
                      <a:pt x="52" y="57"/>
                    </a:lnTo>
                    <a:lnTo>
                      <a:pt x="38" y="35"/>
                    </a:lnTo>
                    <a:lnTo>
                      <a:pt x="27" y="35"/>
                    </a:lnTo>
                    <a:lnTo>
                      <a:pt x="23" y="18"/>
                    </a:lnTo>
                    <a:lnTo>
                      <a:pt x="4" y="0"/>
                    </a:lnTo>
                    <a:lnTo>
                      <a:pt x="0" y="19"/>
                    </a:lnTo>
                    <a:lnTo>
                      <a:pt x="14" y="36"/>
                    </a:lnTo>
                    <a:lnTo>
                      <a:pt x="23" y="58"/>
                    </a:lnTo>
                    <a:lnTo>
                      <a:pt x="20" y="70"/>
                    </a:lnTo>
                    <a:lnTo>
                      <a:pt x="6" y="73"/>
                    </a:lnTo>
                    <a:lnTo>
                      <a:pt x="6" y="90"/>
                    </a:lnTo>
                    <a:close/>
                  </a:path>
                </a:pathLst>
              </a:custGeom>
              <a:noFill/>
              <a:ln w="3175">
                <a:solidFill>
                  <a:schemeClr val="tx1"/>
                </a:solidFill>
                <a:prstDash val="solid"/>
                <a:round/>
                <a:headEnd/>
                <a:tailEnd/>
              </a:ln>
            </p:spPr>
            <p:txBody>
              <a:bodyPr/>
              <a:lstStyle/>
              <a:p>
                <a:endParaRPr lang="fr-FR" sz="1800" dirty="0"/>
              </a:p>
            </p:txBody>
          </p:sp>
          <p:sp>
            <p:nvSpPr>
              <p:cNvPr id="71" name="Freeform 24"/>
              <p:cNvSpPr>
                <a:spLocks/>
              </p:cNvSpPr>
              <p:nvPr/>
            </p:nvSpPr>
            <p:spPr bwMode="auto">
              <a:xfrm>
                <a:off x="9525634" y="5385013"/>
                <a:ext cx="18343" cy="22012"/>
              </a:xfrm>
              <a:custGeom>
                <a:avLst/>
                <a:gdLst>
                  <a:gd name="T0" fmla="*/ 12 w 22"/>
                  <a:gd name="T1" fmla="*/ 23 h 23"/>
                  <a:gd name="T2" fmla="*/ 22 w 22"/>
                  <a:gd name="T3" fmla="*/ 16 h 23"/>
                  <a:gd name="T4" fmla="*/ 16 w 22"/>
                  <a:gd name="T5" fmla="*/ 3 h 23"/>
                  <a:gd name="T6" fmla="*/ 0 w 22"/>
                  <a:gd name="T7" fmla="*/ 0 h 23"/>
                  <a:gd name="T8" fmla="*/ 4 w 22"/>
                  <a:gd name="T9" fmla="*/ 14 h 23"/>
                  <a:gd name="T10" fmla="*/ 2 w 22"/>
                  <a:gd name="T11" fmla="*/ 22 h 23"/>
                  <a:gd name="T12" fmla="*/ 12 w 22"/>
                  <a:gd name="T13" fmla="*/ 23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 h="23">
                    <a:moveTo>
                      <a:pt x="12" y="23"/>
                    </a:moveTo>
                    <a:lnTo>
                      <a:pt x="22" y="16"/>
                    </a:lnTo>
                    <a:lnTo>
                      <a:pt x="16" y="3"/>
                    </a:lnTo>
                    <a:lnTo>
                      <a:pt x="0" y="0"/>
                    </a:lnTo>
                    <a:lnTo>
                      <a:pt x="4" y="14"/>
                    </a:lnTo>
                    <a:lnTo>
                      <a:pt x="2" y="22"/>
                    </a:lnTo>
                    <a:lnTo>
                      <a:pt x="12" y="23"/>
                    </a:lnTo>
                    <a:close/>
                  </a:path>
                </a:pathLst>
              </a:custGeom>
              <a:noFill/>
              <a:ln w="3175">
                <a:solidFill>
                  <a:schemeClr val="tx1"/>
                </a:solidFill>
                <a:prstDash val="solid"/>
                <a:round/>
                <a:headEnd/>
                <a:tailEnd/>
              </a:ln>
            </p:spPr>
            <p:txBody>
              <a:bodyPr/>
              <a:lstStyle/>
              <a:p>
                <a:endParaRPr lang="fr-FR" sz="1800" dirty="0"/>
              </a:p>
            </p:txBody>
          </p:sp>
        </p:grpSp>
        <p:grpSp>
          <p:nvGrpSpPr>
            <p:cNvPr id="7" name="Group 185"/>
            <p:cNvGrpSpPr/>
            <p:nvPr userDrawn="1"/>
          </p:nvGrpSpPr>
          <p:grpSpPr>
            <a:xfrm>
              <a:off x="6218386" y="3987274"/>
              <a:ext cx="3430147" cy="1285848"/>
              <a:chOff x="6218386" y="3987274"/>
              <a:chExt cx="3430147" cy="1285848"/>
            </a:xfrm>
            <a:solidFill>
              <a:srgbClr val="0070C0"/>
            </a:solidFill>
          </p:grpSpPr>
          <p:sp>
            <p:nvSpPr>
              <p:cNvPr id="8" name="Freeform 27"/>
              <p:cNvSpPr>
                <a:spLocks/>
              </p:cNvSpPr>
              <p:nvPr/>
            </p:nvSpPr>
            <p:spPr bwMode="auto">
              <a:xfrm>
                <a:off x="6627435" y="4843894"/>
                <a:ext cx="29349" cy="29349"/>
              </a:xfrm>
              <a:custGeom>
                <a:avLst/>
                <a:gdLst/>
                <a:ahLst/>
                <a:cxnLst>
                  <a:cxn ang="0">
                    <a:pos x="32" y="16"/>
                  </a:cxn>
                  <a:cxn ang="0">
                    <a:pos x="32" y="16"/>
                  </a:cxn>
                  <a:cxn ang="0">
                    <a:pos x="31" y="21"/>
                  </a:cxn>
                  <a:cxn ang="0">
                    <a:pos x="28" y="27"/>
                  </a:cxn>
                  <a:cxn ang="0">
                    <a:pos x="24"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4"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4"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4" y="1"/>
                    </a:lnTo>
                    <a:lnTo>
                      <a:pt x="28" y="4"/>
                    </a:lnTo>
                    <a:lnTo>
                      <a:pt x="31"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9" name="Freeform 28"/>
              <p:cNvSpPr>
                <a:spLocks/>
              </p:cNvSpPr>
              <p:nvPr/>
            </p:nvSpPr>
            <p:spPr bwMode="auto">
              <a:xfrm>
                <a:off x="6568737" y="4605435"/>
                <a:ext cx="31184" cy="31184"/>
              </a:xfrm>
              <a:custGeom>
                <a:avLst/>
                <a:gdLst/>
                <a:ahLst/>
                <a:cxnLst>
                  <a:cxn ang="0">
                    <a:pos x="34" y="18"/>
                  </a:cxn>
                  <a:cxn ang="0">
                    <a:pos x="34" y="18"/>
                  </a:cxn>
                  <a:cxn ang="0">
                    <a:pos x="32" y="23"/>
                  </a:cxn>
                  <a:cxn ang="0">
                    <a:pos x="28" y="28"/>
                  </a:cxn>
                  <a:cxn ang="0">
                    <a:pos x="24" y="32"/>
                  </a:cxn>
                  <a:cxn ang="0">
                    <a:pos x="18" y="34"/>
                  </a:cxn>
                  <a:cxn ang="0">
                    <a:pos x="18" y="34"/>
                  </a:cxn>
                  <a:cxn ang="0">
                    <a:pos x="10" y="32"/>
                  </a:cxn>
                  <a:cxn ang="0">
                    <a:pos x="6" y="28"/>
                  </a:cxn>
                  <a:cxn ang="0">
                    <a:pos x="2" y="23"/>
                  </a:cxn>
                  <a:cxn ang="0">
                    <a:pos x="0" y="18"/>
                  </a:cxn>
                  <a:cxn ang="0">
                    <a:pos x="0" y="18"/>
                  </a:cxn>
                  <a:cxn ang="0">
                    <a:pos x="2" y="10"/>
                  </a:cxn>
                  <a:cxn ang="0">
                    <a:pos x="6" y="6"/>
                  </a:cxn>
                  <a:cxn ang="0">
                    <a:pos x="10" y="2"/>
                  </a:cxn>
                  <a:cxn ang="0">
                    <a:pos x="18" y="0"/>
                  </a:cxn>
                  <a:cxn ang="0">
                    <a:pos x="18" y="0"/>
                  </a:cxn>
                  <a:cxn ang="0">
                    <a:pos x="24" y="2"/>
                  </a:cxn>
                  <a:cxn ang="0">
                    <a:pos x="28" y="6"/>
                  </a:cxn>
                  <a:cxn ang="0">
                    <a:pos x="32" y="10"/>
                  </a:cxn>
                  <a:cxn ang="0">
                    <a:pos x="34" y="18"/>
                  </a:cxn>
                  <a:cxn ang="0">
                    <a:pos x="34" y="18"/>
                  </a:cxn>
                </a:cxnLst>
                <a:rect l="0" t="0" r="r" b="b"/>
                <a:pathLst>
                  <a:path w="34" h="34">
                    <a:moveTo>
                      <a:pt x="34" y="18"/>
                    </a:moveTo>
                    <a:lnTo>
                      <a:pt x="34" y="18"/>
                    </a:lnTo>
                    <a:lnTo>
                      <a:pt x="32" y="23"/>
                    </a:lnTo>
                    <a:lnTo>
                      <a:pt x="28" y="28"/>
                    </a:lnTo>
                    <a:lnTo>
                      <a:pt x="24" y="32"/>
                    </a:lnTo>
                    <a:lnTo>
                      <a:pt x="18" y="34"/>
                    </a:lnTo>
                    <a:lnTo>
                      <a:pt x="18" y="34"/>
                    </a:lnTo>
                    <a:lnTo>
                      <a:pt x="10" y="32"/>
                    </a:lnTo>
                    <a:lnTo>
                      <a:pt x="6" y="28"/>
                    </a:lnTo>
                    <a:lnTo>
                      <a:pt x="2" y="23"/>
                    </a:lnTo>
                    <a:lnTo>
                      <a:pt x="0" y="18"/>
                    </a:lnTo>
                    <a:lnTo>
                      <a:pt x="0" y="18"/>
                    </a:lnTo>
                    <a:lnTo>
                      <a:pt x="2" y="10"/>
                    </a:lnTo>
                    <a:lnTo>
                      <a:pt x="6" y="6"/>
                    </a:lnTo>
                    <a:lnTo>
                      <a:pt x="10" y="2"/>
                    </a:lnTo>
                    <a:lnTo>
                      <a:pt x="18" y="0"/>
                    </a:lnTo>
                    <a:lnTo>
                      <a:pt x="18" y="0"/>
                    </a:lnTo>
                    <a:lnTo>
                      <a:pt x="24" y="2"/>
                    </a:lnTo>
                    <a:lnTo>
                      <a:pt x="28" y="6"/>
                    </a:lnTo>
                    <a:lnTo>
                      <a:pt x="32" y="10"/>
                    </a:lnTo>
                    <a:lnTo>
                      <a:pt x="34" y="18"/>
                    </a:lnTo>
                    <a:lnTo>
                      <a:pt x="34"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0" name="Freeform 29"/>
              <p:cNvSpPr>
                <a:spLocks/>
              </p:cNvSpPr>
              <p:nvPr/>
            </p:nvSpPr>
            <p:spPr bwMode="auto">
              <a:xfrm>
                <a:off x="9248655" y="5041999"/>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2"/>
                  </a:cxn>
                  <a:cxn ang="0">
                    <a:pos x="16" y="0"/>
                  </a:cxn>
                  <a:cxn ang="0">
                    <a:pos x="16" y="0"/>
                  </a:cxn>
                  <a:cxn ang="0">
                    <a:pos x="22" y="2"/>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2"/>
                    </a:lnTo>
                    <a:lnTo>
                      <a:pt x="16" y="0"/>
                    </a:lnTo>
                    <a:lnTo>
                      <a:pt x="16" y="0"/>
                    </a:lnTo>
                    <a:lnTo>
                      <a:pt x="22" y="2"/>
                    </a:lnTo>
                    <a:lnTo>
                      <a:pt x="28" y="5"/>
                    </a:lnTo>
                    <a:lnTo>
                      <a:pt x="31" y="9"/>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1" name="Freeform 30"/>
              <p:cNvSpPr>
                <a:spLocks/>
              </p:cNvSpPr>
              <p:nvPr/>
            </p:nvSpPr>
            <p:spPr bwMode="auto">
              <a:xfrm>
                <a:off x="9617349" y="5243773"/>
                <a:ext cx="31184" cy="29349"/>
              </a:xfrm>
              <a:custGeom>
                <a:avLst/>
                <a:gdLst/>
                <a:ahLst/>
                <a:cxnLst>
                  <a:cxn ang="0">
                    <a:pos x="33" y="18"/>
                  </a:cxn>
                  <a:cxn ang="0">
                    <a:pos x="33" y="18"/>
                  </a:cxn>
                  <a:cxn ang="0">
                    <a:pos x="32" y="24"/>
                  </a:cxn>
                  <a:cxn ang="0">
                    <a:pos x="29" y="29"/>
                  </a:cxn>
                  <a:cxn ang="0">
                    <a:pos x="23" y="32"/>
                  </a:cxn>
                  <a:cxn ang="0">
                    <a:pos x="17" y="34"/>
                  </a:cxn>
                  <a:cxn ang="0">
                    <a:pos x="17" y="34"/>
                  </a:cxn>
                  <a:cxn ang="0">
                    <a:pos x="10" y="32"/>
                  </a:cxn>
                  <a:cxn ang="0">
                    <a:pos x="5" y="29"/>
                  </a:cxn>
                  <a:cxn ang="0">
                    <a:pos x="1" y="24"/>
                  </a:cxn>
                  <a:cxn ang="0">
                    <a:pos x="0" y="18"/>
                  </a:cxn>
                  <a:cxn ang="0">
                    <a:pos x="0" y="18"/>
                  </a:cxn>
                  <a:cxn ang="0">
                    <a:pos x="1" y="10"/>
                  </a:cxn>
                  <a:cxn ang="0">
                    <a:pos x="5" y="6"/>
                  </a:cxn>
                  <a:cxn ang="0">
                    <a:pos x="10" y="2"/>
                  </a:cxn>
                  <a:cxn ang="0">
                    <a:pos x="17" y="0"/>
                  </a:cxn>
                  <a:cxn ang="0">
                    <a:pos x="17" y="0"/>
                  </a:cxn>
                  <a:cxn ang="0">
                    <a:pos x="23" y="2"/>
                  </a:cxn>
                  <a:cxn ang="0">
                    <a:pos x="29" y="6"/>
                  </a:cxn>
                  <a:cxn ang="0">
                    <a:pos x="32" y="10"/>
                  </a:cxn>
                  <a:cxn ang="0">
                    <a:pos x="33" y="18"/>
                  </a:cxn>
                  <a:cxn ang="0">
                    <a:pos x="33" y="18"/>
                  </a:cxn>
                </a:cxnLst>
                <a:rect l="0" t="0" r="r" b="b"/>
                <a:pathLst>
                  <a:path w="33" h="34">
                    <a:moveTo>
                      <a:pt x="33" y="18"/>
                    </a:moveTo>
                    <a:lnTo>
                      <a:pt x="33" y="18"/>
                    </a:lnTo>
                    <a:lnTo>
                      <a:pt x="32" y="24"/>
                    </a:lnTo>
                    <a:lnTo>
                      <a:pt x="29" y="29"/>
                    </a:lnTo>
                    <a:lnTo>
                      <a:pt x="23" y="32"/>
                    </a:lnTo>
                    <a:lnTo>
                      <a:pt x="17" y="34"/>
                    </a:lnTo>
                    <a:lnTo>
                      <a:pt x="17" y="34"/>
                    </a:lnTo>
                    <a:lnTo>
                      <a:pt x="10" y="32"/>
                    </a:lnTo>
                    <a:lnTo>
                      <a:pt x="5" y="29"/>
                    </a:lnTo>
                    <a:lnTo>
                      <a:pt x="1" y="24"/>
                    </a:lnTo>
                    <a:lnTo>
                      <a:pt x="0" y="18"/>
                    </a:lnTo>
                    <a:lnTo>
                      <a:pt x="0" y="18"/>
                    </a:lnTo>
                    <a:lnTo>
                      <a:pt x="1" y="10"/>
                    </a:lnTo>
                    <a:lnTo>
                      <a:pt x="5" y="6"/>
                    </a:lnTo>
                    <a:lnTo>
                      <a:pt x="10" y="2"/>
                    </a:lnTo>
                    <a:lnTo>
                      <a:pt x="17" y="0"/>
                    </a:lnTo>
                    <a:lnTo>
                      <a:pt x="17" y="0"/>
                    </a:lnTo>
                    <a:lnTo>
                      <a:pt x="23" y="2"/>
                    </a:lnTo>
                    <a:lnTo>
                      <a:pt x="29" y="6"/>
                    </a:lnTo>
                    <a:lnTo>
                      <a:pt x="32" y="10"/>
                    </a:lnTo>
                    <a:lnTo>
                      <a:pt x="33" y="18"/>
                    </a:lnTo>
                    <a:lnTo>
                      <a:pt x="33"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2" name="Freeform 31"/>
              <p:cNvSpPr>
                <a:spLocks/>
              </p:cNvSpPr>
              <p:nvPr/>
            </p:nvSpPr>
            <p:spPr bwMode="auto">
              <a:xfrm>
                <a:off x="8949663" y="4664133"/>
                <a:ext cx="31184" cy="31184"/>
              </a:xfrm>
              <a:custGeom>
                <a:avLst/>
                <a:gdLst/>
                <a:ahLst/>
                <a:cxnLst>
                  <a:cxn ang="0">
                    <a:pos x="34" y="18"/>
                  </a:cxn>
                  <a:cxn ang="0">
                    <a:pos x="34" y="18"/>
                  </a:cxn>
                  <a:cxn ang="0">
                    <a:pos x="32" y="24"/>
                  </a:cxn>
                  <a:cxn ang="0">
                    <a:pos x="28" y="29"/>
                  </a:cxn>
                  <a:cxn ang="0">
                    <a:pos x="24" y="32"/>
                  </a:cxn>
                  <a:cxn ang="0">
                    <a:pos x="16" y="34"/>
                  </a:cxn>
                  <a:cxn ang="0">
                    <a:pos x="16" y="34"/>
                  </a:cxn>
                  <a:cxn ang="0">
                    <a:pos x="10" y="32"/>
                  </a:cxn>
                  <a:cxn ang="0">
                    <a:pos x="6" y="29"/>
                  </a:cxn>
                  <a:cxn ang="0">
                    <a:pos x="2" y="24"/>
                  </a:cxn>
                  <a:cxn ang="0">
                    <a:pos x="0" y="18"/>
                  </a:cxn>
                  <a:cxn ang="0">
                    <a:pos x="0" y="18"/>
                  </a:cxn>
                  <a:cxn ang="0">
                    <a:pos x="2" y="10"/>
                  </a:cxn>
                  <a:cxn ang="0">
                    <a:pos x="6" y="6"/>
                  </a:cxn>
                  <a:cxn ang="0">
                    <a:pos x="10" y="2"/>
                  </a:cxn>
                  <a:cxn ang="0">
                    <a:pos x="16" y="0"/>
                  </a:cxn>
                  <a:cxn ang="0">
                    <a:pos x="16" y="0"/>
                  </a:cxn>
                  <a:cxn ang="0">
                    <a:pos x="24" y="2"/>
                  </a:cxn>
                  <a:cxn ang="0">
                    <a:pos x="28" y="6"/>
                  </a:cxn>
                  <a:cxn ang="0">
                    <a:pos x="32" y="10"/>
                  </a:cxn>
                  <a:cxn ang="0">
                    <a:pos x="34" y="18"/>
                  </a:cxn>
                  <a:cxn ang="0">
                    <a:pos x="34" y="18"/>
                  </a:cxn>
                </a:cxnLst>
                <a:rect l="0" t="0" r="r" b="b"/>
                <a:pathLst>
                  <a:path w="34" h="34">
                    <a:moveTo>
                      <a:pt x="34" y="18"/>
                    </a:moveTo>
                    <a:lnTo>
                      <a:pt x="34" y="18"/>
                    </a:lnTo>
                    <a:lnTo>
                      <a:pt x="32" y="24"/>
                    </a:lnTo>
                    <a:lnTo>
                      <a:pt x="28" y="29"/>
                    </a:lnTo>
                    <a:lnTo>
                      <a:pt x="24" y="32"/>
                    </a:lnTo>
                    <a:lnTo>
                      <a:pt x="16" y="34"/>
                    </a:lnTo>
                    <a:lnTo>
                      <a:pt x="16" y="34"/>
                    </a:lnTo>
                    <a:lnTo>
                      <a:pt x="10" y="32"/>
                    </a:lnTo>
                    <a:lnTo>
                      <a:pt x="6" y="29"/>
                    </a:lnTo>
                    <a:lnTo>
                      <a:pt x="2" y="24"/>
                    </a:lnTo>
                    <a:lnTo>
                      <a:pt x="0" y="18"/>
                    </a:lnTo>
                    <a:lnTo>
                      <a:pt x="0" y="18"/>
                    </a:lnTo>
                    <a:lnTo>
                      <a:pt x="2" y="10"/>
                    </a:lnTo>
                    <a:lnTo>
                      <a:pt x="6" y="6"/>
                    </a:lnTo>
                    <a:lnTo>
                      <a:pt x="10" y="2"/>
                    </a:lnTo>
                    <a:lnTo>
                      <a:pt x="16" y="0"/>
                    </a:lnTo>
                    <a:lnTo>
                      <a:pt x="16" y="0"/>
                    </a:lnTo>
                    <a:lnTo>
                      <a:pt x="24" y="2"/>
                    </a:lnTo>
                    <a:lnTo>
                      <a:pt x="28" y="6"/>
                    </a:lnTo>
                    <a:lnTo>
                      <a:pt x="32" y="10"/>
                    </a:lnTo>
                    <a:lnTo>
                      <a:pt x="34" y="18"/>
                    </a:lnTo>
                    <a:lnTo>
                      <a:pt x="34"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3" name="Freeform 32"/>
              <p:cNvSpPr>
                <a:spLocks/>
              </p:cNvSpPr>
              <p:nvPr/>
            </p:nvSpPr>
            <p:spPr bwMode="auto">
              <a:xfrm>
                <a:off x="8775404" y="4253249"/>
                <a:ext cx="31184" cy="29349"/>
              </a:xfrm>
              <a:custGeom>
                <a:avLst/>
                <a:gdLst/>
                <a:ahLst/>
                <a:cxnLst>
                  <a:cxn ang="0">
                    <a:pos x="33" y="16"/>
                  </a:cxn>
                  <a:cxn ang="0">
                    <a:pos x="33" y="16"/>
                  </a:cxn>
                  <a:cxn ang="0">
                    <a:pos x="32" y="23"/>
                  </a:cxn>
                  <a:cxn ang="0">
                    <a:pos x="27" y="28"/>
                  </a:cxn>
                  <a:cxn ang="0">
                    <a:pos x="23" y="32"/>
                  </a:cxn>
                  <a:cxn ang="0">
                    <a:pos x="17" y="32"/>
                  </a:cxn>
                  <a:cxn ang="0">
                    <a:pos x="17" y="32"/>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7" y="4"/>
                  </a:cxn>
                  <a:cxn ang="0">
                    <a:pos x="32" y="10"/>
                  </a:cxn>
                  <a:cxn ang="0">
                    <a:pos x="33" y="16"/>
                  </a:cxn>
                  <a:cxn ang="0">
                    <a:pos x="33" y="16"/>
                  </a:cxn>
                </a:cxnLst>
                <a:rect l="0" t="0" r="r" b="b"/>
                <a:pathLst>
                  <a:path w="33" h="32">
                    <a:moveTo>
                      <a:pt x="33" y="16"/>
                    </a:moveTo>
                    <a:lnTo>
                      <a:pt x="33" y="16"/>
                    </a:lnTo>
                    <a:lnTo>
                      <a:pt x="32" y="23"/>
                    </a:lnTo>
                    <a:lnTo>
                      <a:pt x="27" y="28"/>
                    </a:lnTo>
                    <a:lnTo>
                      <a:pt x="23" y="32"/>
                    </a:lnTo>
                    <a:lnTo>
                      <a:pt x="17" y="32"/>
                    </a:lnTo>
                    <a:lnTo>
                      <a:pt x="17" y="32"/>
                    </a:lnTo>
                    <a:lnTo>
                      <a:pt x="10" y="32"/>
                    </a:lnTo>
                    <a:lnTo>
                      <a:pt x="6" y="28"/>
                    </a:lnTo>
                    <a:lnTo>
                      <a:pt x="1" y="23"/>
                    </a:lnTo>
                    <a:lnTo>
                      <a:pt x="0" y="16"/>
                    </a:lnTo>
                    <a:lnTo>
                      <a:pt x="0" y="16"/>
                    </a:lnTo>
                    <a:lnTo>
                      <a:pt x="1" y="10"/>
                    </a:lnTo>
                    <a:lnTo>
                      <a:pt x="6" y="4"/>
                    </a:lnTo>
                    <a:lnTo>
                      <a:pt x="10" y="1"/>
                    </a:lnTo>
                    <a:lnTo>
                      <a:pt x="17" y="0"/>
                    </a:lnTo>
                    <a:lnTo>
                      <a:pt x="17" y="0"/>
                    </a:lnTo>
                    <a:lnTo>
                      <a:pt x="23" y="1"/>
                    </a:lnTo>
                    <a:lnTo>
                      <a:pt x="27" y="4"/>
                    </a:lnTo>
                    <a:lnTo>
                      <a:pt x="32"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4" name="Freeform 33"/>
              <p:cNvSpPr>
                <a:spLocks/>
              </p:cNvSpPr>
              <p:nvPr/>
            </p:nvSpPr>
            <p:spPr bwMode="auto">
              <a:xfrm>
                <a:off x="9026703" y="4502714"/>
                <a:ext cx="29349" cy="31184"/>
              </a:xfrm>
              <a:custGeom>
                <a:avLst/>
                <a:gdLst/>
                <a:ahLst/>
                <a:cxnLst>
                  <a:cxn ang="0">
                    <a:pos x="32" y="16"/>
                  </a:cxn>
                  <a:cxn ang="0">
                    <a:pos x="32" y="16"/>
                  </a:cxn>
                  <a:cxn ang="0">
                    <a:pos x="30" y="23"/>
                  </a:cxn>
                  <a:cxn ang="0">
                    <a:pos x="28" y="28"/>
                  </a:cxn>
                  <a:cxn ang="0">
                    <a:pos x="22" y="32"/>
                  </a:cxn>
                  <a:cxn ang="0">
                    <a:pos x="16" y="33"/>
                  </a:cxn>
                  <a:cxn ang="0">
                    <a:pos x="16" y="33"/>
                  </a:cxn>
                  <a:cxn ang="0">
                    <a:pos x="10" y="32"/>
                  </a:cxn>
                  <a:cxn ang="0">
                    <a:pos x="4" y="28"/>
                  </a:cxn>
                  <a:cxn ang="0">
                    <a:pos x="1" y="23"/>
                  </a:cxn>
                  <a:cxn ang="0">
                    <a:pos x="0" y="16"/>
                  </a:cxn>
                  <a:cxn ang="0">
                    <a:pos x="0" y="16"/>
                  </a:cxn>
                  <a:cxn ang="0">
                    <a:pos x="1" y="10"/>
                  </a:cxn>
                  <a:cxn ang="0">
                    <a:pos x="4" y="6"/>
                  </a:cxn>
                  <a:cxn ang="0">
                    <a:pos x="10" y="1"/>
                  </a:cxn>
                  <a:cxn ang="0">
                    <a:pos x="16" y="0"/>
                  </a:cxn>
                  <a:cxn ang="0">
                    <a:pos x="16" y="0"/>
                  </a:cxn>
                  <a:cxn ang="0">
                    <a:pos x="22" y="1"/>
                  </a:cxn>
                  <a:cxn ang="0">
                    <a:pos x="28" y="6"/>
                  </a:cxn>
                  <a:cxn ang="0">
                    <a:pos x="30" y="10"/>
                  </a:cxn>
                  <a:cxn ang="0">
                    <a:pos x="32" y="16"/>
                  </a:cxn>
                  <a:cxn ang="0">
                    <a:pos x="32" y="16"/>
                  </a:cxn>
                </a:cxnLst>
                <a:rect l="0" t="0" r="r" b="b"/>
                <a:pathLst>
                  <a:path w="32" h="33">
                    <a:moveTo>
                      <a:pt x="32" y="16"/>
                    </a:moveTo>
                    <a:lnTo>
                      <a:pt x="32" y="16"/>
                    </a:lnTo>
                    <a:lnTo>
                      <a:pt x="30" y="23"/>
                    </a:lnTo>
                    <a:lnTo>
                      <a:pt x="28" y="28"/>
                    </a:lnTo>
                    <a:lnTo>
                      <a:pt x="22" y="32"/>
                    </a:lnTo>
                    <a:lnTo>
                      <a:pt x="16" y="33"/>
                    </a:lnTo>
                    <a:lnTo>
                      <a:pt x="16" y="33"/>
                    </a:lnTo>
                    <a:lnTo>
                      <a:pt x="10" y="32"/>
                    </a:lnTo>
                    <a:lnTo>
                      <a:pt x="4" y="28"/>
                    </a:lnTo>
                    <a:lnTo>
                      <a:pt x="1" y="23"/>
                    </a:lnTo>
                    <a:lnTo>
                      <a:pt x="0" y="16"/>
                    </a:lnTo>
                    <a:lnTo>
                      <a:pt x="0" y="16"/>
                    </a:lnTo>
                    <a:lnTo>
                      <a:pt x="1" y="10"/>
                    </a:lnTo>
                    <a:lnTo>
                      <a:pt x="4" y="6"/>
                    </a:lnTo>
                    <a:lnTo>
                      <a:pt x="10" y="1"/>
                    </a:lnTo>
                    <a:lnTo>
                      <a:pt x="16" y="0"/>
                    </a:lnTo>
                    <a:lnTo>
                      <a:pt x="16" y="0"/>
                    </a:lnTo>
                    <a:lnTo>
                      <a:pt x="22" y="1"/>
                    </a:lnTo>
                    <a:lnTo>
                      <a:pt x="28" y="6"/>
                    </a:lnTo>
                    <a:lnTo>
                      <a:pt x="30"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5" name="Freeform 34"/>
              <p:cNvSpPr>
                <a:spLocks/>
              </p:cNvSpPr>
              <p:nvPr/>
            </p:nvSpPr>
            <p:spPr bwMode="auto">
              <a:xfrm>
                <a:off x="9195459" y="4159699"/>
                <a:ext cx="29349" cy="29349"/>
              </a:xfrm>
              <a:custGeom>
                <a:avLst/>
                <a:gdLst/>
                <a:ahLst/>
                <a:cxnLst>
                  <a:cxn ang="0">
                    <a:pos x="34" y="16"/>
                  </a:cxn>
                  <a:cxn ang="0">
                    <a:pos x="34" y="16"/>
                  </a:cxn>
                  <a:cxn ang="0">
                    <a:pos x="32" y="22"/>
                  </a:cxn>
                  <a:cxn ang="0">
                    <a:pos x="28" y="28"/>
                  </a:cxn>
                  <a:cxn ang="0">
                    <a:pos x="23" y="31"/>
                  </a:cxn>
                  <a:cxn ang="0">
                    <a:pos x="18" y="32"/>
                  </a:cxn>
                  <a:cxn ang="0">
                    <a:pos x="18" y="32"/>
                  </a:cxn>
                  <a:cxn ang="0">
                    <a:pos x="10" y="31"/>
                  </a:cxn>
                  <a:cxn ang="0">
                    <a:pos x="6" y="28"/>
                  </a:cxn>
                  <a:cxn ang="0">
                    <a:pos x="1" y="22"/>
                  </a:cxn>
                  <a:cxn ang="0">
                    <a:pos x="0" y="16"/>
                  </a:cxn>
                  <a:cxn ang="0">
                    <a:pos x="0" y="16"/>
                  </a:cxn>
                  <a:cxn ang="0">
                    <a:pos x="1" y="9"/>
                  </a:cxn>
                  <a:cxn ang="0">
                    <a:pos x="6" y="5"/>
                  </a:cxn>
                  <a:cxn ang="0">
                    <a:pos x="10" y="0"/>
                  </a:cxn>
                  <a:cxn ang="0">
                    <a:pos x="18" y="0"/>
                  </a:cxn>
                  <a:cxn ang="0">
                    <a:pos x="18" y="0"/>
                  </a:cxn>
                  <a:cxn ang="0">
                    <a:pos x="23" y="0"/>
                  </a:cxn>
                  <a:cxn ang="0">
                    <a:pos x="28" y="5"/>
                  </a:cxn>
                  <a:cxn ang="0">
                    <a:pos x="32" y="9"/>
                  </a:cxn>
                  <a:cxn ang="0">
                    <a:pos x="34" y="16"/>
                  </a:cxn>
                  <a:cxn ang="0">
                    <a:pos x="34" y="16"/>
                  </a:cxn>
                </a:cxnLst>
                <a:rect l="0" t="0" r="r" b="b"/>
                <a:pathLst>
                  <a:path w="34" h="32">
                    <a:moveTo>
                      <a:pt x="34" y="16"/>
                    </a:moveTo>
                    <a:lnTo>
                      <a:pt x="34" y="16"/>
                    </a:lnTo>
                    <a:lnTo>
                      <a:pt x="32" y="22"/>
                    </a:lnTo>
                    <a:lnTo>
                      <a:pt x="28" y="28"/>
                    </a:lnTo>
                    <a:lnTo>
                      <a:pt x="23" y="31"/>
                    </a:lnTo>
                    <a:lnTo>
                      <a:pt x="18" y="32"/>
                    </a:lnTo>
                    <a:lnTo>
                      <a:pt x="18" y="32"/>
                    </a:lnTo>
                    <a:lnTo>
                      <a:pt x="10" y="31"/>
                    </a:lnTo>
                    <a:lnTo>
                      <a:pt x="6" y="28"/>
                    </a:lnTo>
                    <a:lnTo>
                      <a:pt x="1" y="22"/>
                    </a:lnTo>
                    <a:lnTo>
                      <a:pt x="0" y="16"/>
                    </a:lnTo>
                    <a:lnTo>
                      <a:pt x="0" y="16"/>
                    </a:lnTo>
                    <a:lnTo>
                      <a:pt x="1" y="9"/>
                    </a:lnTo>
                    <a:lnTo>
                      <a:pt x="6" y="5"/>
                    </a:lnTo>
                    <a:lnTo>
                      <a:pt x="10" y="0"/>
                    </a:lnTo>
                    <a:lnTo>
                      <a:pt x="18" y="0"/>
                    </a:lnTo>
                    <a:lnTo>
                      <a:pt x="18" y="0"/>
                    </a:lnTo>
                    <a:lnTo>
                      <a:pt x="23" y="0"/>
                    </a:lnTo>
                    <a:lnTo>
                      <a:pt x="28" y="5"/>
                    </a:lnTo>
                    <a:lnTo>
                      <a:pt x="32" y="9"/>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6" name="Freeform 35"/>
              <p:cNvSpPr>
                <a:spLocks/>
              </p:cNvSpPr>
              <p:nvPr/>
            </p:nvSpPr>
            <p:spPr bwMode="auto">
              <a:xfrm>
                <a:off x="8485585" y="4440348"/>
                <a:ext cx="29349" cy="29349"/>
              </a:xfrm>
              <a:custGeom>
                <a:avLst/>
                <a:gdLst/>
                <a:ahLst/>
                <a:cxnLst>
                  <a:cxn ang="0">
                    <a:pos x="34" y="16"/>
                  </a:cxn>
                  <a:cxn ang="0">
                    <a:pos x="34" y="16"/>
                  </a:cxn>
                  <a:cxn ang="0">
                    <a:pos x="32" y="22"/>
                  </a:cxn>
                  <a:cxn ang="0">
                    <a:pos x="28" y="28"/>
                  </a:cxn>
                  <a:cxn ang="0">
                    <a:pos x="23" y="30"/>
                  </a:cxn>
                  <a:cxn ang="0">
                    <a:pos x="16" y="32"/>
                  </a:cxn>
                  <a:cxn ang="0">
                    <a:pos x="16" y="32"/>
                  </a:cxn>
                  <a:cxn ang="0">
                    <a:pos x="10" y="30"/>
                  </a:cxn>
                  <a:cxn ang="0">
                    <a:pos x="6" y="28"/>
                  </a:cxn>
                  <a:cxn ang="0">
                    <a:pos x="1" y="22"/>
                  </a:cxn>
                  <a:cxn ang="0">
                    <a:pos x="0" y="16"/>
                  </a:cxn>
                  <a:cxn ang="0">
                    <a:pos x="0" y="16"/>
                  </a:cxn>
                  <a:cxn ang="0">
                    <a:pos x="1" y="9"/>
                  </a:cxn>
                  <a:cxn ang="0">
                    <a:pos x="6" y="4"/>
                  </a:cxn>
                  <a:cxn ang="0">
                    <a:pos x="10" y="0"/>
                  </a:cxn>
                  <a:cxn ang="0">
                    <a:pos x="16" y="0"/>
                  </a:cxn>
                  <a:cxn ang="0">
                    <a:pos x="16" y="0"/>
                  </a:cxn>
                  <a:cxn ang="0">
                    <a:pos x="23" y="0"/>
                  </a:cxn>
                  <a:cxn ang="0">
                    <a:pos x="28" y="4"/>
                  </a:cxn>
                  <a:cxn ang="0">
                    <a:pos x="32" y="9"/>
                  </a:cxn>
                  <a:cxn ang="0">
                    <a:pos x="34" y="16"/>
                  </a:cxn>
                  <a:cxn ang="0">
                    <a:pos x="34" y="16"/>
                  </a:cxn>
                </a:cxnLst>
                <a:rect l="0" t="0" r="r" b="b"/>
                <a:pathLst>
                  <a:path w="34" h="32">
                    <a:moveTo>
                      <a:pt x="34" y="16"/>
                    </a:moveTo>
                    <a:lnTo>
                      <a:pt x="34" y="16"/>
                    </a:lnTo>
                    <a:lnTo>
                      <a:pt x="32" y="22"/>
                    </a:lnTo>
                    <a:lnTo>
                      <a:pt x="28" y="28"/>
                    </a:lnTo>
                    <a:lnTo>
                      <a:pt x="23" y="30"/>
                    </a:lnTo>
                    <a:lnTo>
                      <a:pt x="16" y="32"/>
                    </a:lnTo>
                    <a:lnTo>
                      <a:pt x="16" y="32"/>
                    </a:lnTo>
                    <a:lnTo>
                      <a:pt x="10" y="30"/>
                    </a:lnTo>
                    <a:lnTo>
                      <a:pt x="6" y="28"/>
                    </a:lnTo>
                    <a:lnTo>
                      <a:pt x="1" y="22"/>
                    </a:lnTo>
                    <a:lnTo>
                      <a:pt x="0" y="16"/>
                    </a:lnTo>
                    <a:lnTo>
                      <a:pt x="0" y="16"/>
                    </a:lnTo>
                    <a:lnTo>
                      <a:pt x="1" y="9"/>
                    </a:lnTo>
                    <a:lnTo>
                      <a:pt x="6" y="4"/>
                    </a:lnTo>
                    <a:lnTo>
                      <a:pt x="10" y="0"/>
                    </a:lnTo>
                    <a:lnTo>
                      <a:pt x="16" y="0"/>
                    </a:lnTo>
                    <a:lnTo>
                      <a:pt x="16" y="0"/>
                    </a:lnTo>
                    <a:lnTo>
                      <a:pt x="23" y="0"/>
                    </a:lnTo>
                    <a:lnTo>
                      <a:pt x="28" y="4"/>
                    </a:lnTo>
                    <a:lnTo>
                      <a:pt x="32" y="9"/>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7" name="Freeform 36"/>
              <p:cNvSpPr>
                <a:spLocks/>
              </p:cNvSpPr>
              <p:nvPr/>
            </p:nvSpPr>
            <p:spPr bwMode="auto">
              <a:xfrm>
                <a:off x="8217776" y="4455022"/>
                <a:ext cx="31184" cy="29349"/>
              </a:xfrm>
              <a:custGeom>
                <a:avLst/>
                <a:gdLst/>
                <a:ahLst/>
                <a:cxnLst>
                  <a:cxn ang="0">
                    <a:pos x="33" y="16"/>
                  </a:cxn>
                  <a:cxn ang="0">
                    <a:pos x="33" y="16"/>
                  </a:cxn>
                  <a:cxn ang="0">
                    <a:pos x="32" y="24"/>
                  </a:cxn>
                  <a:cxn ang="0">
                    <a:pos x="29" y="28"/>
                  </a:cxn>
                  <a:cxn ang="0">
                    <a:pos x="23" y="33"/>
                  </a:cxn>
                  <a:cxn ang="0">
                    <a:pos x="17" y="34"/>
                  </a:cxn>
                  <a:cxn ang="0">
                    <a:pos x="17" y="34"/>
                  </a:cxn>
                  <a:cxn ang="0">
                    <a:pos x="10" y="33"/>
                  </a:cxn>
                  <a:cxn ang="0">
                    <a:pos x="6" y="28"/>
                  </a:cxn>
                  <a:cxn ang="0">
                    <a:pos x="1" y="24"/>
                  </a:cxn>
                  <a:cxn ang="0">
                    <a:pos x="0" y="16"/>
                  </a:cxn>
                  <a:cxn ang="0">
                    <a:pos x="0" y="16"/>
                  </a:cxn>
                  <a:cxn ang="0">
                    <a:pos x="1" y="11"/>
                  </a:cxn>
                  <a:cxn ang="0">
                    <a:pos x="6" y="6"/>
                  </a:cxn>
                  <a:cxn ang="0">
                    <a:pos x="10" y="2"/>
                  </a:cxn>
                  <a:cxn ang="0">
                    <a:pos x="17" y="0"/>
                  </a:cxn>
                  <a:cxn ang="0">
                    <a:pos x="17" y="0"/>
                  </a:cxn>
                  <a:cxn ang="0">
                    <a:pos x="23" y="2"/>
                  </a:cxn>
                  <a:cxn ang="0">
                    <a:pos x="29" y="6"/>
                  </a:cxn>
                  <a:cxn ang="0">
                    <a:pos x="32" y="11"/>
                  </a:cxn>
                  <a:cxn ang="0">
                    <a:pos x="33" y="16"/>
                  </a:cxn>
                  <a:cxn ang="0">
                    <a:pos x="33" y="16"/>
                  </a:cxn>
                </a:cxnLst>
                <a:rect l="0" t="0" r="r" b="b"/>
                <a:pathLst>
                  <a:path w="33" h="34">
                    <a:moveTo>
                      <a:pt x="33" y="16"/>
                    </a:moveTo>
                    <a:lnTo>
                      <a:pt x="33" y="16"/>
                    </a:lnTo>
                    <a:lnTo>
                      <a:pt x="32" y="24"/>
                    </a:lnTo>
                    <a:lnTo>
                      <a:pt x="29" y="28"/>
                    </a:lnTo>
                    <a:lnTo>
                      <a:pt x="23" y="33"/>
                    </a:lnTo>
                    <a:lnTo>
                      <a:pt x="17" y="34"/>
                    </a:lnTo>
                    <a:lnTo>
                      <a:pt x="17" y="34"/>
                    </a:lnTo>
                    <a:lnTo>
                      <a:pt x="10" y="33"/>
                    </a:lnTo>
                    <a:lnTo>
                      <a:pt x="6" y="28"/>
                    </a:lnTo>
                    <a:lnTo>
                      <a:pt x="1" y="24"/>
                    </a:lnTo>
                    <a:lnTo>
                      <a:pt x="0" y="16"/>
                    </a:lnTo>
                    <a:lnTo>
                      <a:pt x="0" y="16"/>
                    </a:lnTo>
                    <a:lnTo>
                      <a:pt x="1" y="11"/>
                    </a:lnTo>
                    <a:lnTo>
                      <a:pt x="6" y="6"/>
                    </a:lnTo>
                    <a:lnTo>
                      <a:pt x="10" y="2"/>
                    </a:lnTo>
                    <a:lnTo>
                      <a:pt x="17" y="0"/>
                    </a:lnTo>
                    <a:lnTo>
                      <a:pt x="17" y="0"/>
                    </a:lnTo>
                    <a:lnTo>
                      <a:pt x="23" y="2"/>
                    </a:lnTo>
                    <a:lnTo>
                      <a:pt x="29" y="6"/>
                    </a:lnTo>
                    <a:lnTo>
                      <a:pt x="32" y="11"/>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8" name="Freeform 37"/>
              <p:cNvSpPr>
                <a:spLocks/>
              </p:cNvSpPr>
              <p:nvPr/>
            </p:nvSpPr>
            <p:spPr bwMode="auto">
              <a:xfrm>
                <a:off x="7799555" y="5036496"/>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0"/>
                  </a:cxn>
                  <a:cxn ang="0">
                    <a:pos x="16" y="0"/>
                  </a:cxn>
                  <a:cxn ang="0">
                    <a:pos x="16" y="0"/>
                  </a:cxn>
                  <a:cxn ang="0">
                    <a:pos x="22" y="0"/>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0"/>
                    </a:lnTo>
                    <a:lnTo>
                      <a:pt x="16" y="0"/>
                    </a:lnTo>
                    <a:lnTo>
                      <a:pt x="16" y="0"/>
                    </a:lnTo>
                    <a:lnTo>
                      <a:pt x="22" y="0"/>
                    </a:lnTo>
                    <a:lnTo>
                      <a:pt x="28" y="5"/>
                    </a:lnTo>
                    <a:lnTo>
                      <a:pt x="31" y="9"/>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19" name="Freeform 38"/>
              <p:cNvSpPr>
                <a:spLocks/>
              </p:cNvSpPr>
              <p:nvPr/>
            </p:nvSpPr>
            <p:spPr bwMode="auto">
              <a:xfrm>
                <a:off x="7927956" y="4315615"/>
                <a:ext cx="29349" cy="31184"/>
              </a:xfrm>
              <a:custGeom>
                <a:avLst/>
                <a:gdLst/>
                <a:ahLst/>
                <a:cxnLst>
                  <a:cxn ang="0">
                    <a:pos x="32" y="17"/>
                  </a:cxn>
                  <a:cxn ang="0">
                    <a:pos x="32" y="17"/>
                  </a:cxn>
                  <a:cxn ang="0">
                    <a:pos x="31" y="23"/>
                  </a:cxn>
                  <a:cxn ang="0">
                    <a:pos x="28" y="28"/>
                  </a:cxn>
                  <a:cxn ang="0">
                    <a:pos x="22" y="32"/>
                  </a:cxn>
                  <a:cxn ang="0">
                    <a:pos x="16" y="33"/>
                  </a:cxn>
                  <a:cxn ang="0">
                    <a:pos x="16" y="33"/>
                  </a:cxn>
                  <a:cxn ang="0">
                    <a:pos x="10" y="32"/>
                  </a:cxn>
                  <a:cxn ang="0">
                    <a:pos x="5" y="28"/>
                  </a:cxn>
                  <a:cxn ang="0">
                    <a:pos x="2" y="23"/>
                  </a:cxn>
                  <a:cxn ang="0">
                    <a:pos x="0" y="17"/>
                  </a:cxn>
                  <a:cxn ang="0">
                    <a:pos x="0" y="17"/>
                  </a:cxn>
                  <a:cxn ang="0">
                    <a:pos x="2" y="10"/>
                  </a:cxn>
                  <a:cxn ang="0">
                    <a:pos x="5"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8"/>
                    </a:lnTo>
                    <a:lnTo>
                      <a:pt x="22" y="32"/>
                    </a:lnTo>
                    <a:lnTo>
                      <a:pt x="16" y="33"/>
                    </a:lnTo>
                    <a:lnTo>
                      <a:pt x="16" y="33"/>
                    </a:lnTo>
                    <a:lnTo>
                      <a:pt x="10" y="32"/>
                    </a:lnTo>
                    <a:lnTo>
                      <a:pt x="5" y="28"/>
                    </a:lnTo>
                    <a:lnTo>
                      <a:pt x="2" y="23"/>
                    </a:lnTo>
                    <a:lnTo>
                      <a:pt x="0" y="17"/>
                    </a:lnTo>
                    <a:lnTo>
                      <a:pt x="0" y="17"/>
                    </a:lnTo>
                    <a:lnTo>
                      <a:pt x="2" y="10"/>
                    </a:lnTo>
                    <a:lnTo>
                      <a:pt x="5"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0" name="Freeform 39"/>
              <p:cNvSpPr>
                <a:spLocks/>
              </p:cNvSpPr>
              <p:nvPr/>
            </p:nvSpPr>
            <p:spPr bwMode="auto">
              <a:xfrm>
                <a:off x="7568433" y="4121179"/>
                <a:ext cx="31184" cy="29349"/>
              </a:xfrm>
              <a:custGeom>
                <a:avLst/>
                <a:gdLst/>
                <a:ahLst/>
                <a:cxnLst>
                  <a:cxn ang="0">
                    <a:pos x="33" y="16"/>
                  </a:cxn>
                  <a:cxn ang="0">
                    <a:pos x="33" y="16"/>
                  </a:cxn>
                  <a:cxn ang="0">
                    <a:pos x="32" y="21"/>
                  </a:cxn>
                  <a:cxn ang="0">
                    <a:pos x="27" y="27"/>
                  </a:cxn>
                  <a:cxn ang="0">
                    <a:pos x="23" y="30"/>
                  </a:cxn>
                  <a:cxn ang="0">
                    <a:pos x="16" y="32"/>
                  </a:cxn>
                  <a:cxn ang="0">
                    <a:pos x="16" y="32"/>
                  </a:cxn>
                  <a:cxn ang="0">
                    <a:pos x="10" y="30"/>
                  </a:cxn>
                  <a:cxn ang="0">
                    <a:pos x="4" y="27"/>
                  </a:cxn>
                  <a:cxn ang="0">
                    <a:pos x="1" y="21"/>
                  </a:cxn>
                  <a:cxn ang="0">
                    <a:pos x="0" y="16"/>
                  </a:cxn>
                  <a:cxn ang="0">
                    <a:pos x="0" y="16"/>
                  </a:cxn>
                  <a:cxn ang="0">
                    <a:pos x="1" y="10"/>
                  </a:cxn>
                  <a:cxn ang="0">
                    <a:pos x="4" y="4"/>
                  </a:cxn>
                  <a:cxn ang="0">
                    <a:pos x="10" y="1"/>
                  </a:cxn>
                  <a:cxn ang="0">
                    <a:pos x="16" y="0"/>
                  </a:cxn>
                  <a:cxn ang="0">
                    <a:pos x="16" y="0"/>
                  </a:cxn>
                  <a:cxn ang="0">
                    <a:pos x="23" y="1"/>
                  </a:cxn>
                  <a:cxn ang="0">
                    <a:pos x="27" y="4"/>
                  </a:cxn>
                  <a:cxn ang="0">
                    <a:pos x="32" y="10"/>
                  </a:cxn>
                  <a:cxn ang="0">
                    <a:pos x="33" y="16"/>
                  </a:cxn>
                  <a:cxn ang="0">
                    <a:pos x="33" y="16"/>
                  </a:cxn>
                </a:cxnLst>
                <a:rect l="0" t="0" r="r" b="b"/>
                <a:pathLst>
                  <a:path w="33" h="32">
                    <a:moveTo>
                      <a:pt x="33" y="16"/>
                    </a:moveTo>
                    <a:lnTo>
                      <a:pt x="33" y="16"/>
                    </a:lnTo>
                    <a:lnTo>
                      <a:pt x="32" y="21"/>
                    </a:lnTo>
                    <a:lnTo>
                      <a:pt x="27" y="27"/>
                    </a:lnTo>
                    <a:lnTo>
                      <a:pt x="23" y="30"/>
                    </a:lnTo>
                    <a:lnTo>
                      <a:pt x="16" y="32"/>
                    </a:lnTo>
                    <a:lnTo>
                      <a:pt x="16" y="32"/>
                    </a:lnTo>
                    <a:lnTo>
                      <a:pt x="10" y="30"/>
                    </a:lnTo>
                    <a:lnTo>
                      <a:pt x="4" y="27"/>
                    </a:lnTo>
                    <a:lnTo>
                      <a:pt x="1" y="21"/>
                    </a:lnTo>
                    <a:lnTo>
                      <a:pt x="0" y="16"/>
                    </a:lnTo>
                    <a:lnTo>
                      <a:pt x="0" y="16"/>
                    </a:lnTo>
                    <a:lnTo>
                      <a:pt x="1" y="10"/>
                    </a:lnTo>
                    <a:lnTo>
                      <a:pt x="4" y="4"/>
                    </a:lnTo>
                    <a:lnTo>
                      <a:pt x="10" y="1"/>
                    </a:lnTo>
                    <a:lnTo>
                      <a:pt x="16" y="0"/>
                    </a:lnTo>
                    <a:lnTo>
                      <a:pt x="16" y="0"/>
                    </a:lnTo>
                    <a:lnTo>
                      <a:pt x="23" y="1"/>
                    </a:lnTo>
                    <a:lnTo>
                      <a:pt x="27" y="4"/>
                    </a:lnTo>
                    <a:lnTo>
                      <a:pt x="32"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1" name="Freeform 40"/>
              <p:cNvSpPr>
                <a:spLocks/>
              </p:cNvSpPr>
              <p:nvPr/>
            </p:nvSpPr>
            <p:spPr bwMode="auto">
              <a:xfrm>
                <a:off x="7507900" y="4106504"/>
                <a:ext cx="31184" cy="29349"/>
              </a:xfrm>
              <a:custGeom>
                <a:avLst/>
                <a:gdLst/>
                <a:ahLst/>
                <a:cxnLst>
                  <a:cxn ang="0">
                    <a:pos x="33" y="16"/>
                  </a:cxn>
                  <a:cxn ang="0">
                    <a:pos x="33" y="16"/>
                  </a:cxn>
                  <a:cxn ang="0">
                    <a:pos x="32" y="21"/>
                  </a:cxn>
                  <a:cxn ang="0">
                    <a:pos x="28" y="27"/>
                  </a:cxn>
                  <a:cxn ang="0">
                    <a:pos x="23" y="30"/>
                  </a:cxn>
                  <a:cxn ang="0">
                    <a:pos x="16" y="32"/>
                  </a:cxn>
                  <a:cxn ang="0">
                    <a:pos x="16" y="32"/>
                  </a:cxn>
                  <a:cxn ang="0">
                    <a:pos x="10" y="30"/>
                  </a:cxn>
                  <a:cxn ang="0">
                    <a:pos x="6" y="27"/>
                  </a:cxn>
                  <a:cxn ang="0">
                    <a:pos x="1" y="21"/>
                  </a:cxn>
                  <a:cxn ang="0">
                    <a:pos x="0" y="16"/>
                  </a:cxn>
                  <a:cxn ang="0">
                    <a:pos x="0" y="16"/>
                  </a:cxn>
                  <a:cxn ang="0">
                    <a:pos x="1" y="10"/>
                  </a:cxn>
                  <a:cxn ang="0">
                    <a:pos x="6" y="4"/>
                  </a:cxn>
                  <a:cxn ang="0">
                    <a:pos x="10" y="1"/>
                  </a:cxn>
                  <a:cxn ang="0">
                    <a:pos x="16" y="0"/>
                  </a:cxn>
                  <a:cxn ang="0">
                    <a:pos x="16" y="0"/>
                  </a:cxn>
                  <a:cxn ang="0">
                    <a:pos x="23" y="1"/>
                  </a:cxn>
                  <a:cxn ang="0">
                    <a:pos x="28" y="4"/>
                  </a:cxn>
                  <a:cxn ang="0">
                    <a:pos x="32" y="10"/>
                  </a:cxn>
                  <a:cxn ang="0">
                    <a:pos x="33" y="16"/>
                  </a:cxn>
                  <a:cxn ang="0">
                    <a:pos x="33" y="16"/>
                  </a:cxn>
                </a:cxnLst>
                <a:rect l="0" t="0" r="r" b="b"/>
                <a:pathLst>
                  <a:path w="33" h="32">
                    <a:moveTo>
                      <a:pt x="33" y="16"/>
                    </a:moveTo>
                    <a:lnTo>
                      <a:pt x="33" y="16"/>
                    </a:lnTo>
                    <a:lnTo>
                      <a:pt x="32" y="21"/>
                    </a:lnTo>
                    <a:lnTo>
                      <a:pt x="28" y="27"/>
                    </a:lnTo>
                    <a:lnTo>
                      <a:pt x="23" y="30"/>
                    </a:lnTo>
                    <a:lnTo>
                      <a:pt x="16" y="32"/>
                    </a:lnTo>
                    <a:lnTo>
                      <a:pt x="16" y="32"/>
                    </a:lnTo>
                    <a:lnTo>
                      <a:pt x="10" y="30"/>
                    </a:lnTo>
                    <a:lnTo>
                      <a:pt x="6" y="27"/>
                    </a:lnTo>
                    <a:lnTo>
                      <a:pt x="1" y="21"/>
                    </a:lnTo>
                    <a:lnTo>
                      <a:pt x="0" y="16"/>
                    </a:lnTo>
                    <a:lnTo>
                      <a:pt x="0" y="16"/>
                    </a:lnTo>
                    <a:lnTo>
                      <a:pt x="1" y="10"/>
                    </a:lnTo>
                    <a:lnTo>
                      <a:pt x="6" y="4"/>
                    </a:lnTo>
                    <a:lnTo>
                      <a:pt x="10" y="1"/>
                    </a:lnTo>
                    <a:lnTo>
                      <a:pt x="16" y="0"/>
                    </a:lnTo>
                    <a:lnTo>
                      <a:pt x="16" y="0"/>
                    </a:lnTo>
                    <a:lnTo>
                      <a:pt x="23" y="1"/>
                    </a:lnTo>
                    <a:lnTo>
                      <a:pt x="28" y="4"/>
                    </a:lnTo>
                    <a:lnTo>
                      <a:pt x="32"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2" name="Freeform 41"/>
              <p:cNvSpPr>
                <a:spLocks/>
              </p:cNvSpPr>
              <p:nvPr/>
            </p:nvSpPr>
            <p:spPr bwMode="auto">
              <a:xfrm>
                <a:off x="7689497" y="4080824"/>
                <a:ext cx="29349" cy="29349"/>
              </a:xfrm>
              <a:custGeom>
                <a:avLst/>
                <a:gdLst/>
                <a:ahLst/>
                <a:cxnLst>
                  <a:cxn ang="0">
                    <a:pos x="32" y="16"/>
                  </a:cxn>
                  <a:cxn ang="0">
                    <a:pos x="32" y="16"/>
                  </a:cxn>
                  <a:cxn ang="0">
                    <a:pos x="32" y="22"/>
                  </a:cxn>
                  <a:cxn ang="0">
                    <a:pos x="27" y="28"/>
                  </a:cxn>
                  <a:cxn ang="0">
                    <a:pos x="23" y="31"/>
                  </a:cxn>
                  <a:cxn ang="0">
                    <a:pos x="16" y="32"/>
                  </a:cxn>
                  <a:cxn ang="0">
                    <a:pos x="16" y="32"/>
                  </a:cxn>
                  <a:cxn ang="0">
                    <a:pos x="10" y="31"/>
                  </a:cxn>
                  <a:cxn ang="0">
                    <a:pos x="4" y="28"/>
                  </a:cxn>
                  <a:cxn ang="0">
                    <a:pos x="1" y="22"/>
                  </a:cxn>
                  <a:cxn ang="0">
                    <a:pos x="0" y="16"/>
                  </a:cxn>
                  <a:cxn ang="0">
                    <a:pos x="0" y="16"/>
                  </a:cxn>
                  <a:cxn ang="0">
                    <a:pos x="1" y="9"/>
                  </a:cxn>
                  <a:cxn ang="0">
                    <a:pos x="4" y="5"/>
                  </a:cxn>
                  <a:cxn ang="0">
                    <a:pos x="10" y="2"/>
                  </a:cxn>
                  <a:cxn ang="0">
                    <a:pos x="16" y="0"/>
                  </a:cxn>
                  <a:cxn ang="0">
                    <a:pos x="16" y="0"/>
                  </a:cxn>
                  <a:cxn ang="0">
                    <a:pos x="23" y="2"/>
                  </a:cxn>
                  <a:cxn ang="0">
                    <a:pos x="27" y="5"/>
                  </a:cxn>
                  <a:cxn ang="0">
                    <a:pos x="32" y="9"/>
                  </a:cxn>
                  <a:cxn ang="0">
                    <a:pos x="32" y="16"/>
                  </a:cxn>
                  <a:cxn ang="0">
                    <a:pos x="32" y="16"/>
                  </a:cxn>
                </a:cxnLst>
                <a:rect l="0" t="0" r="r" b="b"/>
                <a:pathLst>
                  <a:path w="32" h="32">
                    <a:moveTo>
                      <a:pt x="32" y="16"/>
                    </a:moveTo>
                    <a:lnTo>
                      <a:pt x="32" y="16"/>
                    </a:lnTo>
                    <a:lnTo>
                      <a:pt x="32" y="22"/>
                    </a:lnTo>
                    <a:lnTo>
                      <a:pt x="27" y="28"/>
                    </a:lnTo>
                    <a:lnTo>
                      <a:pt x="23" y="31"/>
                    </a:lnTo>
                    <a:lnTo>
                      <a:pt x="16" y="32"/>
                    </a:lnTo>
                    <a:lnTo>
                      <a:pt x="16" y="32"/>
                    </a:lnTo>
                    <a:lnTo>
                      <a:pt x="10" y="31"/>
                    </a:lnTo>
                    <a:lnTo>
                      <a:pt x="4" y="28"/>
                    </a:lnTo>
                    <a:lnTo>
                      <a:pt x="1" y="22"/>
                    </a:lnTo>
                    <a:lnTo>
                      <a:pt x="0" y="16"/>
                    </a:lnTo>
                    <a:lnTo>
                      <a:pt x="0" y="16"/>
                    </a:lnTo>
                    <a:lnTo>
                      <a:pt x="1" y="9"/>
                    </a:lnTo>
                    <a:lnTo>
                      <a:pt x="4" y="5"/>
                    </a:lnTo>
                    <a:lnTo>
                      <a:pt x="10" y="2"/>
                    </a:lnTo>
                    <a:lnTo>
                      <a:pt x="16" y="0"/>
                    </a:lnTo>
                    <a:lnTo>
                      <a:pt x="16" y="0"/>
                    </a:lnTo>
                    <a:lnTo>
                      <a:pt x="23" y="2"/>
                    </a:lnTo>
                    <a:lnTo>
                      <a:pt x="27" y="5"/>
                    </a:lnTo>
                    <a:lnTo>
                      <a:pt x="32" y="9"/>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3" name="Freeform 42"/>
              <p:cNvSpPr>
                <a:spLocks/>
              </p:cNvSpPr>
              <p:nvPr/>
            </p:nvSpPr>
            <p:spPr bwMode="auto">
              <a:xfrm>
                <a:off x="7588610" y="4179877"/>
                <a:ext cx="29349" cy="29349"/>
              </a:xfrm>
              <a:custGeom>
                <a:avLst/>
                <a:gdLst/>
                <a:ahLst/>
                <a:cxnLst>
                  <a:cxn ang="0">
                    <a:pos x="32" y="16"/>
                  </a:cxn>
                  <a:cxn ang="0">
                    <a:pos x="32" y="16"/>
                  </a:cxn>
                  <a:cxn ang="0">
                    <a:pos x="32" y="22"/>
                  </a:cxn>
                  <a:cxn ang="0">
                    <a:pos x="28" y="28"/>
                  </a:cxn>
                  <a:cxn ang="0">
                    <a:pos x="24" y="31"/>
                  </a:cxn>
                  <a:cxn ang="0">
                    <a:pos x="16" y="32"/>
                  </a:cxn>
                  <a:cxn ang="0">
                    <a:pos x="16" y="32"/>
                  </a:cxn>
                  <a:cxn ang="0">
                    <a:pos x="11" y="31"/>
                  </a:cxn>
                  <a:cxn ang="0">
                    <a:pos x="5" y="28"/>
                  </a:cxn>
                  <a:cxn ang="0">
                    <a:pos x="2" y="22"/>
                  </a:cxn>
                  <a:cxn ang="0">
                    <a:pos x="0" y="16"/>
                  </a:cxn>
                  <a:cxn ang="0">
                    <a:pos x="0" y="16"/>
                  </a:cxn>
                  <a:cxn ang="0">
                    <a:pos x="2" y="10"/>
                  </a:cxn>
                  <a:cxn ang="0">
                    <a:pos x="5" y="5"/>
                  </a:cxn>
                  <a:cxn ang="0">
                    <a:pos x="11" y="2"/>
                  </a:cxn>
                  <a:cxn ang="0">
                    <a:pos x="16" y="0"/>
                  </a:cxn>
                  <a:cxn ang="0">
                    <a:pos x="16" y="0"/>
                  </a:cxn>
                  <a:cxn ang="0">
                    <a:pos x="24" y="2"/>
                  </a:cxn>
                  <a:cxn ang="0">
                    <a:pos x="28" y="5"/>
                  </a:cxn>
                  <a:cxn ang="0">
                    <a:pos x="32" y="10"/>
                  </a:cxn>
                  <a:cxn ang="0">
                    <a:pos x="32" y="16"/>
                  </a:cxn>
                  <a:cxn ang="0">
                    <a:pos x="32" y="16"/>
                  </a:cxn>
                </a:cxnLst>
                <a:rect l="0" t="0" r="r" b="b"/>
                <a:pathLst>
                  <a:path w="32" h="32">
                    <a:moveTo>
                      <a:pt x="32" y="16"/>
                    </a:moveTo>
                    <a:lnTo>
                      <a:pt x="32" y="16"/>
                    </a:lnTo>
                    <a:lnTo>
                      <a:pt x="32" y="22"/>
                    </a:lnTo>
                    <a:lnTo>
                      <a:pt x="28" y="28"/>
                    </a:lnTo>
                    <a:lnTo>
                      <a:pt x="24" y="31"/>
                    </a:lnTo>
                    <a:lnTo>
                      <a:pt x="16" y="32"/>
                    </a:lnTo>
                    <a:lnTo>
                      <a:pt x="16" y="32"/>
                    </a:lnTo>
                    <a:lnTo>
                      <a:pt x="11" y="31"/>
                    </a:lnTo>
                    <a:lnTo>
                      <a:pt x="5" y="28"/>
                    </a:lnTo>
                    <a:lnTo>
                      <a:pt x="2" y="22"/>
                    </a:lnTo>
                    <a:lnTo>
                      <a:pt x="0" y="16"/>
                    </a:lnTo>
                    <a:lnTo>
                      <a:pt x="0" y="16"/>
                    </a:lnTo>
                    <a:lnTo>
                      <a:pt x="2" y="10"/>
                    </a:lnTo>
                    <a:lnTo>
                      <a:pt x="5" y="5"/>
                    </a:lnTo>
                    <a:lnTo>
                      <a:pt x="11" y="2"/>
                    </a:lnTo>
                    <a:lnTo>
                      <a:pt x="16" y="0"/>
                    </a:lnTo>
                    <a:lnTo>
                      <a:pt x="16" y="0"/>
                    </a:lnTo>
                    <a:lnTo>
                      <a:pt x="24" y="2"/>
                    </a:lnTo>
                    <a:lnTo>
                      <a:pt x="28" y="5"/>
                    </a:lnTo>
                    <a:lnTo>
                      <a:pt x="32"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4" name="Freeform 43"/>
              <p:cNvSpPr>
                <a:spLocks/>
              </p:cNvSpPr>
              <p:nvPr/>
            </p:nvSpPr>
            <p:spPr bwMode="auto">
              <a:xfrm>
                <a:off x="7680325" y="4172539"/>
                <a:ext cx="31184" cy="31184"/>
              </a:xfrm>
              <a:custGeom>
                <a:avLst/>
                <a:gdLst/>
                <a:ahLst/>
                <a:cxnLst>
                  <a:cxn ang="0">
                    <a:pos x="34" y="16"/>
                  </a:cxn>
                  <a:cxn ang="0">
                    <a:pos x="34" y="16"/>
                  </a:cxn>
                  <a:cxn ang="0">
                    <a:pos x="32" y="23"/>
                  </a:cxn>
                  <a:cxn ang="0">
                    <a:pos x="29" y="28"/>
                  </a:cxn>
                  <a:cxn ang="0">
                    <a:pos x="23" y="32"/>
                  </a:cxn>
                  <a:cxn ang="0">
                    <a:pos x="17" y="33"/>
                  </a:cxn>
                  <a:cxn ang="0">
                    <a:pos x="17" y="33"/>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9" y="4"/>
                  </a:cxn>
                  <a:cxn ang="0">
                    <a:pos x="32" y="10"/>
                  </a:cxn>
                  <a:cxn ang="0">
                    <a:pos x="34" y="16"/>
                  </a:cxn>
                  <a:cxn ang="0">
                    <a:pos x="34" y="16"/>
                  </a:cxn>
                </a:cxnLst>
                <a:rect l="0" t="0" r="r" b="b"/>
                <a:pathLst>
                  <a:path w="34" h="33">
                    <a:moveTo>
                      <a:pt x="34" y="16"/>
                    </a:moveTo>
                    <a:lnTo>
                      <a:pt x="34" y="16"/>
                    </a:lnTo>
                    <a:lnTo>
                      <a:pt x="32" y="23"/>
                    </a:lnTo>
                    <a:lnTo>
                      <a:pt x="29" y="28"/>
                    </a:lnTo>
                    <a:lnTo>
                      <a:pt x="23" y="32"/>
                    </a:lnTo>
                    <a:lnTo>
                      <a:pt x="17" y="33"/>
                    </a:lnTo>
                    <a:lnTo>
                      <a:pt x="17" y="33"/>
                    </a:lnTo>
                    <a:lnTo>
                      <a:pt x="10" y="32"/>
                    </a:lnTo>
                    <a:lnTo>
                      <a:pt x="6" y="28"/>
                    </a:lnTo>
                    <a:lnTo>
                      <a:pt x="1" y="23"/>
                    </a:lnTo>
                    <a:lnTo>
                      <a:pt x="0" y="16"/>
                    </a:lnTo>
                    <a:lnTo>
                      <a:pt x="0" y="16"/>
                    </a:lnTo>
                    <a:lnTo>
                      <a:pt x="1" y="10"/>
                    </a:lnTo>
                    <a:lnTo>
                      <a:pt x="6" y="4"/>
                    </a:lnTo>
                    <a:lnTo>
                      <a:pt x="10" y="1"/>
                    </a:lnTo>
                    <a:lnTo>
                      <a:pt x="17" y="0"/>
                    </a:lnTo>
                    <a:lnTo>
                      <a:pt x="17" y="0"/>
                    </a:lnTo>
                    <a:lnTo>
                      <a:pt x="23" y="1"/>
                    </a:lnTo>
                    <a:lnTo>
                      <a:pt x="29" y="4"/>
                    </a:lnTo>
                    <a:lnTo>
                      <a:pt x="32" y="10"/>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5" name="Freeform 44"/>
              <p:cNvSpPr>
                <a:spLocks/>
              </p:cNvSpPr>
              <p:nvPr/>
            </p:nvSpPr>
            <p:spPr bwMode="auto">
              <a:xfrm>
                <a:off x="7700503" y="4139522"/>
                <a:ext cx="29349" cy="29349"/>
              </a:xfrm>
              <a:custGeom>
                <a:avLst/>
                <a:gdLst/>
                <a:ahLst/>
                <a:cxnLst>
                  <a:cxn ang="0">
                    <a:pos x="32" y="16"/>
                  </a:cxn>
                  <a:cxn ang="0">
                    <a:pos x="32" y="16"/>
                  </a:cxn>
                  <a:cxn ang="0">
                    <a:pos x="31" y="21"/>
                  </a:cxn>
                  <a:cxn ang="0">
                    <a:pos x="28" y="27"/>
                  </a:cxn>
                  <a:cxn ang="0">
                    <a:pos x="22"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2"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6" name="Freeform 45"/>
              <p:cNvSpPr>
                <a:spLocks/>
              </p:cNvSpPr>
              <p:nvPr/>
            </p:nvSpPr>
            <p:spPr bwMode="auto">
              <a:xfrm>
                <a:off x="7539084" y="4249580"/>
                <a:ext cx="29349" cy="29349"/>
              </a:xfrm>
              <a:custGeom>
                <a:avLst/>
                <a:gdLst/>
                <a:ahLst/>
                <a:cxnLst>
                  <a:cxn ang="0">
                    <a:pos x="32" y="17"/>
                  </a:cxn>
                  <a:cxn ang="0">
                    <a:pos x="32" y="17"/>
                  </a:cxn>
                  <a:cxn ang="0">
                    <a:pos x="31" y="22"/>
                  </a:cxn>
                  <a:cxn ang="0">
                    <a:pos x="28" y="28"/>
                  </a:cxn>
                  <a:cxn ang="0">
                    <a:pos x="22" y="31"/>
                  </a:cxn>
                  <a:cxn ang="0">
                    <a:pos x="16" y="33"/>
                  </a:cxn>
                  <a:cxn ang="0">
                    <a:pos x="16" y="33"/>
                  </a:cxn>
                  <a:cxn ang="0">
                    <a:pos x="9" y="31"/>
                  </a:cxn>
                  <a:cxn ang="0">
                    <a:pos x="4" y="28"/>
                  </a:cxn>
                  <a:cxn ang="0">
                    <a:pos x="0" y="22"/>
                  </a:cxn>
                  <a:cxn ang="0">
                    <a:pos x="0" y="17"/>
                  </a:cxn>
                  <a:cxn ang="0">
                    <a:pos x="0" y="17"/>
                  </a:cxn>
                  <a:cxn ang="0">
                    <a:pos x="0" y="11"/>
                  </a:cxn>
                  <a:cxn ang="0">
                    <a:pos x="4" y="5"/>
                  </a:cxn>
                  <a:cxn ang="0">
                    <a:pos x="9" y="2"/>
                  </a:cxn>
                  <a:cxn ang="0">
                    <a:pos x="16" y="0"/>
                  </a:cxn>
                  <a:cxn ang="0">
                    <a:pos x="16" y="0"/>
                  </a:cxn>
                  <a:cxn ang="0">
                    <a:pos x="22" y="2"/>
                  </a:cxn>
                  <a:cxn ang="0">
                    <a:pos x="28" y="5"/>
                  </a:cxn>
                  <a:cxn ang="0">
                    <a:pos x="31" y="11"/>
                  </a:cxn>
                  <a:cxn ang="0">
                    <a:pos x="32" y="17"/>
                  </a:cxn>
                  <a:cxn ang="0">
                    <a:pos x="32" y="17"/>
                  </a:cxn>
                </a:cxnLst>
                <a:rect l="0" t="0" r="r" b="b"/>
                <a:pathLst>
                  <a:path w="32" h="33">
                    <a:moveTo>
                      <a:pt x="32" y="17"/>
                    </a:moveTo>
                    <a:lnTo>
                      <a:pt x="32" y="17"/>
                    </a:lnTo>
                    <a:lnTo>
                      <a:pt x="31" y="22"/>
                    </a:lnTo>
                    <a:lnTo>
                      <a:pt x="28" y="28"/>
                    </a:lnTo>
                    <a:lnTo>
                      <a:pt x="22" y="31"/>
                    </a:lnTo>
                    <a:lnTo>
                      <a:pt x="16" y="33"/>
                    </a:lnTo>
                    <a:lnTo>
                      <a:pt x="16" y="33"/>
                    </a:lnTo>
                    <a:lnTo>
                      <a:pt x="9" y="31"/>
                    </a:lnTo>
                    <a:lnTo>
                      <a:pt x="4" y="28"/>
                    </a:lnTo>
                    <a:lnTo>
                      <a:pt x="0" y="22"/>
                    </a:lnTo>
                    <a:lnTo>
                      <a:pt x="0" y="17"/>
                    </a:lnTo>
                    <a:lnTo>
                      <a:pt x="0" y="17"/>
                    </a:lnTo>
                    <a:lnTo>
                      <a:pt x="0" y="11"/>
                    </a:lnTo>
                    <a:lnTo>
                      <a:pt x="4" y="5"/>
                    </a:lnTo>
                    <a:lnTo>
                      <a:pt x="9" y="2"/>
                    </a:lnTo>
                    <a:lnTo>
                      <a:pt x="16" y="0"/>
                    </a:lnTo>
                    <a:lnTo>
                      <a:pt x="16" y="0"/>
                    </a:lnTo>
                    <a:lnTo>
                      <a:pt x="22" y="2"/>
                    </a:lnTo>
                    <a:lnTo>
                      <a:pt x="28" y="5"/>
                    </a:lnTo>
                    <a:lnTo>
                      <a:pt x="31" y="11"/>
                    </a:lnTo>
                    <a:lnTo>
                      <a:pt x="32" y="17"/>
                    </a:lnTo>
                    <a:lnTo>
                      <a:pt x="32"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7" name="Freeform 46"/>
              <p:cNvSpPr>
                <a:spLocks/>
              </p:cNvSpPr>
              <p:nvPr/>
            </p:nvSpPr>
            <p:spPr bwMode="auto">
              <a:xfrm>
                <a:off x="7484055" y="4361472"/>
                <a:ext cx="29349" cy="29349"/>
              </a:xfrm>
              <a:custGeom>
                <a:avLst/>
                <a:gdLst/>
                <a:ahLst/>
                <a:cxnLst>
                  <a:cxn ang="0">
                    <a:pos x="32" y="16"/>
                  </a:cxn>
                  <a:cxn ang="0">
                    <a:pos x="32" y="16"/>
                  </a:cxn>
                  <a:cxn ang="0">
                    <a:pos x="31" y="22"/>
                  </a:cxn>
                  <a:cxn ang="0">
                    <a:pos x="28" y="28"/>
                  </a:cxn>
                  <a:cxn ang="0">
                    <a:pos x="22" y="31"/>
                  </a:cxn>
                  <a:cxn ang="0">
                    <a:pos x="16" y="33"/>
                  </a:cxn>
                  <a:cxn ang="0">
                    <a:pos x="16" y="33"/>
                  </a:cxn>
                  <a:cxn ang="0">
                    <a:pos x="10" y="31"/>
                  </a:cxn>
                  <a:cxn ang="0">
                    <a:pos x="5" y="28"/>
                  </a:cxn>
                  <a:cxn ang="0">
                    <a:pos x="2" y="22"/>
                  </a:cxn>
                  <a:cxn ang="0">
                    <a:pos x="0" y="16"/>
                  </a:cxn>
                  <a:cxn ang="0">
                    <a:pos x="0" y="16"/>
                  </a:cxn>
                  <a:cxn ang="0">
                    <a:pos x="2" y="11"/>
                  </a:cxn>
                  <a:cxn ang="0">
                    <a:pos x="5" y="5"/>
                  </a:cxn>
                  <a:cxn ang="0">
                    <a:pos x="10" y="2"/>
                  </a:cxn>
                  <a:cxn ang="0">
                    <a:pos x="16" y="0"/>
                  </a:cxn>
                  <a:cxn ang="0">
                    <a:pos x="16" y="0"/>
                  </a:cxn>
                  <a:cxn ang="0">
                    <a:pos x="22" y="2"/>
                  </a:cxn>
                  <a:cxn ang="0">
                    <a:pos x="28" y="5"/>
                  </a:cxn>
                  <a:cxn ang="0">
                    <a:pos x="31" y="11"/>
                  </a:cxn>
                  <a:cxn ang="0">
                    <a:pos x="32" y="16"/>
                  </a:cxn>
                  <a:cxn ang="0">
                    <a:pos x="32" y="16"/>
                  </a:cxn>
                </a:cxnLst>
                <a:rect l="0" t="0" r="r" b="b"/>
                <a:pathLst>
                  <a:path w="32" h="33">
                    <a:moveTo>
                      <a:pt x="32" y="16"/>
                    </a:moveTo>
                    <a:lnTo>
                      <a:pt x="32" y="16"/>
                    </a:lnTo>
                    <a:lnTo>
                      <a:pt x="31" y="22"/>
                    </a:lnTo>
                    <a:lnTo>
                      <a:pt x="28" y="28"/>
                    </a:lnTo>
                    <a:lnTo>
                      <a:pt x="22" y="31"/>
                    </a:lnTo>
                    <a:lnTo>
                      <a:pt x="16" y="33"/>
                    </a:lnTo>
                    <a:lnTo>
                      <a:pt x="16" y="33"/>
                    </a:lnTo>
                    <a:lnTo>
                      <a:pt x="10" y="31"/>
                    </a:lnTo>
                    <a:lnTo>
                      <a:pt x="5" y="28"/>
                    </a:lnTo>
                    <a:lnTo>
                      <a:pt x="2" y="22"/>
                    </a:lnTo>
                    <a:lnTo>
                      <a:pt x="0" y="16"/>
                    </a:lnTo>
                    <a:lnTo>
                      <a:pt x="0" y="16"/>
                    </a:lnTo>
                    <a:lnTo>
                      <a:pt x="2" y="11"/>
                    </a:lnTo>
                    <a:lnTo>
                      <a:pt x="5" y="5"/>
                    </a:lnTo>
                    <a:lnTo>
                      <a:pt x="10" y="2"/>
                    </a:lnTo>
                    <a:lnTo>
                      <a:pt x="16" y="0"/>
                    </a:lnTo>
                    <a:lnTo>
                      <a:pt x="16" y="0"/>
                    </a:lnTo>
                    <a:lnTo>
                      <a:pt x="22" y="2"/>
                    </a:lnTo>
                    <a:lnTo>
                      <a:pt x="28" y="5"/>
                    </a:lnTo>
                    <a:lnTo>
                      <a:pt x="31" y="11"/>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8" name="Freeform 47"/>
              <p:cNvSpPr>
                <a:spLocks/>
              </p:cNvSpPr>
              <p:nvPr/>
            </p:nvSpPr>
            <p:spPr bwMode="auto">
              <a:xfrm>
                <a:off x="7693166" y="4236739"/>
                <a:ext cx="29349" cy="31184"/>
              </a:xfrm>
              <a:custGeom>
                <a:avLst/>
                <a:gdLst/>
                <a:ahLst/>
                <a:cxnLst>
                  <a:cxn ang="0">
                    <a:pos x="32" y="17"/>
                  </a:cxn>
                  <a:cxn ang="0">
                    <a:pos x="32" y="17"/>
                  </a:cxn>
                  <a:cxn ang="0">
                    <a:pos x="31" y="23"/>
                  </a:cxn>
                  <a:cxn ang="0">
                    <a:pos x="28" y="29"/>
                  </a:cxn>
                  <a:cxn ang="0">
                    <a:pos x="22" y="32"/>
                  </a:cxn>
                  <a:cxn ang="0">
                    <a:pos x="16" y="33"/>
                  </a:cxn>
                  <a:cxn ang="0">
                    <a:pos x="16" y="33"/>
                  </a:cxn>
                  <a:cxn ang="0">
                    <a:pos x="10" y="32"/>
                  </a:cxn>
                  <a:cxn ang="0">
                    <a:pos x="4" y="29"/>
                  </a:cxn>
                  <a:cxn ang="0">
                    <a:pos x="2" y="23"/>
                  </a:cxn>
                  <a:cxn ang="0">
                    <a:pos x="0" y="17"/>
                  </a:cxn>
                  <a:cxn ang="0">
                    <a:pos x="0" y="17"/>
                  </a:cxn>
                  <a:cxn ang="0">
                    <a:pos x="2"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9"/>
                    </a:lnTo>
                    <a:lnTo>
                      <a:pt x="22" y="32"/>
                    </a:lnTo>
                    <a:lnTo>
                      <a:pt x="16" y="33"/>
                    </a:lnTo>
                    <a:lnTo>
                      <a:pt x="16" y="33"/>
                    </a:lnTo>
                    <a:lnTo>
                      <a:pt x="10" y="32"/>
                    </a:lnTo>
                    <a:lnTo>
                      <a:pt x="4" y="29"/>
                    </a:lnTo>
                    <a:lnTo>
                      <a:pt x="2" y="23"/>
                    </a:lnTo>
                    <a:lnTo>
                      <a:pt x="0" y="17"/>
                    </a:lnTo>
                    <a:lnTo>
                      <a:pt x="0" y="17"/>
                    </a:lnTo>
                    <a:lnTo>
                      <a:pt x="2"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29" name="Freeform 48"/>
              <p:cNvSpPr>
                <a:spLocks/>
              </p:cNvSpPr>
              <p:nvPr/>
            </p:nvSpPr>
            <p:spPr bwMode="auto">
              <a:xfrm>
                <a:off x="7724348" y="4174373"/>
                <a:ext cx="29349" cy="29349"/>
              </a:xfrm>
              <a:custGeom>
                <a:avLst/>
                <a:gdLst/>
                <a:ahLst/>
                <a:cxnLst>
                  <a:cxn ang="0">
                    <a:pos x="32" y="16"/>
                  </a:cxn>
                  <a:cxn ang="0">
                    <a:pos x="32" y="16"/>
                  </a:cxn>
                  <a:cxn ang="0">
                    <a:pos x="30" y="22"/>
                  </a:cxn>
                  <a:cxn ang="0">
                    <a:pos x="27" y="28"/>
                  </a:cxn>
                  <a:cxn ang="0">
                    <a:pos x="21" y="31"/>
                  </a:cxn>
                  <a:cxn ang="0">
                    <a:pos x="16" y="32"/>
                  </a:cxn>
                  <a:cxn ang="0">
                    <a:pos x="16" y="32"/>
                  </a:cxn>
                  <a:cxn ang="0">
                    <a:pos x="10" y="31"/>
                  </a:cxn>
                  <a:cxn ang="0">
                    <a:pos x="4" y="28"/>
                  </a:cxn>
                  <a:cxn ang="0">
                    <a:pos x="1" y="22"/>
                  </a:cxn>
                  <a:cxn ang="0">
                    <a:pos x="0" y="16"/>
                  </a:cxn>
                  <a:cxn ang="0">
                    <a:pos x="0" y="16"/>
                  </a:cxn>
                  <a:cxn ang="0">
                    <a:pos x="1" y="11"/>
                  </a:cxn>
                  <a:cxn ang="0">
                    <a:pos x="4" y="5"/>
                  </a:cxn>
                  <a:cxn ang="0">
                    <a:pos x="10" y="2"/>
                  </a:cxn>
                  <a:cxn ang="0">
                    <a:pos x="16" y="0"/>
                  </a:cxn>
                  <a:cxn ang="0">
                    <a:pos x="16" y="0"/>
                  </a:cxn>
                  <a:cxn ang="0">
                    <a:pos x="21" y="2"/>
                  </a:cxn>
                  <a:cxn ang="0">
                    <a:pos x="27" y="5"/>
                  </a:cxn>
                  <a:cxn ang="0">
                    <a:pos x="30" y="11"/>
                  </a:cxn>
                  <a:cxn ang="0">
                    <a:pos x="32" y="16"/>
                  </a:cxn>
                  <a:cxn ang="0">
                    <a:pos x="32" y="16"/>
                  </a:cxn>
                </a:cxnLst>
                <a:rect l="0" t="0" r="r" b="b"/>
                <a:pathLst>
                  <a:path w="32" h="32">
                    <a:moveTo>
                      <a:pt x="32" y="16"/>
                    </a:moveTo>
                    <a:lnTo>
                      <a:pt x="32" y="16"/>
                    </a:lnTo>
                    <a:lnTo>
                      <a:pt x="30" y="22"/>
                    </a:lnTo>
                    <a:lnTo>
                      <a:pt x="27" y="28"/>
                    </a:lnTo>
                    <a:lnTo>
                      <a:pt x="21" y="31"/>
                    </a:lnTo>
                    <a:lnTo>
                      <a:pt x="16" y="32"/>
                    </a:lnTo>
                    <a:lnTo>
                      <a:pt x="16" y="32"/>
                    </a:lnTo>
                    <a:lnTo>
                      <a:pt x="10" y="31"/>
                    </a:lnTo>
                    <a:lnTo>
                      <a:pt x="4" y="28"/>
                    </a:lnTo>
                    <a:lnTo>
                      <a:pt x="1" y="22"/>
                    </a:lnTo>
                    <a:lnTo>
                      <a:pt x="0" y="16"/>
                    </a:lnTo>
                    <a:lnTo>
                      <a:pt x="0" y="16"/>
                    </a:lnTo>
                    <a:lnTo>
                      <a:pt x="1" y="11"/>
                    </a:lnTo>
                    <a:lnTo>
                      <a:pt x="4" y="5"/>
                    </a:lnTo>
                    <a:lnTo>
                      <a:pt x="10" y="2"/>
                    </a:lnTo>
                    <a:lnTo>
                      <a:pt x="16" y="0"/>
                    </a:lnTo>
                    <a:lnTo>
                      <a:pt x="16" y="0"/>
                    </a:lnTo>
                    <a:lnTo>
                      <a:pt x="21" y="2"/>
                    </a:lnTo>
                    <a:lnTo>
                      <a:pt x="27" y="5"/>
                    </a:lnTo>
                    <a:lnTo>
                      <a:pt x="30" y="11"/>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0" name="Freeform 49"/>
              <p:cNvSpPr>
                <a:spLocks/>
              </p:cNvSpPr>
              <p:nvPr/>
            </p:nvSpPr>
            <p:spPr bwMode="auto">
              <a:xfrm>
                <a:off x="7759200" y="4156030"/>
                <a:ext cx="31184" cy="29349"/>
              </a:xfrm>
              <a:custGeom>
                <a:avLst/>
                <a:gdLst/>
                <a:ahLst/>
                <a:cxnLst>
                  <a:cxn ang="0">
                    <a:pos x="32" y="16"/>
                  </a:cxn>
                  <a:cxn ang="0">
                    <a:pos x="32" y="16"/>
                  </a:cxn>
                  <a:cxn ang="0">
                    <a:pos x="31" y="22"/>
                  </a:cxn>
                  <a:cxn ang="0">
                    <a:pos x="28" y="28"/>
                  </a:cxn>
                  <a:cxn ang="0">
                    <a:pos x="22" y="31"/>
                  </a:cxn>
                  <a:cxn ang="0">
                    <a:pos x="16" y="32"/>
                  </a:cxn>
                  <a:cxn ang="0">
                    <a:pos x="16" y="32"/>
                  </a:cxn>
                  <a:cxn ang="0">
                    <a:pos x="10" y="31"/>
                  </a:cxn>
                  <a:cxn ang="0">
                    <a:pos x="4" y="28"/>
                  </a:cxn>
                  <a:cxn ang="0">
                    <a:pos x="1" y="22"/>
                  </a:cxn>
                  <a:cxn ang="0">
                    <a:pos x="0" y="16"/>
                  </a:cxn>
                  <a:cxn ang="0">
                    <a:pos x="0" y="16"/>
                  </a:cxn>
                  <a:cxn ang="0">
                    <a:pos x="1" y="10"/>
                  </a:cxn>
                  <a:cxn ang="0">
                    <a:pos x="4" y="4"/>
                  </a:cxn>
                  <a:cxn ang="0">
                    <a:pos x="10"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10" y="31"/>
                    </a:lnTo>
                    <a:lnTo>
                      <a:pt x="4" y="28"/>
                    </a:lnTo>
                    <a:lnTo>
                      <a:pt x="1" y="22"/>
                    </a:lnTo>
                    <a:lnTo>
                      <a:pt x="0" y="16"/>
                    </a:lnTo>
                    <a:lnTo>
                      <a:pt x="0" y="16"/>
                    </a:lnTo>
                    <a:lnTo>
                      <a:pt x="1" y="10"/>
                    </a:lnTo>
                    <a:lnTo>
                      <a:pt x="4" y="4"/>
                    </a:lnTo>
                    <a:lnTo>
                      <a:pt x="10"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1" name="Freeform 50"/>
              <p:cNvSpPr>
                <a:spLocks/>
              </p:cNvSpPr>
              <p:nvPr/>
            </p:nvSpPr>
            <p:spPr bwMode="auto">
              <a:xfrm>
                <a:off x="7759200" y="4194551"/>
                <a:ext cx="31184" cy="29349"/>
              </a:xfrm>
              <a:custGeom>
                <a:avLst/>
                <a:gdLst/>
                <a:ahLst/>
                <a:cxnLst>
                  <a:cxn ang="0">
                    <a:pos x="34" y="16"/>
                  </a:cxn>
                  <a:cxn ang="0">
                    <a:pos x="34" y="16"/>
                  </a:cxn>
                  <a:cxn ang="0">
                    <a:pos x="32" y="24"/>
                  </a:cxn>
                  <a:cxn ang="0">
                    <a:pos x="28" y="28"/>
                  </a:cxn>
                  <a:cxn ang="0">
                    <a:pos x="23" y="32"/>
                  </a:cxn>
                  <a:cxn ang="0">
                    <a:pos x="17" y="34"/>
                  </a:cxn>
                  <a:cxn ang="0">
                    <a:pos x="17" y="34"/>
                  </a:cxn>
                  <a:cxn ang="0">
                    <a:pos x="10" y="32"/>
                  </a:cxn>
                  <a:cxn ang="0">
                    <a:pos x="6" y="28"/>
                  </a:cxn>
                  <a:cxn ang="0">
                    <a:pos x="1" y="24"/>
                  </a:cxn>
                  <a:cxn ang="0">
                    <a:pos x="0" y="16"/>
                  </a:cxn>
                  <a:cxn ang="0">
                    <a:pos x="0" y="16"/>
                  </a:cxn>
                  <a:cxn ang="0">
                    <a:pos x="1" y="10"/>
                  </a:cxn>
                  <a:cxn ang="0">
                    <a:pos x="6" y="5"/>
                  </a:cxn>
                  <a:cxn ang="0">
                    <a:pos x="10" y="2"/>
                  </a:cxn>
                  <a:cxn ang="0">
                    <a:pos x="17" y="0"/>
                  </a:cxn>
                  <a:cxn ang="0">
                    <a:pos x="17" y="0"/>
                  </a:cxn>
                  <a:cxn ang="0">
                    <a:pos x="23" y="2"/>
                  </a:cxn>
                  <a:cxn ang="0">
                    <a:pos x="28" y="5"/>
                  </a:cxn>
                  <a:cxn ang="0">
                    <a:pos x="32" y="10"/>
                  </a:cxn>
                  <a:cxn ang="0">
                    <a:pos x="34" y="16"/>
                  </a:cxn>
                  <a:cxn ang="0">
                    <a:pos x="34" y="16"/>
                  </a:cxn>
                </a:cxnLst>
                <a:rect l="0" t="0" r="r" b="b"/>
                <a:pathLst>
                  <a:path w="34" h="34">
                    <a:moveTo>
                      <a:pt x="34" y="16"/>
                    </a:moveTo>
                    <a:lnTo>
                      <a:pt x="34" y="16"/>
                    </a:lnTo>
                    <a:lnTo>
                      <a:pt x="32" y="24"/>
                    </a:lnTo>
                    <a:lnTo>
                      <a:pt x="28" y="28"/>
                    </a:lnTo>
                    <a:lnTo>
                      <a:pt x="23" y="32"/>
                    </a:lnTo>
                    <a:lnTo>
                      <a:pt x="17" y="34"/>
                    </a:lnTo>
                    <a:lnTo>
                      <a:pt x="17" y="34"/>
                    </a:lnTo>
                    <a:lnTo>
                      <a:pt x="10" y="32"/>
                    </a:lnTo>
                    <a:lnTo>
                      <a:pt x="6" y="28"/>
                    </a:lnTo>
                    <a:lnTo>
                      <a:pt x="1" y="24"/>
                    </a:lnTo>
                    <a:lnTo>
                      <a:pt x="0" y="16"/>
                    </a:lnTo>
                    <a:lnTo>
                      <a:pt x="0" y="16"/>
                    </a:lnTo>
                    <a:lnTo>
                      <a:pt x="1" y="10"/>
                    </a:lnTo>
                    <a:lnTo>
                      <a:pt x="6" y="5"/>
                    </a:lnTo>
                    <a:lnTo>
                      <a:pt x="10" y="2"/>
                    </a:lnTo>
                    <a:lnTo>
                      <a:pt x="17" y="0"/>
                    </a:lnTo>
                    <a:lnTo>
                      <a:pt x="17" y="0"/>
                    </a:lnTo>
                    <a:lnTo>
                      <a:pt x="23" y="2"/>
                    </a:lnTo>
                    <a:lnTo>
                      <a:pt x="28" y="5"/>
                    </a:lnTo>
                    <a:lnTo>
                      <a:pt x="32" y="10"/>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2" name="Freeform 51"/>
              <p:cNvSpPr>
                <a:spLocks/>
              </p:cNvSpPr>
              <p:nvPr/>
            </p:nvSpPr>
            <p:spPr bwMode="auto">
              <a:xfrm>
                <a:off x="7839910" y="4234906"/>
                <a:ext cx="29349" cy="29349"/>
              </a:xfrm>
              <a:custGeom>
                <a:avLst/>
                <a:gdLst/>
                <a:ahLst/>
                <a:cxnLst>
                  <a:cxn ang="0">
                    <a:pos x="33" y="16"/>
                  </a:cxn>
                  <a:cxn ang="0">
                    <a:pos x="33" y="16"/>
                  </a:cxn>
                  <a:cxn ang="0">
                    <a:pos x="33" y="22"/>
                  </a:cxn>
                  <a:cxn ang="0">
                    <a:pos x="28" y="28"/>
                  </a:cxn>
                  <a:cxn ang="0">
                    <a:pos x="24" y="31"/>
                  </a:cxn>
                  <a:cxn ang="0">
                    <a:pos x="16" y="33"/>
                  </a:cxn>
                  <a:cxn ang="0">
                    <a:pos x="16" y="33"/>
                  </a:cxn>
                  <a:cxn ang="0">
                    <a:pos x="11" y="31"/>
                  </a:cxn>
                  <a:cxn ang="0">
                    <a:pos x="5" y="28"/>
                  </a:cxn>
                  <a:cxn ang="0">
                    <a:pos x="2" y="22"/>
                  </a:cxn>
                  <a:cxn ang="0">
                    <a:pos x="0" y="16"/>
                  </a:cxn>
                  <a:cxn ang="0">
                    <a:pos x="0" y="16"/>
                  </a:cxn>
                  <a:cxn ang="0">
                    <a:pos x="2" y="11"/>
                  </a:cxn>
                  <a:cxn ang="0">
                    <a:pos x="5" y="5"/>
                  </a:cxn>
                  <a:cxn ang="0">
                    <a:pos x="11" y="2"/>
                  </a:cxn>
                  <a:cxn ang="0">
                    <a:pos x="16" y="0"/>
                  </a:cxn>
                  <a:cxn ang="0">
                    <a:pos x="16" y="0"/>
                  </a:cxn>
                  <a:cxn ang="0">
                    <a:pos x="24" y="2"/>
                  </a:cxn>
                  <a:cxn ang="0">
                    <a:pos x="28" y="5"/>
                  </a:cxn>
                  <a:cxn ang="0">
                    <a:pos x="33" y="11"/>
                  </a:cxn>
                  <a:cxn ang="0">
                    <a:pos x="33" y="16"/>
                  </a:cxn>
                  <a:cxn ang="0">
                    <a:pos x="33" y="16"/>
                  </a:cxn>
                </a:cxnLst>
                <a:rect l="0" t="0" r="r" b="b"/>
                <a:pathLst>
                  <a:path w="33" h="33">
                    <a:moveTo>
                      <a:pt x="33" y="16"/>
                    </a:moveTo>
                    <a:lnTo>
                      <a:pt x="33" y="16"/>
                    </a:lnTo>
                    <a:lnTo>
                      <a:pt x="33" y="22"/>
                    </a:lnTo>
                    <a:lnTo>
                      <a:pt x="28" y="28"/>
                    </a:lnTo>
                    <a:lnTo>
                      <a:pt x="24" y="31"/>
                    </a:lnTo>
                    <a:lnTo>
                      <a:pt x="16" y="33"/>
                    </a:lnTo>
                    <a:lnTo>
                      <a:pt x="16" y="33"/>
                    </a:lnTo>
                    <a:lnTo>
                      <a:pt x="11" y="31"/>
                    </a:lnTo>
                    <a:lnTo>
                      <a:pt x="5" y="28"/>
                    </a:lnTo>
                    <a:lnTo>
                      <a:pt x="2" y="22"/>
                    </a:lnTo>
                    <a:lnTo>
                      <a:pt x="0" y="16"/>
                    </a:lnTo>
                    <a:lnTo>
                      <a:pt x="0" y="16"/>
                    </a:lnTo>
                    <a:lnTo>
                      <a:pt x="2" y="11"/>
                    </a:lnTo>
                    <a:lnTo>
                      <a:pt x="5" y="5"/>
                    </a:lnTo>
                    <a:lnTo>
                      <a:pt x="11" y="2"/>
                    </a:lnTo>
                    <a:lnTo>
                      <a:pt x="16" y="0"/>
                    </a:lnTo>
                    <a:lnTo>
                      <a:pt x="16" y="0"/>
                    </a:lnTo>
                    <a:lnTo>
                      <a:pt x="24" y="2"/>
                    </a:lnTo>
                    <a:lnTo>
                      <a:pt x="28" y="5"/>
                    </a:lnTo>
                    <a:lnTo>
                      <a:pt x="33" y="11"/>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3" name="Freeform 52"/>
              <p:cNvSpPr>
                <a:spLocks/>
              </p:cNvSpPr>
              <p:nvPr/>
            </p:nvSpPr>
            <p:spPr bwMode="auto">
              <a:xfrm>
                <a:off x="7801389" y="4212894"/>
                <a:ext cx="29349" cy="29349"/>
              </a:xfrm>
              <a:custGeom>
                <a:avLst/>
                <a:gdLst/>
                <a:ahLst/>
                <a:cxnLst>
                  <a:cxn ang="0">
                    <a:pos x="32" y="16"/>
                  </a:cxn>
                  <a:cxn ang="0">
                    <a:pos x="32" y="16"/>
                  </a:cxn>
                  <a:cxn ang="0">
                    <a:pos x="32" y="22"/>
                  </a:cxn>
                  <a:cxn ang="0">
                    <a:pos x="28" y="27"/>
                  </a:cxn>
                  <a:cxn ang="0">
                    <a:pos x="23" y="30"/>
                  </a:cxn>
                  <a:cxn ang="0">
                    <a:pos x="16" y="32"/>
                  </a:cxn>
                  <a:cxn ang="0">
                    <a:pos x="16" y="32"/>
                  </a:cxn>
                  <a:cxn ang="0">
                    <a:pos x="10" y="30"/>
                  </a:cxn>
                  <a:cxn ang="0">
                    <a:pos x="5" y="27"/>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2" y="10"/>
                  </a:cxn>
                  <a:cxn ang="0">
                    <a:pos x="32" y="16"/>
                  </a:cxn>
                  <a:cxn ang="0">
                    <a:pos x="32" y="16"/>
                  </a:cxn>
                </a:cxnLst>
                <a:rect l="0" t="0" r="r" b="b"/>
                <a:pathLst>
                  <a:path w="32" h="32">
                    <a:moveTo>
                      <a:pt x="32" y="16"/>
                    </a:moveTo>
                    <a:lnTo>
                      <a:pt x="32" y="16"/>
                    </a:lnTo>
                    <a:lnTo>
                      <a:pt x="32" y="22"/>
                    </a:lnTo>
                    <a:lnTo>
                      <a:pt x="28" y="27"/>
                    </a:lnTo>
                    <a:lnTo>
                      <a:pt x="23" y="30"/>
                    </a:lnTo>
                    <a:lnTo>
                      <a:pt x="16" y="32"/>
                    </a:lnTo>
                    <a:lnTo>
                      <a:pt x="16" y="32"/>
                    </a:lnTo>
                    <a:lnTo>
                      <a:pt x="10" y="30"/>
                    </a:lnTo>
                    <a:lnTo>
                      <a:pt x="5" y="27"/>
                    </a:lnTo>
                    <a:lnTo>
                      <a:pt x="2" y="22"/>
                    </a:lnTo>
                    <a:lnTo>
                      <a:pt x="0" y="16"/>
                    </a:lnTo>
                    <a:lnTo>
                      <a:pt x="0" y="16"/>
                    </a:lnTo>
                    <a:lnTo>
                      <a:pt x="2" y="10"/>
                    </a:lnTo>
                    <a:lnTo>
                      <a:pt x="5" y="4"/>
                    </a:lnTo>
                    <a:lnTo>
                      <a:pt x="10" y="1"/>
                    </a:lnTo>
                    <a:lnTo>
                      <a:pt x="16" y="0"/>
                    </a:lnTo>
                    <a:lnTo>
                      <a:pt x="16" y="0"/>
                    </a:lnTo>
                    <a:lnTo>
                      <a:pt x="23" y="1"/>
                    </a:lnTo>
                    <a:lnTo>
                      <a:pt x="28" y="4"/>
                    </a:lnTo>
                    <a:lnTo>
                      <a:pt x="32"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4" name="Freeform 53"/>
              <p:cNvSpPr>
                <a:spLocks/>
              </p:cNvSpPr>
              <p:nvPr/>
            </p:nvSpPr>
            <p:spPr bwMode="auto">
              <a:xfrm>
                <a:off x="7792218" y="4115675"/>
                <a:ext cx="29349" cy="29349"/>
              </a:xfrm>
              <a:custGeom>
                <a:avLst/>
                <a:gdLst/>
                <a:ahLst/>
                <a:cxnLst>
                  <a:cxn ang="0">
                    <a:pos x="32" y="16"/>
                  </a:cxn>
                  <a:cxn ang="0">
                    <a:pos x="32" y="16"/>
                  </a:cxn>
                  <a:cxn ang="0">
                    <a:pos x="31" y="24"/>
                  </a:cxn>
                  <a:cxn ang="0">
                    <a:pos x="28" y="28"/>
                  </a:cxn>
                  <a:cxn ang="0">
                    <a:pos x="22" y="32"/>
                  </a:cxn>
                  <a:cxn ang="0">
                    <a:pos x="16" y="34"/>
                  </a:cxn>
                  <a:cxn ang="0">
                    <a:pos x="16" y="34"/>
                  </a:cxn>
                  <a:cxn ang="0">
                    <a:pos x="10" y="32"/>
                  </a:cxn>
                  <a:cxn ang="0">
                    <a:pos x="4" y="28"/>
                  </a:cxn>
                  <a:cxn ang="0">
                    <a:pos x="1" y="24"/>
                  </a:cxn>
                  <a:cxn ang="0">
                    <a:pos x="0" y="16"/>
                  </a:cxn>
                  <a:cxn ang="0">
                    <a:pos x="0" y="16"/>
                  </a:cxn>
                  <a:cxn ang="0">
                    <a:pos x="1" y="11"/>
                  </a:cxn>
                  <a:cxn ang="0">
                    <a:pos x="4" y="6"/>
                  </a:cxn>
                  <a:cxn ang="0">
                    <a:pos x="10" y="2"/>
                  </a:cxn>
                  <a:cxn ang="0">
                    <a:pos x="16" y="0"/>
                  </a:cxn>
                  <a:cxn ang="0">
                    <a:pos x="16" y="0"/>
                  </a:cxn>
                  <a:cxn ang="0">
                    <a:pos x="22" y="2"/>
                  </a:cxn>
                  <a:cxn ang="0">
                    <a:pos x="28" y="6"/>
                  </a:cxn>
                  <a:cxn ang="0">
                    <a:pos x="31" y="11"/>
                  </a:cxn>
                  <a:cxn ang="0">
                    <a:pos x="32" y="16"/>
                  </a:cxn>
                  <a:cxn ang="0">
                    <a:pos x="32" y="16"/>
                  </a:cxn>
                </a:cxnLst>
                <a:rect l="0" t="0" r="r" b="b"/>
                <a:pathLst>
                  <a:path w="32" h="34">
                    <a:moveTo>
                      <a:pt x="32" y="16"/>
                    </a:moveTo>
                    <a:lnTo>
                      <a:pt x="32" y="16"/>
                    </a:lnTo>
                    <a:lnTo>
                      <a:pt x="31" y="24"/>
                    </a:lnTo>
                    <a:lnTo>
                      <a:pt x="28" y="28"/>
                    </a:lnTo>
                    <a:lnTo>
                      <a:pt x="22" y="32"/>
                    </a:lnTo>
                    <a:lnTo>
                      <a:pt x="16" y="34"/>
                    </a:lnTo>
                    <a:lnTo>
                      <a:pt x="16" y="34"/>
                    </a:lnTo>
                    <a:lnTo>
                      <a:pt x="10" y="32"/>
                    </a:lnTo>
                    <a:lnTo>
                      <a:pt x="4" y="28"/>
                    </a:lnTo>
                    <a:lnTo>
                      <a:pt x="1" y="24"/>
                    </a:lnTo>
                    <a:lnTo>
                      <a:pt x="0" y="16"/>
                    </a:lnTo>
                    <a:lnTo>
                      <a:pt x="0" y="16"/>
                    </a:lnTo>
                    <a:lnTo>
                      <a:pt x="1" y="11"/>
                    </a:lnTo>
                    <a:lnTo>
                      <a:pt x="4" y="6"/>
                    </a:lnTo>
                    <a:lnTo>
                      <a:pt x="10" y="2"/>
                    </a:lnTo>
                    <a:lnTo>
                      <a:pt x="16" y="0"/>
                    </a:lnTo>
                    <a:lnTo>
                      <a:pt x="16" y="0"/>
                    </a:lnTo>
                    <a:lnTo>
                      <a:pt x="22" y="2"/>
                    </a:lnTo>
                    <a:lnTo>
                      <a:pt x="28" y="6"/>
                    </a:lnTo>
                    <a:lnTo>
                      <a:pt x="31" y="11"/>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5" name="Freeform 54"/>
              <p:cNvSpPr>
                <a:spLocks/>
              </p:cNvSpPr>
              <p:nvPr/>
            </p:nvSpPr>
            <p:spPr bwMode="auto">
              <a:xfrm>
                <a:off x="7839910" y="4194551"/>
                <a:ext cx="29349" cy="29349"/>
              </a:xfrm>
              <a:custGeom>
                <a:avLst/>
                <a:gdLst/>
                <a:ahLst/>
                <a:cxnLst>
                  <a:cxn ang="0">
                    <a:pos x="33" y="16"/>
                  </a:cxn>
                  <a:cxn ang="0">
                    <a:pos x="33" y="16"/>
                  </a:cxn>
                  <a:cxn ang="0">
                    <a:pos x="33" y="23"/>
                  </a:cxn>
                  <a:cxn ang="0">
                    <a:pos x="28" y="27"/>
                  </a:cxn>
                  <a:cxn ang="0">
                    <a:pos x="24" y="32"/>
                  </a:cxn>
                  <a:cxn ang="0">
                    <a:pos x="16" y="32"/>
                  </a:cxn>
                  <a:cxn ang="0">
                    <a:pos x="16" y="32"/>
                  </a:cxn>
                  <a:cxn ang="0">
                    <a:pos x="11" y="32"/>
                  </a:cxn>
                  <a:cxn ang="0">
                    <a:pos x="5" y="27"/>
                  </a:cxn>
                  <a:cxn ang="0">
                    <a:pos x="2" y="23"/>
                  </a:cxn>
                  <a:cxn ang="0">
                    <a:pos x="0" y="16"/>
                  </a:cxn>
                  <a:cxn ang="0">
                    <a:pos x="0" y="16"/>
                  </a:cxn>
                  <a:cxn ang="0">
                    <a:pos x="2" y="10"/>
                  </a:cxn>
                  <a:cxn ang="0">
                    <a:pos x="5" y="4"/>
                  </a:cxn>
                  <a:cxn ang="0">
                    <a:pos x="11" y="1"/>
                  </a:cxn>
                  <a:cxn ang="0">
                    <a:pos x="16" y="0"/>
                  </a:cxn>
                  <a:cxn ang="0">
                    <a:pos x="16" y="0"/>
                  </a:cxn>
                  <a:cxn ang="0">
                    <a:pos x="24" y="1"/>
                  </a:cxn>
                  <a:cxn ang="0">
                    <a:pos x="28" y="4"/>
                  </a:cxn>
                  <a:cxn ang="0">
                    <a:pos x="33" y="10"/>
                  </a:cxn>
                  <a:cxn ang="0">
                    <a:pos x="33" y="16"/>
                  </a:cxn>
                  <a:cxn ang="0">
                    <a:pos x="33" y="16"/>
                  </a:cxn>
                </a:cxnLst>
                <a:rect l="0" t="0" r="r" b="b"/>
                <a:pathLst>
                  <a:path w="33" h="32">
                    <a:moveTo>
                      <a:pt x="33" y="16"/>
                    </a:moveTo>
                    <a:lnTo>
                      <a:pt x="33" y="16"/>
                    </a:lnTo>
                    <a:lnTo>
                      <a:pt x="33" y="23"/>
                    </a:lnTo>
                    <a:lnTo>
                      <a:pt x="28" y="27"/>
                    </a:lnTo>
                    <a:lnTo>
                      <a:pt x="24" y="32"/>
                    </a:lnTo>
                    <a:lnTo>
                      <a:pt x="16" y="32"/>
                    </a:lnTo>
                    <a:lnTo>
                      <a:pt x="16" y="32"/>
                    </a:lnTo>
                    <a:lnTo>
                      <a:pt x="11" y="32"/>
                    </a:lnTo>
                    <a:lnTo>
                      <a:pt x="5" y="27"/>
                    </a:lnTo>
                    <a:lnTo>
                      <a:pt x="2" y="23"/>
                    </a:lnTo>
                    <a:lnTo>
                      <a:pt x="0" y="16"/>
                    </a:lnTo>
                    <a:lnTo>
                      <a:pt x="0" y="16"/>
                    </a:lnTo>
                    <a:lnTo>
                      <a:pt x="2" y="10"/>
                    </a:lnTo>
                    <a:lnTo>
                      <a:pt x="5" y="4"/>
                    </a:lnTo>
                    <a:lnTo>
                      <a:pt x="11" y="1"/>
                    </a:lnTo>
                    <a:lnTo>
                      <a:pt x="16" y="0"/>
                    </a:lnTo>
                    <a:lnTo>
                      <a:pt x="16" y="0"/>
                    </a:lnTo>
                    <a:lnTo>
                      <a:pt x="24" y="1"/>
                    </a:lnTo>
                    <a:lnTo>
                      <a:pt x="28" y="4"/>
                    </a:lnTo>
                    <a:lnTo>
                      <a:pt x="33"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6" name="Freeform 55"/>
              <p:cNvSpPr>
                <a:spLocks/>
              </p:cNvSpPr>
              <p:nvPr/>
            </p:nvSpPr>
            <p:spPr bwMode="auto">
              <a:xfrm>
                <a:off x="7797720" y="4159699"/>
                <a:ext cx="29349" cy="31184"/>
              </a:xfrm>
              <a:custGeom>
                <a:avLst/>
                <a:gdLst/>
                <a:ahLst/>
                <a:cxnLst>
                  <a:cxn ang="0">
                    <a:pos x="32" y="16"/>
                  </a:cxn>
                  <a:cxn ang="0">
                    <a:pos x="32" y="16"/>
                  </a:cxn>
                  <a:cxn ang="0">
                    <a:pos x="30" y="23"/>
                  </a:cxn>
                  <a:cxn ang="0">
                    <a:pos x="27" y="28"/>
                  </a:cxn>
                  <a:cxn ang="0">
                    <a:pos x="22" y="32"/>
                  </a:cxn>
                  <a:cxn ang="0">
                    <a:pos x="16" y="33"/>
                  </a:cxn>
                  <a:cxn ang="0">
                    <a:pos x="16" y="33"/>
                  </a:cxn>
                  <a:cxn ang="0">
                    <a:pos x="10" y="32"/>
                  </a:cxn>
                  <a:cxn ang="0">
                    <a:pos x="4" y="28"/>
                  </a:cxn>
                  <a:cxn ang="0">
                    <a:pos x="1" y="23"/>
                  </a:cxn>
                  <a:cxn ang="0">
                    <a:pos x="0" y="16"/>
                  </a:cxn>
                  <a:cxn ang="0">
                    <a:pos x="0" y="16"/>
                  </a:cxn>
                  <a:cxn ang="0">
                    <a:pos x="1" y="10"/>
                  </a:cxn>
                  <a:cxn ang="0">
                    <a:pos x="4" y="4"/>
                  </a:cxn>
                  <a:cxn ang="0">
                    <a:pos x="10" y="1"/>
                  </a:cxn>
                  <a:cxn ang="0">
                    <a:pos x="16" y="0"/>
                  </a:cxn>
                  <a:cxn ang="0">
                    <a:pos x="16" y="0"/>
                  </a:cxn>
                  <a:cxn ang="0">
                    <a:pos x="22" y="1"/>
                  </a:cxn>
                  <a:cxn ang="0">
                    <a:pos x="27" y="4"/>
                  </a:cxn>
                  <a:cxn ang="0">
                    <a:pos x="30" y="10"/>
                  </a:cxn>
                  <a:cxn ang="0">
                    <a:pos x="32" y="16"/>
                  </a:cxn>
                  <a:cxn ang="0">
                    <a:pos x="32" y="16"/>
                  </a:cxn>
                </a:cxnLst>
                <a:rect l="0" t="0" r="r" b="b"/>
                <a:pathLst>
                  <a:path w="32" h="33">
                    <a:moveTo>
                      <a:pt x="32" y="16"/>
                    </a:moveTo>
                    <a:lnTo>
                      <a:pt x="32" y="16"/>
                    </a:lnTo>
                    <a:lnTo>
                      <a:pt x="30" y="23"/>
                    </a:lnTo>
                    <a:lnTo>
                      <a:pt x="27" y="28"/>
                    </a:lnTo>
                    <a:lnTo>
                      <a:pt x="22" y="32"/>
                    </a:lnTo>
                    <a:lnTo>
                      <a:pt x="16" y="33"/>
                    </a:lnTo>
                    <a:lnTo>
                      <a:pt x="16" y="33"/>
                    </a:lnTo>
                    <a:lnTo>
                      <a:pt x="10" y="32"/>
                    </a:lnTo>
                    <a:lnTo>
                      <a:pt x="4" y="28"/>
                    </a:lnTo>
                    <a:lnTo>
                      <a:pt x="1" y="23"/>
                    </a:lnTo>
                    <a:lnTo>
                      <a:pt x="0" y="16"/>
                    </a:lnTo>
                    <a:lnTo>
                      <a:pt x="0" y="16"/>
                    </a:lnTo>
                    <a:lnTo>
                      <a:pt x="1" y="10"/>
                    </a:lnTo>
                    <a:lnTo>
                      <a:pt x="4" y="4"/>
                    </a:lnTo>
                    <a:lnTo>
                      <a:pt x="10"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7" name="Freeform 56"/>
              <p:cNvSpPr>
                <a:spLocks/>
              </p:cNvSpPr>
              <p:nvPr/>
            </p:nvSpPr>
            <p:spPr bwMode="auto">
              <a:xfrm>
                <a:off x="7493226" y="4256917"/>
                <a:ext cx="29349" cy="29349"/>
              </a:xfrm>
              <a:custGeom>
                <a:avLst/>
                <a:gdLst/>
                <a:ahLst/>
                <a:cxnLst>
                  <a:cxn ang="0">
                    <a:pos x="33" y="16"/>
                  </a:cxn>
                  <a:cxn ang="0">
                    <a:pos x="33" y="16"/>
                  </a:cxn>
                  <a:cxn ang="0">
                    <a:pos x="31" y="22"/>
                  </a:cxn>
                  <a:cxn ang="0">
                    <a:pos x="28" y="27"/>
                  </a:cxn>
                  <a:cxn ang="0">
                    <a:pos x="22" y="30"/>
                  </a:cxn>
                  <a:cxn ang="0">
                    <a:pos x="16" y="32"/>
                  </a:cxn>
                  <a:cxn ang="0">
                    <a:pos x="16" y="32"/>
                  </a:cxn>
                  <a:cxn ang="0">
                    <a:pos x="9" y="30"/>
                  </a:cxn>
                  <a:cxn ang="0">
                    <a:pos x="5" y="27"/>
                  </a:cxn>
                  <a:cxn ang="0">
                    <a:pos x="0" y="22"/>
                  </a:cxn>
                  <a:cxn ang="0">
                    <a:pos x="0" y="16"/>
                  </a:cxn>
                  <a:cxn ang="0">
                    <a:pos x="0" y="16"/>
                  </a:cxn>
                  <a:cxn ang="0">
                    <a:pos x="0" y="10"/>
                  </a:cxn>
                  <a:cxn ang="0">
                    <a:pos x="5" y="4"/>
                  </a:cxn>
                  <a:cxn ang="0">
                    <a:pos x="9" y="1"/>
                  </a:cxn>
                  <a:cxn ang="0">
                    <a:pos x="16" y="0"/>
                  </a:cxn>
                  <a:cxn ang="0">
                    <a:pos x="16" y="0"/>
                  </a:cxn>
                  <a:cxn ang="0">
                    <a:pos x="22" y="1"/>
                  </a:cxn>
                  <a:cxn ang="0">
                    <a:pos x="28" y="4"/>
                  </a:cxn>
                  <a:cxn ang="0">
                    <a:pos x="31" y="10"/>
                  </a:cxn>
                  <a:cxn ang="0">
                    <a:pos x="33" y="16"/>
                  </a:cxn>
                  <a:cxn ang="0">
                    <a:pos x="33" y="16"/>
                  </a:cxn>
                </a:cxnLst>
                <a:rect l="0" t="0" r="r" b="b"/>
                <a:pathLst>
                  <a:path w="33" h="32">
                    <a:moveTo>
                      <a:pt x="33" y="16"/>
                    </a:moveTo>
                    <a:lnTo>
                      <a:pt x="33" y="16"/>
                    </a:lnTo>
                    <a:lnTo>
                      <a:pt x="31" y="22"/>
                    </a:lnTo>
                    <a:lnTo>
                      <a:pt x="28" y="27"/>
                    </a:lnTo>
                    <a:lnTo>
                      <a:pt x="22" y="30"/>
                    </a:lnTo>
                    <a:lnTo>
                      <a:pt x="16" y="32"/>
                    </a:lnTo>
                    <a:lnTo>
                      <a:pt x="16" y="32"/>
                    </a:lnTo>
                    <a:lnTo>
                      <a:pt x="9" y="30"/>
                    </a:lnTo>
                    <a:lnTo>
                      <a:pt x="5" y="27"/>
                    </a:lnTo>
                    <a:lnTo>
                      <a:pt x="0" y="22"/>
                    </a:lnTo>
                    <a:lnTo>
                      <a:pt x="0" y="16"/>
                    </a:lnTo>
                    <a:lnTo>
                      <a:pt x="0" y="16"/>
                    </a:lnTo>
                    <a:lnTo>
                      <a:pt x="0" y="10"/>
                    </a:lnTo>
                    <a:lnTo>
                      <a:pt x="5" y="4"/>
                    </a:lnTo>
                    <a:lnTo>
                      <a:pt x="9" y="1"/>
                    </a:lnTo>
                    <a:lnTo>
                      <a:pt x="16" y="0"/>
                    </a:lnTo>
                    <a:lnTo>
                      <a:pt x="16" y="0"/>
                    </a:lnTo>
                    <a:lnTo>
                      <a:pt x="22" y="1"/>
                    </a:lnTo>
                    <a:lnTo>
                      <a:pt x="28" y="4"/>
                    </a:lnTo>
                    <a:lnTo>
                      <a:pt x="31"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8" name="Freeform 57"/>
              <p:cNvSpPr>
                <a:spLocks/>
              </p:cNvSpPr>
              <p:nvPr/>
            </p:nvSpPr>
            <p:spPr bwMode="auto">
              <a:xfrm>
                <a:off x="6730156" y="3987274"/>
                <a:ext cx="29349" cy="29349"/>
              </a:xfrm>
              <a:custGeom>
                <a:avLst/>
                <a:gdLst/>
                <a:ahLst/>
                <a:cxnLst>
                  <a:cxn ang="0">
                    <a:pos x="32" y="18"/>
                  </a:cxn>
                  <a:cxn ang="0">
                    <a:pos x="32" y="18"/>
                  </a:cxn>
                  <a:cxn ang="0">
                    <a:pos x="32" y="24"/>
                  </a:cxn>
                  <a:cxn ang="0">
                    <a:pos x="28" y="30"/>
                  </a:cxn>
                  <a:cxn ang="0">
                    <a:pos x="23" y="32"/>
                  </a:cxn>
                  <a:cxn ang="0">
                    <a:pos x="16" y="34"/>
                  </a:cxn>
                  <a:cxn ang="0">
                    <a:pos x="16" y="34"/>
                  </a:cxn>
                  <a:cxn ang="0">
                    <a:pos x="10" y="32"/>
                  </a:cxn>
                  <a:cxn ang="0">
                    <a:pos x="5" y="30"/>
                  </a:cxn>
                  <a:cxn ang="0">
                    <a:pos x="2" y="24"/>
                  </a:cxn>
                  <a:cxn ang="0">
                    <a:pos x="0" y="18"/>
                  </a:cxn>
                  <a:cxn ang="0">
                    <a:pos x="0" y="18"/>
                  </a:cxn>
                  <a:cxn ang="0">
                    <a:pos x="2" y="11"/>
                  </a:cxn>
                  <a:cxn ang="0">
                    <a:pos x="5" y="6"/>
                  </a:cxn>
                  <a:cxn ang="0">
                    <a:pos x="10" y="2"/>
                  </a:cxn>
                  <a:cxn ang="0">
                    <a:pos x="16" y="0"/>
                  </a:cxn>
                  <a:cxn ang="0">
                    <a:pos x="16" y="0"/>
                  </a:cxn>
                  <a:cxn ang="0">
                    <a:pos x="23" y="2"/>
                  </a:cxn>
                  <a:cxn ang="0">
                    <a:pos x="28" y="6"/>
                  </a:cxn>
                  <a:cxn ang="0">
                    <a:pos x="32" y="11"/>
                  </a:cxn>
                  <a:cxn ang="0">
                    <a:pos x="32" y="18"/>
                  </a:cxn>
                  <a:cxn ang="0">
                    <a:pos x="32" y="18"/>
                  </a:cxn>
                </a:cxnLst>
                <a:rect l="0" t="0" r="r" b="b"/>
                <a:pathLst>
                  <a:path w="32" h="34">
                    <a:moveTo>
                      <a:pt x="32" y="18"/>
                    </a:moveTo>
                    <a:lnTo>
                      <a:pt x="32" y="18"/>
                    </a:lnTo>
                    <a:lnTo>
                      <a:pt x="32" y="24"/>
                    </a:lnTo>
                    <a:lnTo>
                      <a:pt x="28" y="30"/>
                    </a:lnTo>
                    <a:lnTo>
                      <a:pt x="23" y="32"/>
                    </a:lnTo>
                    <a:lnTo>
                      <a:pt x="16" y="34"/>
                    </a:lnTo>
                    <a:lnTo>
                      <a:pt x="16" y="34"/>
                    </a:lnTo>
                    <a:lnTo>
                      <a:pt x="10" y="32"/>
                    </a:lnTo>
                    <a:lnTo>
                      <a:pt x="5" y="30"/>
                    </a:lnTo>
                    <a:lnTo>
                      <a:pt x="2" y="24"/>
                    </a:lnTo>
                    <a:lnTo>
                      <a:pt x="0" y="18"/>
                    </a:lnTo>
                    <a:lnTo>
                      <a:pt x="0" y="18"/>
                    </a:lnTo>
                    <a:lnTo>
                      <a:pt x="2" y="11"/>
                    </a:lnTo>
                    <a:lnTo>
                      <a:pt x="5" y="6"/>
                    </a:lnTo>
                    <a:lnTo>
                      <a:pt x="10" y="2"/>
                    </a:lnTo>
                    <a:lnTo>
                      <a:pt x="16" y="0"/>
                    </a:lnTo>
                    <a:lnTo>
                      <a:pt x="16" y="0"/>
                    </a:lnTo>
                    <a:lnTo>
                      <a:pt x="23" y="2"/>
                    </a:lnTo>
                    <a:lnTo>
                      <a:pt x="28" y="6"/>
                    </a:lnTo>
                    <a:lnTo>
                      <a:pt x="32" y="11"/>
                    </a:lnTo>
                    <a:lnTo>
                      <a:pt x="32" y="18"/>
                    </a:lnTo>
                    <a:lnTo>
                      <a:pt x="32"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39" name="Freeform 58"/>
              <p:cNvSpPr>
                <a:spLocks/>
              </p:cNvSpPr>
              <p:nvPr/>
            </p:nvSpPr>
            <p:spPr bwMode="auto">
              <a:xfrm>
                <a:off x="6273415" y="4071652"/>
                <a:ext cx="31184" cy="31184"/>
              </a:xfrm>
              <a:custGeom>
                <a:avLst/>
                <a:gdLst/>
                <a:ahLst/>
                <a:cxnLst>
                  <a:cxn ang="0">
                    <a:pos x="34" y="16"/>
                  </a:cxn>
                  <a:cxn ang="0">
                    <a:pos x="34" y="16"/>
                  </a:cxn>
                  <a:cxn ang="0">
                    <a:pos x="32" y="23"/>
                  </a:cxn>
                  <a:cxn ang="0">
                    <a:pos x="28" y="27"/>
                  </a:cxn>
                  <a:cxn ang="0">
                    <a:pos x="23" y="32"/>
                  </a:cxn>
                  <a:cxn ang="0">
                    <a:pos x="18" y="33"/>
                  </a:cxn>
                  <a:cxn ang="0">
                    <a:pos x="18" y="33"/>
                  </a:cxn>
                  <a:cxn ang="0">
                    <a:pos x="10" y="32"/>
                  </a:cxn>
                  <a:cxn ang="0">
                    <a:pos x="6" y="27"/>
                  </a:cxn>
                  <a:cxn ang="0">
                    <a:pos x="2" y="23"/>
                  </a:cxn>
                  <a:cxn ang="0">
                    <a:pos x="0" y="16"/>
                  </a:cxn>
                  <a:cxn ang="0">
                    <a:pos x="0" y="16"/>
                  </a:cxn>
                  <a:cxn ang="0">
                    <a:pos x="2" y="10"/>
                  </a:cxn>
                  <a:cxn ang="0">
                    <a:pos x="6" y="4"/>
                  </a:cxn>
                  <a:cxn ang="0">
                    <a:pos x="10" y="1"/>
                  </a:cxn>
                  <a:cxn ang="0">
                    <a:pos x="18" y="0"/>
                  </a:cxn>
                  <a:cxn ang="0">
                    <a:pos x="18" y="0"/>
                  </a:cxn>
                  <a:cxn ang="0">
                    <a:pos x="23" y="1"/>
                  </a:cxn>
                  <a:cxn ang="0">
                    <a:pos x="28" y="4"/>
                  </a:cxn>
                  <a:cxn ang="0">
                    <a:pos x="32" y="10"/>
                  </a:cxn>
                  <a:cxn ang="0">
                    <a:pos x="34" y="16"/>
                  </a:cxn>
                  <a:cxn ang="0">
                    <a:pos x="34" y="16"/>
                  </a:cxn>
                </a:cxnLst>
                <a:rect l="0" t="0" r="r" b="b"/>
                <a:pathLst>
                  <a:path w="34" h="33">
                    <a:moveTo>
                      <a:pt x="34" y="16"/>
                    </a:moveTo>
                    <a:lnTo>
                      <a:pt x="34" y="16"/>
                    </a:lnTo>
                    <a:lnTo>
                      <a:pt x="32" y="23"/>
                    </a:lnTo>
                    <a:lnTo>
                      <a:pt x="28" y="27"/>
                    </a:lnTo>
                    <a:lnTo>
                      <a:pt x="23" y="32"/>
                    </a:lnTo>
                    <a:lnTo>
                      <a:pt x="18" y="33"/>
                    </a:lnTo>
                    <a:lnTo>
                      <a:pt x="18" y="33"/>
                    </a:lnTo>
                    <a:lnTo>
                      <a:pt x="10" y="32"/>
                    </a:lnTo>
                    <a:lnTo>
                      <a:pt x="6" y="27"/>
                    </a:lnTo>
                    <a:lnTo>
                      <a:pt x="2" y="23"/>
                    </a:lnTo>
                    <a:lnTo>
                      <a:pt x="0" y="16"/>
                    </a:lnTo>
                    <a:lnTo>
                      <a:pt x="0" y="16"/>
                    </a:lnTo>
                    <a:lnTo>
                      <a:pt x="2" y="10"/>
                    </a:lnTo>
                    <a:lnTo>
                      <a:pt x="6" y="4"/>
                    </a:lnTo>
                    <a:lnTo>
                      <a:pt x="10" y="1"/>
                    </a:lnTo>
                    <a:lnTo>
                      <a:pt x="18" y="0"/>
                    </a:lnTo>
                    <a:lnTo>
                      <a:pt x="18" y="0"/>
                    </a:lnTo>
                    <a:lnTo>
                      <a:pt x="23" y="1"/>
                    </a:lnTo>
                    <a:lnTo>
                      <a:pt x="28" y="4"/>
                    </a:lnTo>
                    <a:lnTo>
                      <a:pt x="32" y="10"/>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0" name="Freeform 59"/>
              <p:cNvSpPr>
                <a:spLocks/>
              </p:cNvSpPr>
              <p:nvPr/>
            </p:nvSpPr>
            <p:spPr bwMode="auto">
              <a:xfrm>
                <a:off x="6218386" y="4361472"/>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2" y="22"/>
                  </a:cxn>
                  <a:cxn ang="0">
                    <a:pos x="0" y="16"/>
                  </a:cxn>
                  <a:cxn ang="0">
                    <a:pos x="0" y="16"/>
                  </a:cxn>
                  <a:cxn ang="0">
                    <a:pos x="2" y="9"/>
                  </a:cxn>
                  <a:cxn ang="0">
                    <a:pos x="5" y="4"/>
                  </a:cxn>
                  <a:cxn ang="0">
                    <a:pos x="9" y="0"/>
                  </a:cxn>
                  <a:cxn ang="0">
                    <a:pos x="16" y="0"/>
                  </a:cxn>
                  <a:cxn ang="0">
                    <a:pos x="16" y="0"/>
                  </a:cxn>
                  <a:cxn ang="0">
                    <a:pos x="22" y="0"/>
                  </a:cxn>
                  <a:cxn ang="0">
                    <a:pos x="28" y="4"/>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2" y="22"/>
                    </a:lnTo>
                    <a:lnTo>
                      <a:pt x="0" y="16"/>
                    </a:lnTo>
                    <a:lnTo>
                      <a:pt x="0" y="16"/>
                    </a:lnTo>
                    <a:lnTo>
                      <a:pt x="2" y="9"/>
                    </a:lnTo>
                    <a:lnTo>
                      <a:pt x="5" y="4"/>
                    </a:lnTo>
                    <a:lnTo>
                      <a:pt x="9" y="0"/>
                    </a:lnTo>
                    <a:lnTo>
                      <a:pt x="16" y="0"/>
                    </a:lnTo>
                    <a:lnTo>
                      <a:pt x="16" y="0"/>
                    </a:lnTo>
                    <a:lnTo>
                      <a:pt x="22" y="0"/>
                    </a:lnTo>
                    <a:lnTo>
                      <a:pt x="28" y="4"/>
                    </a:lnTo>
                    <a:lnTo>
                      <a:pt x="31" y="9"/>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1" name="Freeform 60"/>
              <p:cNvSpPr>
                <a:spLocks/>
              </p:cNvSpPr>
              <p:nvPr/>
            </p:nvSpPr>
            <p:spPr bwMode="auto">
              <a:xfrm>
                <a:off x="6381638" y="4469696"/>
                <a:ext cx="29349" cy="31184"/>
              </a:xfrm>
              <a:custGeom>
                <a:avLst/>
                <a:gdLst/>
                <a:ahLst/>
                <a:cxnLst>
                  <a:cxn ang="0">
                    <a:pos x="32" y="16"/>
                  </a:cxn>
                  <a:cxn ang="0">
                    <a:pos x="32" y="16"/>
                  </a:cxn>
                  <a:cxn ang="0">
                    <a:pos x="31" y="22"/>
                  </a:cxn>
                  <a:cxn ang="0">
                    <a:pos x="28" y="28"/>
                  </a:cxn>
                  <a:cxn ang="0">
                    <a:pos x="23" y="31"/>
                  </a:cxn>
                  <a:cxn ang="0">
                    <a:pos x="16" y="32"/>
                  </a:cxn>
                  <a:cxn ang="0">
                    <a:pos x="16" y="32"/>
                  </a:cxn>
                  <a:cxn ang="0">
                    <a:pos x="10" y="31"/>
                  </a:cxn>
                  <a:cxn ang="0">
                    <a:pos x="5" y="28"/>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3" y="31"/>
                    </a:lnTo>
                    <a:lnTo>
                      <a:pt x="16" y="32"/>
                    </a:lnTo>
                    <a:lnTo>
                      <a:pt x="16" y="32"/>
                    </a:lnTo>
                    <a:lnTo>
                      <a:pt x="10" y="31"/>
                    </a:lnTo>
                    <a:lnTo>
                      <a:pt x="5" y="28"/>
                    </a:lnTo>
                    <a:lnTo>
                      <a:pt x="2" y="22"/>
                    </a:lnTo>
                    <a:lnTo>
                      <a:pt x="0" y="16"/>
                    </a:lnTo>
                    <a:lnTo>
                      <a:pt x="0" y="16"/>
                    </a:lnTo>
                    <a:lnTo>
                      <a:pt x="2" y="10"/>
                    </a:lnTo>
                    <a:lnTo>
                      <a:pt x="5" y="4"/>
                    </a:lnTo>
                    <a:lnTo>
                      <a:pt x="10" y="1"/>
                    </a:lnTo>
                    <a:lnTo>
                      <a:pt x="16" y="0"/>
                    </a:lnTo>
                    <a:lnTo>
                      <a:pt x="16" y="0"/>
                    </a:lnTo>
                    <a:lnTo>
                      <a:pt x="23" y="1"/>
                    </a:lnTo>
                    <a:lnTo>
                      <a:pt x="28" y="4"/>
                    </a:lnTo>
                    <a:lnTo>
                      <a:pt x="31"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2" name="Freeform 61"/>
              <p:cNvSpPr>
                <a:spLocks/>
              </p:cNvSpPr>
              <p:nvPr/>
            </p:nvSpPr>
            <p:spPr bwMode="auto">
              <a:xfrm>
                <a:off x="6840214" y="4748511"/>
                <a:ext cx="31184" cy="29349"/>
              </a:xfrm>
              <a:custGeom>
                <a:avLst/>
                <a:gdLst/>
                <a:ahLst/>
                <a:cxnLst>
                  <a:cxn ang="0">
                    <a:pos x="34" y="16"/>
                  </a:cxn>
                  <a:cxn ang="0">
                    <a:pos x="34" y="16"/>
                  </a:cxn>
                  <a:cxn ang="0">
                    <a:pos x="32" y="22"/>
                  </a:cxn>
                  <a:cxn ang="0">
                    <a:pos x="28" y="28"/>
                  </a:cxn>
                  <a:cxn ang="0">
                    <a:pos x="23" y="31"/>
                  </a:cxn>
                  <a:cxn ang="0">
                    <a:pos x="16" y="32"/>
                  </a:cxn>
                  <a:cxn ang="0">
                    <a:pos x="16" y="32"/>
                  </a:cxn>
                  <a:cxn ang="0">
                    <a:pos x="10" y="31"/>
                  </a:cxn>
                  <a:cxn ang="0">
                    <a:pos x="6" y="28"/>
                  </a:cxn>
                  <a:cxn ang="0">
                    <a:pos x="2" y="22"/>
                  </a:cxn>
                  <a:cxn ang="0">
                    <a:pos x="0" y="16"/>
                  </a:cxn>
                  <a:cxn ang="0">
                    <a:pos x="0" y="16"/>
                  </a:cxn>
                  <a:cxn ang="0">
                    <a:pos x="2" y="10"/>
                  </a:cxn>
                  <a:cxn ang="0">
                    <a:pos x="6" y="4"/>
                  </a:cxn>
                  <a:cxn ang="0">
                    <a:pos x="10" y="2"/>
                  </a:cxn>
                  <a:cxn ang="0">
                    <a:pos x="16" y="0"/>
                  </a:cxn>
                  <a:cxn ang="0">
                    <a:pos x="16" y="0"/>
                  </a:cxn>
                  <a:cxn ang="0">
                    <a:pos x="23" y="2"/>
                  </a:cxn>
                  <a:cxn ang="0">
                    <a:pos x="28" y="4"/>
                  </a:cxn>
                  <a:cxn ang="0">
                    <a:pos x="32" y="10"/>
                  </a:cxn>
                  <a:cxn ang="0">
                    <a:pos x="34" y="16"/>
                  </a:cxn>
                  <a:cxn ang="0">
                    <a:pos x="34" y="16"/>
                  </a:cxn>
                </a:cxnLst>
                <a:rect l="0" t="0" r="r" b="b"/>
                <a:pathLst>
                  <a:path w="34" h="32">
                    <a:moveTo>
                      <a:pt x="34" y="16"/>
                    </a:moveTo>
                    <a:lnTo>
                      <a:pt x="34" y="16"/>
                    </a:lnTo>
                    <a:lnTo>
                      <a:pt x="32" y="22"/>
                    </a:lnTo>
                    <a:lnTo>
                      <a:pt x="28" y="28"/>
                    </a:lnTo>
                    <a:lnTo>
                      <a:pt x="23" y="31"/>
                    </a:lnTo>
                    <a:lnTo>
                      <a:pt x="16" y="32"/>
                    </a:lnTo>
                    <a:lnTo>
                      <a:pt x="16" y="32"/>
                    </a:lnTo>
                    <a:lnTo>
                      <a:pt x="10" y="31"/>
                    </a:lnTo>
                    <a:lnTo>
                      <a:pt x="6" y="28"/>
                    </a:lnTo>
                    <a:lnTo>
                      <a:pt x="2" y="22"/>
                    </a:lnTo>
                    <a:lnTo>
                      <a:pt x="0" y="16"/>
                    </a:lnTo>
                    <a:lnTo>
                      <a:pt x="0" y="16"/>
                    </a:lnTo>
                    <a:lnTo>
                      <a:pt x="2" y="10"/>
                    </a:lnTo>
                    <a:lnTo>
                      <a:pt x="6" y="4"/>
                    </a:lnTo>
                    <a:lnTo>
                      <a:pt x="10" y="2"/>
                    </a:lnTo>
                    <a:lnTo>
                      <a:pt x="16" y="0"/>
                    </a:lnTo>
                    <a:lnTo>
                      <a:pt x="16" y="0"/>
                    </a:lnTo>
                    <a:lnTo>
                      <a:pt x="23" y="2"/>
                    </a:lnTo>
                    <a:lnTo>
                      <a:pt x="28" y="4"/>
                    </a:lnTo>
                    <a:lnTo>
                      <a:pt x="32" y="10"/>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3" name="Freeform 62"/>
              <p:cNvSpPr>
                <a:spLocks/>
              </p:cNvSpPr>
              <p:nvPr/>
            </p:nvSpPr>
            <p:spPr bwMode="auto">
              <a:xfrm>
                <a:off x="6697138" y="5003478"/>
                <a:ext cx="29349" cy="31184"/>
              </a:xfrm>
              <a:custGeom>
                <a:avLst/>
                <a:gdLst/>
                <a:ahLst/>
                <a:cxnLst>
                  <a:cxn ang="0">
                    <a:pos x="32" y="18"/>
                  </a:cxn>
                  <a:cxn ang="0">
                    <a:pos x="32" y="18"/>
                  </a:cxn>
                  <a:cxn ang="0">
                    <a:pos x="31" y="24"/>
                  </a:cxn>
                  <a:cxn ang="0">
                    <a:pos x="28" y="30"/>
                  </a:cxn>
                  <a:cxn ang="0">
                    <a:pos x="22" y="32"/>
                  </a:cxn>
                  <a:cxn ang="0">
                    <a:pos x="16" y="34"/>
                  </a:cxn>
                  <a:cxn ang="0">
                    <a:pos x="16" y="34"/>
                  </a:cxn>
                  <a:cxn ang="0">
                    <a:pos x="9" y="32"/>
                  </a:cxn>
                  <a:cxn ang="0">
                    <a:pos x="5" y="30"/>
                  </a:cxn>
                  <a:cxn ang="0">
                    <a:pos x="2" y="24"/>
                  </a:cxn>
                  <a:cxn ang="0">
                    <a:pos x="0" y="18"/>
                  </a:cxn>
                  <a:cxn ang="0">
                    <a:pos x="0" y="18"/>
                  </a:cxn>
                  <a:cxn ang="0">
                    <a:pos x="2" y="11"/>
                  </a:cxn>
                  <a:cxn ang="0">
                    <a:pos x="5" y="6"/>
                  </a:cxn>
                  <a:cxn ang="0">
                    <a:pos x="9" y="2"/>
                  </a:cxn>
                  <a:cxn ang="0">
                    <a:pos x="16" y="0"/>
                  </a:cxn>
                  <a:cxn ang="0">
                    <a:pos x="16" y="0"/>
                  </a:cxn>
                  <a:cxn ang="0">
                    <a:pos x="22" y="2"/>
                  </a:cxn>
                  <a:cxn ang="0">
                    <a:pos x="28" y="6"/>
                  </a:cxn>
                  <a:cxn ang="0">
                    <a:pos x="31" y="11"/>
                  </a:cxn>
                  <a:cxn ang="0">
                    <a:pos x="32" y="18"/>
                  </a:cxn>
                  <a:cxn ang="0">
                    <a:pos x="32" y="18"/>
                  </a:cxn>
                </a:cxnLst>
                <a:rect l="0" t="0" r="r" b="b"/>
                <a:pathLst>
                  <a:path w="32" h="34">
                    <a:moveTo>
                      <a:pt x="32" y="18"/>
                    </a:moveTo>
                    <a:lnTo>
                      <a:pt x="32" y="18"/>
                    </a:lnTo>
                    <a:lnTo>
                      <a:pt x="31" y="24"/>
                    </a:lnTo>
                    <a:lnTo>
                      <a:pt x="28" y="30"/>
                    </a:lnTo>
                    <a:lnTo>
                      <a:pt x="22" y="32"/>
                    </a:lnTo>
                    <a:lnTo>
                      <a:pt x="16" y="34"/>
                    </a:lnTo>
                    <a:lnTo>
                      <a:pt x="16" y="34"/>
                    </a:lnTo>
                    <a:lnTo>
                      <a:pt x="9" y="32"/>
                    </a:lnTo>
                    <a:lnTo>
                      <a:pt x="5" y="30"/>
                    </a:lnTo>
                    <a:lnTo>
                      <a:pt x="2" y="24"/>
                    </a:lnTo>
                    <a:lnTo>
                      <a:pt x="0" y="18"/>
                    </a:lnTo>
                    <a:lnTo>
                      <a:pt x="0" y="18"/>
                    </a:lnTo>
                    <a:lnTo>
                      <a:pt x="2" y="11"/>
                    </a:lnTo>
                    <a:lnTo>
                      <a:pt x="5" y="6"/>
                    </a:lnTo>
                    <a:lnTo>
                      <a:pt x="9" y="2"/>
                    </a:lnTo>
                    <a:lnTo>
                      <a:pt x="16" y="0"/>
                    </a:lnTo>
                    <a:lnTo>
                      <a:pt x="16" y="0"/>
                    </a:lnTo>
                    <a:lnTo>
                      <a:pt x="22" y="2"/>
                    </a:lnTo>
                    <a:lnTo>
                      <a:pt x="28" y="6"/>
                    </a:lnTo>
                    <a:lnTo>
                      <a:pt x="31" y="11"/>
                    </a:lnTo>
                    <a:lnTo>
                      <a:pt x="32" y="18"/>
                    </a:lnTo>
                    <a:lnTo>
                      <a:pt x="32"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4" name="Freeform 63"/>
              <p:cNvSpPr>
                <a:spLocks/>
              </p:cNvSpPr>
              <p:nvPr/>
            </p:nvSpPr>
            <p:spPr bwMode="auto">
              <a:xfrm>
                <a:off x="7671154" y="4130350"/>
                <a:ext cx="29349" cy="29349"/>
              </a:xfrm>
              <a:custGeom>
                <a:avLst/>
                <a:gdLst/>
                <a:ahLst/>
                <a:cxnLst>
                  <a:cxn ang="0">
                    <a:pos x="34" y="16"/>
                  </a:cxn>
                  <a:cxn ang="0">
                    <a:pos x="34" y="16"/>
                  </a:cxn>
                  <a:cxn ang="0">
                    <a:pos x="32" y="22"/>
                  </a:cxn>
                  <a:cxn ang="0">
                    <a:pos x="28" y="27"/>
                  </a:cxn>
                  <a:cxn ang="0">
                    <a:pos x="24" y="30"/>
                  </a:cxn>
                  <a:cxn ang="0">
                    <a:pos x="16" y="32"/>
                  </a:cxn>
                  <a:cxn ang="0">
                    <a:pos x="16" y="32"/>
                  </a:cxn>
                  <a:cxn ang="0">
                    <a:pos x="11" y="30"/>
                  </a:cxn>
                  <a:cxn ang="0">
                    <a:pos x="6" y="27"/>
                  </a:cxn>
                  <a:cxn ang="0">
                    <a:pos x="2" y="22"/>
                  </a:cxn>
                  <a:cxn ang="0">
                    <a:pos x="0" y="16"/>
                  </a:cxn>
                  <a:cxn ang="0">
                    <a:pos x="0" y="16"/>
                  </a:cxn>
                  <a:cxn ang="0">
                    <a:pos x="2" y="10"/>
                  </a:cxn>
                  <a:cxn ang="0">
                    <a:pos x="6" y="4"/>
                  </a:cxn>
                  <a:cxn ang="0">
                    <a:pos x="11" y="1"/>
                  </a:cxn>
                  <a:cxn ang="0">
                    <a:pos x="16" y="0"/>
                  </a:cxn>
                  <a:cxn ang="0">
                    <a:pos x="16" y="0"/>
                  </a:cxn>
                  <a:cxn ang="0">
                    <a:pos x="24" y="1"/>
                  </a:cxn>
                  <a:cxn ang="0">
                    <a:pos x="28" y="4"/>
                  </a:cxn>
                  <a:cxn ang="0">
                    <a:pos x="32" y="10"/>
                  </a:cxn>
                  <a:cxn ang="0">
                    <a:pos x="34" y="16"/>
                  </a:cxn>
                  <a:cxn ang="0">
                    <a:pos x="34" y="16"/>
                  </a:cxn>
                </a:cxnLst>
                <a:rect l="0" t="0" r="r" b="b"/>
                <a:pathLst>
                  <a:path w="34" h="32">
                    <a:moveTo>
                      <a:pt x="34" y="16"/>
                    </a:moveTo>
                    <a:lnTo>
                      <a:pt x="34" y="16"/>
                    </a:lnTo>
                    <a:lnTo>
                      <a:pt x="32" y="22"/>
                    </a:lnTo>
                    <a:lnTo>
                      <a:pt x="28" y="27"/>
                    </a:lnTo>
                    <a:lnTo>
                      <a:pt x="24" y="30"/>
                    </a:lnTo>
                    <a:lnTo>
                      <a:pt x="16" y="32"/>
                    </a:lnTo>
                    <a:lnTo>
                      <a:pt x="16" y="32"/>
                    </a:lnTo>
                    <a:lnTo>
                      <a:pt x="11" y="30"/>
                    </a:lnTo>
                    <a:lnTo>
                      <a:pt x="6" y="27"/>
                    </a:lnTo>
                    <a:lnTo>
                      <a:pt x="2" y="22"/>
                    </a:lnTo>
                    <a:lnTo>
                      <a:pt x="0" y="16"/>
                    </a:lnTo>
                    <a:lnTo>
                      <a:pt x="0" y="16"/>
                    </a:lnTo>
                    <a:lnTo>
                      <a:pt x="2" y="10"/>
                    </a:lnTo>
                    <a:lnTo>
                      <a:pt x="6" y="4"/>
                    </a:lnTo>
                    <a:lnTo>
                      <a:pt x="11" y="1"/>
                    </a:lnTo>
                    <a:lnTo>
                      <a:pt x="16" y="0"/>
                    </a:lnTo>
                    <a:lnTo>
                      <a:pt x="16" y="0"/>
                    </a:lnTo>
                    <a:lnTo>
                      <a:pt x="24" y="1"/>
                    </a:lnTo>
                    <a:lnTo>
                      <a:pt x="28" y="4"/>
                    </a:lnTo>
                    <a:lnTo>
                      <a:pt x="32" y="10"/>
                    </a:lnTo>
                    <a:lnTo>
                      <a:pt x="34" y="16"/>
                    </a:lnTo>
                    <a:lnTo>
                      <a:pt x="34"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5" name="Freeform 64"/>
              <p:cNvSpPr>
                <a:spLocks/>
              </p:cNvSpPr>
              <p:nvPr/>
            </p:nvSpPr>
            <p:spPr bwMode="auto">
              <a:xfrm>
                <a:off x="7650976" y="3990943"/>
                <a:ext cx="29349" cy="31184"/>
              </a:xfrm>
              <a:custGeom>
                <a:avLst/>
                <a:gdLst/>
                <a:ahLst/>
                <a:cxnLst>
                  <a:cxn ang="0">
                    <a:pos x="32" y="17"/>
                  </a:cxn>
                  <a:cxn ang="0">
                    <a:pos x="32" y="17"/>
                  </a:cxn>
                  <a:cxn ang="0">
                    <a:pos x="32" y="23"/>
                  </a:cxn>
                  <a:cxn ang="0">
                    <a:pos x="28" y="29"/>
                  </a:cxn>
                  <a:cxn ang="0">
                    <a:pos x="23" y="32"/>
                  </a:cxn>
                  <a:cxn ang="0">
                    <a:pos x="16" y="33"/>
                  </a:cxn>
                  <a:cxn ang="0">
                    <a:pos x="16" y="33"/>
                  </a:cxn>
                  <a:cxn ang="0">
                    <a:pos x="10" y="32"/>
                  </a:cxn>
                  <a:cxn ang="0">
                    <a:pos x="4" y="29"/>
                  </a:cxn>
                  <a:cxn ang="0">
                    <a:pos x="1" y="23"/>
                  </a:cxn>
                  <a:cxn ang="0">
                    <a:pos x="0" y="17"/>
                  </a:cxn>
                  <a:cxn ang="0">
                    <a:pos x="0" y="17"/>
                  </a:cxn>
                  <a:cxn ang="0">
                    <a:pos x="1" y="10"/>
                  </a:cxn>
                  <a:cxn ang="0">
                    <a:pos x="4" y="6"/>
                  </a:cxn>
                  <a:cxn ang="0">
                    <a:pos x="10" y="1"/>
                  </a:cxn>
                  <a:cxn ang="0">
                    <a:pos x="16" y="0"/>
                  </a:cxn>
                  <a:cxn ang="0">
                    <a:pos x="16" y="0"/>
                  </a:cxn>
                  <a:cxn ang="0">
                    <a:pos x="23" y="1"/>
                  </a:cxn>
                  <a:cxn ang="0">
                    <a:pos x="28" y="6"/>
                  </a:cxn>
                  <a:cxn ang="0">
                    <a:pos x="32" y="10"/>
                  </a:cxn>
                  <a:cxn ang="0">
                    <a:pos x="32" y="17"/>
                  </a:cxn>
                  <a:cxn ang="0">
                    <a:pos x="32" y="17"/>
                  </a:cxn>
                </a:cxnLst>
                <a:rect l="0" t="0" r="r" b="b"/>
                <a:pathLst>
                  <a:path w="32" h="33">
                    <a:moveTo>
                      <a:pt x="32" y="17"/>
                    </a:moveTo>
                    <a:lnTo>
                      <a:pt x="32" y="17"/>
                    </a:lnTo>
                    <a:lnTo>
                      <a:pt x="32" y="23"/>
                    </a:lnTo>
                    <a:lnTo>
                      <a:pt x="28" y="29"/>
                    </a:lnTo>
                    <a:lnTo>
                      <a:pt x="23" y="32"/>
                    </a:lnTo>
                    <a:lnTo>
                      <a:pt x="16" y="33"/>
                    </a:lnTo>
                    <a:lnTo>
                      <a:pt x="16" y="33"/>
                    </a:lnTo>
                    <a:lnTo>
                      <a:pt x="10" y="32"/>
                    </a:lnTo>
                    <a:lnTo>
                      <a:pt x="4" y="29"/>
                    </a:lnTo>
                    <a:lnTo>
                      <a:pt x="1" y="23"/>
                    </a:lnTo>
                    <a:lnTo>
                      <a:pt x="0" y="17"/>
                    </a:lnTo>
                    <a:lnTo>
                      <a:pt x="0" y="17"/>
                    </a:lnTo>
                    <a:lnTo>
                      <a:pt x="1" y="10"/>
                    </a:lnTo>
                    <a:lnTo>
                      <a:pt x="4" y="6"/>
                    </a:lnTo>
                    <a:lnTo>
                      <a:pt x="10" y="1"/>
                    </a:lnTo>
                    <a:lnTo>
                      <a:pt x="16" y="0"/>
                    </a:lnTo>
                    <a:lnTo>
                      <a:pt x="16" y="0"/>
                    </a:lnTo>
                    <a:lnTo>
                      <a:pt x="23" y="1"/>
                    </a:lnTo>
                    <a:lnTo>
                      <a:pt x="28" y="6"/>
                    </a:lnTo>
                    <a:lnTo>
                      <a:pt x="32" y="10"/>
                    </a:lnTo>
                    <a:lnTo>
                      <a:pt x="32" y="17"/>
                    </a:lnTo>
                    <a:lnTo>
                      <a:pt x="32"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6" name="Freeform 65"/>
              <p:cNvSpPr>
                <a:spLocks/>
              </p:cNvSpPr>
              <p:nvPr/>
            </p:nvSpPr>
            <p:spPr bwMode="auto">
              <a:xfrm>
                <a:off x="7706005" y="4005617"/>
                <a:ext cx="31184" cy="31184"/>
              </a:xfrm>
              <a:custGeom>
                <a:avLst/>
                <a:gdLst/>
                <a:ahLst/>
                <a:cxnLst>
                  <a:cxn ang="0">
                    <a:pos x="33" y="17"/>
                  </a:cxn>
                  <a:cxn ang="0">
                    <a:pos x="33" y="17"/>
                  </a:cxn>
                  <a:cxn ang="0">
                    <a:pos x="32" y="23"/>
                  </a:cxn>
                  <a:cxn ang="0">
                    <a:pos x="27" y="29"/>
                  </a:cxn>
                  <a:cxn ang="0">
                    <a:pos x="23" y="32"/>
                  </a:cxn>
                  <a:cxn ang="0">
                    <a:pos x="16" y="33"/>
                  </a:cxn>
                  <a:cxn ang="0">
                    <a:pos x="16" y="33"/>
                  </a:cxn>
                  <a:cxn ang="0">
                    <a:pos x="10" y="32"/>
                  </a:cxn>
                  <a:cxn ang="0">
                    <a:pos x="6" y="29"/>
                  </a:cxn>
                  <a:cxn ang="0">
                    <a:pos x="1" y="23"/>
                  </a:cxn>
                  <a:cxn ang="0">
                    <a:pos x="0" y="17"/>
                  </a:cxn>
                  <a:cxn ang="0">
                    <a:pos x="0" y="17"/>
                  </a:cxn>
                  <a:cxn ang="0">
                    <a:pos x="1" y="10"/>
                  </a:cxn>
                  <a:cxn ang="0">
                    <a:pos x="6" y="6"/>
                  </a:cxn>
                  <a:cxn ang="0">
                    <a:pos x="10" y="1"/>
                  </a:cxn>
                  <a:cxn ang="0">
                    <a:pos x="16" y="0"/>
                  </a:cxn>
                  <a:cxn ang="0">
                    <a:pos x="16" y="0"/>
                  </a:cxn>
                  <a:cxn ang="0">
                    <a:pos x="23" y="1"/>
                  </a:cxn>
                  <a:cxn ang="0">
                    <a:pos x="27" y="6"/>
                  </a:cxn>
                  <a:cxn ang="0">
                    <a:pos x="32" y="10"/>
                  </a:cxn>
                  <a:cxn ang="0">
                    <a:pos x="33" y="17"/>
                  </a:cxn>
                  <a:cxn ang="0">
                    <a:pos x="33" y="17"/>
                  </a:cxn>
                </a:cxnLst>
                <a:rect l="0" t="0" r="r" b="b"/>
                <a:pathLst>
                  <a:path w="33" h="33">
                    <a:moveTo>
                      <a:pt x="33" y="17"/>
                    </a:moveTo>
                    <a:lnTo>
                      <a:pt x="33" y="17"/>
                    </a:lnTo>
                    <a:lnTo>
                      <a:pt x="32" y="23"/>
                    </a:lnTo>
                    <a:lnTo>
                      <a:pt x="27" y="29"/>
                    </a:lnTo>
                    <a:lnTo>
                      <a:pt x="23" y="32"/>
                    </a:lnTo>
                    <a:lnTo>
                      <a:pt x="16" y="33"/>
                    </a:lnTo>
                    <a:lnTo>
                      <a:pt x="16" y="33"/>
                    </a:lnTo>
                    <a:lnTo>
                      <a:pt x="10" y="32"/>
                    </a:lnTo>
                    <a:lnTo>
                      <a:pt x="6" y="29"/>
                    </a:lnTo>
                    <a:lnTo>
                      <a:pt x="1" y="23"/>
                    </a:lnTo>
                    <a:lnTo>
                      <a:pt x="0" y="17"/>
                    </a:lnTo>
                    <a:lnTo>
                      <a:pt x="0" y="17"/>
                    </a:lnTo>
                    <a:lnTo>
                      <a:pt x="1" y="10"/>
                    </a:lnTo>
                    <a:lnTo>
                      <a:pt x="6" y="6"/>
                    </a:lnTo>
                    <a:lnTo>
                      <a:pt x="10" y="1"/>
                    </a:lnTo>
                    <a:lnTo>
                      <a:pt x="16" y="0"/>
                    </a:lnTo>
                    <a:lnTo>
                      <a:pt x="16" y="0"/>
                    </a:lnTo>
                    <a:lnTo>
                      <a:pt x="23" y="1"/>
                    </a:lnTo>
                    <a:lnTo>
                      <a:pt x="27" y="6"/>
                    </a:lnTo>
                    <a:lnTo>
                      <a:pt x="32" y="10"/>
                    </a:lnTo>
                    <a:lnTo>
                      <a:pt x="33" y="17"/>
                    </a:lnTo>
                    <a:lnTo>
                      <a:pt x="33"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7" name="Freeform 66"/>
              <p:cNvSpPr>
                <a:spLocks/>
              </p:cNvSpPr>
              <p:nvPr/>
            </p:nvSpPr>
            <p:spPr bwMode="auto">
              <a:xfrm>
                <a:off x="7821567" y="3992778"/>
                <a:ext cx="29349" cy="31184"/>
              </a:xfrm>
              <a:custGeom>
                <a:avLst/>
                <a:gdLst/>
                <a:ahLst/>
                <a:cxnLst>
                  <a:cxn ang="0">
                    <a:pos x="32" y="17"/>
                  </a:cxn>
                  <a:cxn ang="0">
                    <a:pos x="32" y="17"/>
                  </a:cxn>
                  <a:cxn ang="0">
                    <a:pos x="31" y="23"/>
                  </a:cxn>
                  <a:cxn ang="0">
                    <a:pos x="28" y="27"/>
                  </a:cxn>
                  <a:cxn ang="0">
                    <a:pos x="22" y="32"/>
                  </a:cxn>
                  <a:cxn ang="0">
                    <a:pos x="16" y="33"/>
                  </a:cxn>
                  <a:cxn ang="0">
                    <a:pos x="16" y="33"/>
                  </a:cxn>
                  <a:cxn ang="0">
                    <a:pos x="10" y="32"/>
                  </a:cxn>
                  <a:cxn ang="0">
                    <a:pos x="4" y="27"/>
                  </a:cxn>
                  <a:cxn ang="0">
                    <a:pos x="1" y="23"/>
                  </a:cxn>
                  <a:cxn ang="0">
                    <a:pos x="0" y="17"/>
                  </a:cxn>
                  <a:cxn ang="0">
                    <a:pos x="0" y="17"/>
                  </a:cxn>
                  <a:cxn ang="0">
                    <a:pos x="1"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7"/>
                    </a:lnTo>
                    <a:lnTo>
                      <a:pt x="22" y="32"/>
                    </a:lnTo>
                    <a:lnTo>
                      <a:pt x="16" y="33"/>
                    </a:lnTo>
                    <a:lnTo>
                      <a:pt x="16" y="33"/>
                    </a:lnTo>
                    <a:lnTo>
                      <a:pt x="10" y="32"/>
                    </a:lnTo>
                    <a:lnTo>
                      <a:pt x="4" y="27"/>
                    </a:lnTo>
                    <a:lnTo>
                      <a:pt x="1" y="23"/>
                    </a:lnTo>
                    <a:lnTo>
                      <a:pt x="0" y="17"/>
                    </a:lnTo>
                    <a:lnTo>
                      <a:pt x="0" y="17"/>
                    </a:lnTo>
                    <a:lnTo>
                      <a:pt x="1"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8" name="Freeform 67"/>
              <p:cNvSpPr>
                <a:spLocks/>
              </p:cNvSpPr>
              <p:nvPr/>
            </p:nvSpPr>
            <p:spPr bwMode="auto">
              <a:xfrm>
                <a:off x="7726183" y="4121179"/>
                <a:ext cx="29349" cy="29349"/>
              </a:xfrm>
              <a:custGeom>
                <a:avLst/>
                <a:gdLst/>
                <a:ahLst/>
                <a:cxnLst>
                  <a:cxn ang="0">
                    <a:pos x="32" y="16"/>
                  </a:cxn>
                  <a:cxn ang="0">
                    <a:pos x="32" y="16"/>
                  </a:cxn>
                  <a:cxn ang="0">
                    <a:pos x="30" y="21"/>
                  </a:cxn>
                  <a:cxn ang="0">
                    <a:pos x="27" y="27"/>
                  </a:cxn>
                  <a:cxn ang="0">
                    <a:pos x="21" y="30"/>
                  </a:cxn>
                  <a:cxn ang="0">
                    <a:pos x="16" y="32"/>
                  </a:cxn>
                  <a:cxn ang="0">
                    <a:pos x="16" y="32"/>
                  </a:cxn>
                  <a:cxn ang="0">
                    <a:pos x="8" y="30"/>
                  </a:cxn>
                  <a:cxn ang="0">
                    <a:pos x="4" y="27"/>
                  </a:cxn>
                  <a:cxn ang="0">
                    <a:pos x="0" y="21"/>
                  </a:cxn>
                  <a:cxn ang="0">
                    <a:pos x="0" y="16"/>
                  </a:cxn>
                  <a:cxn ang="0">
                    <a:pos x="0" y="16"/>
                  </a:cxn>
                  <a:cxn ang="0">
                    <a:pos x="0" y="10"/>
                  </a:cxn>
                  <a:cxn ang="0">
                    <a:pos x="4" y="4"/>
                  </a:cxn>
                  <a:cxn ang="0">
                    <a:pos x="8" y="1"/>
                  </a:cxn>
                  <a:cxn ang="0">
                    <a:pos x="16" y="0"/>
                  </a:cxn>
                  <a:cxn ang="0">
                    <a:pos x="16" y="0"/>
                  </a:cxn>
                  <a:cxn ang="0">
                    <a:pos x="21" y="1"/>
                  </a:cxn>
                  <a:cxn ang="0">
                    <a:pos x="27" y="4"/>
                  </a:cxn>
                  <a:cxn ang="0">
                    <a:pos x="30" y="10"/>
                  </a:cxn>
                  <a:cxn ang="0">
                    <a:pos x="32" y="16"/>
                  </a:cxn>
                  <a:cxn ang="0">
                    <a:pos x="32" y="16"/>
                  </a:cxn>
                </a:cxnLst>
                <a:rect l="0" t="0" r="r" b="b"/>
                <a:pathLst>
                  <a:path w="32" h="32">
                    <a:moveTo>
                      <a:pt x="32" y="16"/>
                    </a:moveTo>
                    <a:lnTo>
                      <a:pt x="32" y="16"/>
                    </a:lnTo>
                    <a:lnTo>
                      <a:pt x="30" y="21"/>
                    </a:lnTo>
                    <a:lnTo>
                      <a:pt x="27" y="27"/>
                    </a:lnTo>
                    <a:lnTo>
                      <a:pt x="21" y="30"/>
                    </a:lnTo>
                    <a:lnTo>
                      <a:pt x="16" y="32"/>
                    </a:lnTo>
                    <a:lnTo>
                      <a:pt x="16" y="32"/>
                    </a:lnTo>
                    <a:lnTo>
                      <a:pt x="8" y="30"/>
                    </a:lnTo>
                    <a:lnTo>
                      <a:pt x="4" y="27"/>
                    </a:lnTo>
                    <a:lnTo>
                      <a:pt x="0" y="21"/>
                    </a:lnTo>
                    <a:lnTo>
                      <a:pt x="0" y="16"/>
                    </a:lnTo>
                    <a:lnTo>
                      <a:pt x="0" y="16"/>
                    </a:lnTo>
                    <a:lnTo>
                      <a:pt x="0" y="10"/>
                    </a:lnTo>
                    <a:lnTo>
                      <a:pt x="4" y="4"/>
                    </a:lnTo>
                    <a:lnTo>
                      <a:pt x="8" y="1"/>
                    </a:lnTo>
                    <a:lnTo>
                      <a:pt x="16" y="0"/>
                    </a:lnTo>
                    <a:lnTo>
                      <a:pt x="16" y="0"/>
                    </a:lnTo>
                    <a:lnTo>
                      <a:pt x="21" y="1"/>
                    </a:lnTo>
                    <a:lnTo>
                      <a:pt x="27" y="4"/>
                    </a:lnTo>
                    <a:lnTo>
                      <a:pt x="30"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49" name="Freeform 68"/>
              <p:cNvSpPr>
                <a:spLocks/>
              </p:cNvSpPr>
              <p:nvPr/>
            </p:nvSpPr>
            <p:spPr bwMode="auto">
              <a:xfrm>
                <a:off x="8824930" y="4640286"/>
                <a:ext cx="29349" cy="31184"/>
              </a:xfrm>
              <a:custGeom>
                <a:avLst/>
                <a:gdLst/>
                <a:ahLst/>
                <a:cxnLst>
                  <a:cxn ang="0">
                    <a:pos x="32" y="16"/>
                  </a:cxn>
                  <a:cxn ang="0">
                    <a:pos x="32" y="16"/>
                  </a:cxn>
                  <a:cxn ang="0">
                    <a:pos x="30" y="23"/>
                  </a:cxn>
                  <a:cxn ang="0">
                    <a:pos x="27" y="28"/>
                  </a:cxn>
                  <a:cxn ang="0">
                    <a:pos x="22" y="32"/>
                  </a:cxn>
                  <a:cxn ang="0">
                    <a:pos x="16" y="34"/>
                  </a:cxn>
                  <a:cxn ang="0">
                    <a:pos x="16" y="34"/>
                  </a:cxn>
                  <a:cxn ang="0">
                    <a:pos x="8" y="32"/>
                  </a:cxn>
                  <a:cxn ang="0">
                    <a:pos x="4" y="28"/>
                  </a:cxn>
                  <a:cxn ang="0">
                    <a:pos x="0" y="23"/>
                  </a:cxn>
                  <a:cxn ang="0">
                    <a:pos x="0" y="16"/>
                  </a:cxn>
                  <a:cxn ang="0">
                    <a:pos x="0" y="16"/>
                  </a:cxn>
                  <a:cxn ang="0">
                    <a:pos x="0" y="10"/>
                  </a:cxn>
                  <a:cxn ang="0">
                    <a:pos x="4" y="4"/>
                  </a:cxn>
                  <a:cxn ang="0">
                    <a:pos x="8" y="1"/>
                  </a:cxn>
                  <a:cxn ang="0">
                    <a:pos x="16" y="0"/>
                  </a:cxn>
                  <a:cxn ang="0">
                    <a:pos x="16" y="0"/>
                  </a:cxn>
                  <a:cxn ang="0">
                    <a:pos x="22" y="1"/>
                  </a:cxn>
                  <a:cxn ang="0">
                    <a:pos x="27" y="4"/>
                  </a:cxn>
                  <a:cxn ang="0">
                    <a:pos x="30" y="10"/>
                  </a:cxn>
                  <a:cxn ang="0">
                    <a:pos x="32" y="16"/>
                  </a:cxn>
                  <a:cxn ang="0">
                    <a:pos x="32" y="16"/>
                  </a:cxn>
                </a:cxnLst>
                <a:rect l="0" t="0" r="r" b="b"/>
                <a:pathLst>
                  <a:path w="32" h="34">
                    <a:moveTo>
                      <a:pt x="32" y="16"/>
                    </a:moveTo>
                    <a:lnTo>
                      <a:pt x="32" y="16"/>
                    </a:lnTo>
                    <a:lnTo>
                      <a:pt x="30" y="23"/>
                    </a:lnTo>
                    <a:lnTo>
                      <a:pt x="27" y="28"/>
                    </a:lnTo>
                    <a:lnTo>
                      <a:pt x="22" y="32"/>
                    </a:lnTo>
                    <a:lnTo>
                      <a:pt x="16" y="34"/>
                    </a:lnTo>
                    <a:lnTo>
                      <a:pt x="16" y="34"/>
                    </a:lnTo>
                    <a:lnTo>
                      <a:pt x="8" y="32"/>
                    </a:lnTo>
                    <a:lnTo>
                      <a:pt x="4" y="28"/>
                    </a:lnTo>
                    <a:lnTo>
                      <a:pt x="0" y="23"/>
                    </a:lnTo>
                    <a:lnTo>
                      <a:pt x="0" y="16"/>
                    </a:lnTo>
                    <a:lnTo>
                      <a:pt x="0" y="16"/>
                    </a:lnTo>
                    <a:lnTo>
                      <a:pt x="0" y="10"/>
                    </a:lnTo>
                    <a:lnTo>
                      <a:pt x="4" y="4"/>
                    </a:lnTo>
                    <a:lnTo>
                      <a:pt x="8"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50" name="Freeform 69"/>
              <p:cNvSpPr>
                <a:spLocks/>
              </p:cNvSpPr>
              <p:nvPr/>
            </p:nvSpPr>
            <p:spPr bwMode="auto">
              <a:xfrm>
                <a:off x="8857948" y="4530228"/>
                <a:ext cx="31184" cy="29349"/>
              </a:xfrm>
              <a:custGeom>
                <a:avLst/>
                <a:gdLst/>
                <a:ahLst/>
                <a:cxnLst>
                  <a:cxn ang="0">
                    <a:pos x="33" y="16"/>
                  </a:cxn>
                  <a:cxn ang="0">
                    <a:pos x="33" y="16"/>
                  </a:cxn>
                  <a:cxn ang="0">
                    <a:pos x="32" y="23"/>
                  </a:cxn>
                  <a:cxn ang="0">
                    <a:pos x="27" y="28"/>
                  </a:cxn>
                  <a:cxn ang="0">
                    <a:pos x="23" y="32"/>
                  </a:cxn>
                  <a:cxn ang="0">
                    <a:pos x="17" y="34"/>
                  </a:cxn>
                  <a:cxn ang="0">
                    <a:pos x="17" y="34"/>
                  </a:cxn>
                  <a:cxn ang="0">
                    <a:pos x="10" y="32"/>
                  </a:cxn>
                  <a:cxn ang="0">
                    <a:pos x="6" y="28"/>
                  </a:cxn>
                  <a:cxn ang="0">
                    <a:pos x="1" y="23"/>
                  </a:cxn>
                  <a:cxn ang="0">
                    <a:pos x="0" y="16"/>
                  </a:cxn>
                  <a:cxn ang="0">
                    <a:pos x="0" y="16"/>
                  </a:cxn>
                  <a:cxn ang="0">
                    <a:pos x="1" y="10"/>
                  </a:cxn>
                  <a:cxn ang="0">
                    <a:pos x="6" y="6"/>
                  </a:cxn>
                  <a:cxn ang="0">
                    <a:pos x="10" y="2"/>
                  </a:cxn>
                  <a:cxn ang="0">
                    <a:pos x="17" y="0"/>
                  </a:cxn>
                  <a:cxn ang="0">
                    <a:pos x="17" y="0"/>
                  </a:cxn>
                  <a:cxn ang="0">
                    <a:pos x="23" y="2"/>
                  </a:cxn>
                  <a:cxn ang="0">
                    <a:pos x="27" y="6"/>
                  </a:cxn>
                  <a:cxn ang="0">
                    <a:pos x="32" y="10"/>
                  </a:cxn>
                  <a:cxn ang="0">
                    <a:pos x="33" y="16"/>
                  </a:cxn>
                  <a:cxn ang="0">
                    <a:pos x="33" y="16"/>
                  </a:cxn>
                </a:cxnLst>
                <a:rect l="0" t="0" r="r" b="b"/>
                <a:pathLst>
                  <a:path w="33" h="34">
                    <a:moveTo>
                      <a:pt x="33" y="16"/>
                    </a:moveTo>
                    <a:lnTo>
                      <a:pt x="33" y="16"/>
                    </a:lnTo>
                    <a:lnTo>
                      <a:pt x="32" y="23"/>
                    </a:lnTo>
                    <a:lnTo>
                      <a:pt x="27" y="28"/>
                    </a:lnTo>
                    <a:lnTo>
                      <a:pt x="23" y="32"/>
                    </a:lnTo>
                    <a:lnTo>
                      <a:pt x="17" y="34"/>
                    </a:lnTo>
                    <a:lnTo>
                      <a:pt x="17" y="34"/>
                    </a:lnTo>
                    <a:lnTo>
                      <a:pt x="10" y="32"/>
                    </a:lnTo>
                    <a:lnTo>
                      <a:pt x="6" y="28"/>
                    </a:lnTo>
                    <a:lnTo>
                      <a:pt x="1" y="23"/>
                    </a:lnTo>
                    <a:lnTo>
                      <a:pt x="0" y="16"/>
                    </a:lnTo>
                    <a:lnTo>
                      <a:pt x="0" y="16"/>
                    </a:lnTo>
                    <a:lnTo>
                      <a:pt x="1" y="10"/>
                    </a:lnTo>
                    <a:lnTo>
                      <a:pt x="6" y="6"/>
                    </a:lnTo>
                    <a:lnTo>
                      <a:pt x="10" y="2"/>
                    </a:lnTo>
                    <a:lnTo>
                      <a:pt x="17" y="0"/>
                    </a:lnTo>
                    <a:lnTo>
                      <a:pt x="17" y="0"/>
                    </a:lnTo>
                    <a:lnTo>
                      <a:pt x="23" y="2"/>
                    </a:lnTo>
                    <a:lnTo>
                      <a:pt x="27" y="6"/>
                    </a:lnTo>
                    <a:lnTo>
                      <a:pt x="32" y="10"/>
                    </a:lnTo>
                    <a:lnTo>
                      <a:pt x="33" y="16"/>
                    </a:lnTo>
                    <a:lnTo>
                      <a:pt x="33" y="16"/>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sp>
            <p:nvSpPr>
              <p:cNvPr id="51" name="Freeform 70"/>
              <p:cNvSpPr>
                <a:spLocks/>
              </p:cNvSpPr>
              <p:nvPr/>
            </p:nvSpPr>
            <p:spPr bwMode="auto">
              <a:xfrm>
                <a:off x="8982680" y="4401827"/>
                <a:ext cx="29349" cy="29349"/>
              </a:xfrm>
              <a:custGeom>
                <a:avLst/>
                <a:gdLst/>
                <a:ahLst/>
                <a:cxnLst>
                  <a:cxn ang="0">
                    <a:pos x="32" y="18"/>
                  </a:cxn>
                  <a:cxn ang="0">
                    <a:pos x="32" y="18"/>
                  </a:cxn>
                  <a:cxn ang="0">
                    <a:pos x="31" y="23"/>
                  </a:cxn>
                  <a:cxn ang="0">
                    <a:pos x="28" y="29"/>
                  </a:cxn>
                  <a:cxn ang="0">
                    <a:pos x="22" y="32"/>
                  </a:cxn>
                  <a:cxn ang="0">
                    <a:pos x="16" y="34"/>
                  </a:cxn>
                  <a:cxn ang="0">
                    <a:pos x="16" y="34"/>
                  </a:cxn>
                  <a:cxn ang="0">
                    <a:pos x="10" y="32"/>
                  </a:cxn>
                  <a:cxn ang="0">
                    <a:pos x="5" y="29"/>
                  </a:cxn>
                  <a:cxn ang="0">
                    <a:pos x="2" y="23"/>
                  </a:cxn>
                  <a:cxn ang="0">
                    <a:pos x="0" y="18"/>
                  </a:cxn>
                  <a:cxn ang="0">
                    <a:pos x="0" y="18"/>
                  </a:cxn>
                  <a:cxn ang="0">
                    <a:pos x="2" y="10"/>
                  </a:cxn>
                  <a:cxn ang="0">
                    <a:pos x="5" y="6"/>
                  </a:cxn>
                  <a:cxn ang="0">
                    <a:pos x="10" y="2"/>
                  </a:cxn>
                  <a:cxn ang="0">
                    <a:pos x="16" y="0"/>
                  </a:cxn>
                  <a:cxn ang="0">
                    <a:pos x="16" y="0"/>
                  </a:cxn>
                  <a:cxn ang="0">
                    <a:pos x="22" y="2"/>
                  </a:cxn>
                  <a:cxn ang="0">
                    <a:pos x="28" y="6"/>
                  </a:cxn>
                  <a:cxn ang="0">
                    <a:pos x="31" y="10"/>
                  </a:cxn>
                  <a:cxn ang="0">
                    <a:pos x="32" y="18"/>
                  </a:cxn>
                  <a:cxn ang="0">
                    <a:pos x="32" y="18"/>
                  </a:cxn>
                </a:cxnLst>
                <a:rect l="0" t="0" r="r" b="b"/>
                <a:pathLst>
                  <a:path w="32" h="34">
                    <a:moveTo>
                      <a:pt x="32" y="18"/>
                    </a:moveTo>
                    <a:lnTo>
                      <a:pt x="32" y="18"/>
                    </a:lnTo>
                    <a:lnTo>
                      <a:pt x="31" y="23"/>
                    </a:lnTo>
                    <a:lnTo>
                      <a:pt x="28" y="29"/>
                    </a:lnTo>
                    <a:lnTo>
                      <a:pt x="22" y="32"/>
                    </a:lnTo>
                    <a:lnTo>
                      <a:pt x="16" y="34"/>
                    </a:lnTo>
                    <a:lnTo>
                      <a:pt x="16" y="34"/>
                    </a:lnTo>
                    <a:lnTo>
                      <a:pt x="10" y="32"/>
                    </a:lnTo>
                    <a:lnTo>
                      <a:pt x="5" y="29"/>
                    </a:lnTo>
                    <a:lnTo>
                      <a:pt x="2" y="23"/>
                    </a:lnTo>
                    <a:lnTo>
                      <a:pt x="0" y="18"/>
                    </a:lnTo>
                    <a:lnTo>
                      <a:pt x="0" y="18"/>
                    </a:lnTo>
                    <a:lnTo>
                      <a:pt x="2" y="10"/>
                    </a:lnTo>
                    <a:lnTo>
                      <a:pt x="5" y="6"/>
                    </a:lnTo>
                    <a:lnTo>
                      <a:pt x="10" y="2"/>
                    </a:lnTo>
                    <a:lnTo>
                      <a:pt x="16" y="0"/>
                    </a:lnTo>
                    <a:lnTo>
                      <a:pt x="16" y="0"/>
                    </a:lnTo>
                    <a:lnTo>
                      <a:pt x="22" y="2"/>
                    </a:lnTo>
                    <a:lnTo>
                      <a:pt x="28" y="6"/>
                    </a:lnTo>
                    <a:lnTo>
                      <a:pt x="31" y="10"/>
                    </a:lnTo>
                    <a:lnTo>
                      <a:pt x="32" y="18"/>
                    </a:lnTo>
                    <a:lnTo>
                      <a:pt x="32" y="18"/>
                    </a:lnTo>
                    <a:close/>
                  </a:path>
                </a:pathLst>
              </a:custGeom>
              <a:grpFill/>
              <a:ln w="9525">
                <a:noFill/>
                <a:round/>
                <a:headEnd/>
                <a:tailEnd/>
              </a:ln>
            </p:spPr>
            <p:txBody>
              <a:bodyPr/>
              <a:lstStyle/>
              <a:p>
                <a:pPr defTabSz="914112" fontAlgn="auto">
                  <a:spcBef>
                    <a:spcPts val="0"/>
                  </a:spcBef>
                  <a:spcAft>
                    <a:spcPts val="0"/>
                  </a:spcAft>
                  <a:defRPr/>
                </a:pPr>
                <a:endParaRPr lang="en-US" sz="1800" dirty="0">
                  <a:latin typeface="+mn-lt"/>
                  <a:cs typeface="+mn-cs"/>
                </a:endParaRPr>
              </a:p>
            </p:txBody>
          </p:sp>
        </p:grpSp>
      </p:grpSp>
      <p:sp>
        <p:nvSpPr>
          <p:cNvPr id="73" name="Rectangle 12"/>
          <p:cNvSpPr>
            <a:spLocks noChangeArrowheads="1"/>
          </p:cNvSpPr>
          <p:nvPr>
            <p:custDataLst>
              <p:tags r:id="rId3"/>
            </p:custDataLst>
          </p:nvPr>
        </p:nvSpPr>
        <p:spPr bwMode="auto">
          <a:xfrm>
            <a:off x="8369545" y="5787183"/>
            <a:ext cx="2921001" cy="222035"/>
          </a:xfrm>
          <a:prstGeom prst="rect">
            <a:avLst/>
          </a:prstGeom>
          <a:noFill/>
          <a:ln w="9525">
            <a:noFill/>
            <a:miter lim="800000"/>
            <a:headEnd/>
            <a:tailEnd/>
          </a:ln>
        </p:spPr>
        <p:txBody>
          <a:bodyPr lIns="18504" tIns="18504" rIns="185047" bIns="18504" anchor="b">
            <a:spAutoFit/>
          </a:bodyPr>
          <a:lstStyle/>
          <a:p>
            <a:pPr algn="r"/>
            <a:r>
              <a:rPr lang="en-US" sz="400" dirty="0">
                <a:latin typeface="Trebuchet MS" pitchFamily="34" charset="0"/>
              </a:rPr>
              <a:t>The information contained in this presentation is proprietary.</a:t>
            </a:r>
          </a:p>
          <a:p>
            <a:pPr algn="r"/>
            <a:r>
              <a:rPr lang="en-US" sz="400" dirty="0">
                <a:latin typeface="Trebuchet MS" pitchFamily="34" charset="0"/>
              </a:rPr>
              <a:t>© 2015 Capgemini. All rights reserved.</a:t>
            </a:r>
          </a:p>
          <a:p>
            <a:pPr algn="r"/>
            <a:r>
              <a:rPr lang="en-US" sz="400" i="1" dirty="0">
                <a:latin typeface="Trebuchet MS" pitchFamily="34" charset="0"/>
              </a:rPr>
              <a:t>Rightshore</a:t>
            </a:r>
            <a:r>
              <a:rPr lang="en-US" sz="400" i="1" baseline="30000" dirty="0">
                <a:latin typeface="Trebuchet MS" pitchFamily="34" charset="0"/>
              </a:rPr>
              <a:t>®</a:t>
            </a:r>
            <a:r>
              <a:rPr lang="en-US" sz="400" i="1" dirty="0">
                <a:latin typeface="Trebuchet MS" pitchFamily="34" charset="0"/>
              </a:rPr>
              <a:t> is a trademark belonging to Capgemini.</a:t>
            </a:r>
            <a:endParaRPr lang="en-US" sz="400" dirty="0">
              <a:latin typeface="Trebuchet MS" pitchFamily="34" charset="0"/>
            </a:endParaRPr>
          </a:p>
        </p:txBody>
      </p:sp>
      <p:sp>
        <p:nvSpPr>
          <p:cNvPr id="74" name="Rectangle 13">
            <a:hlinkClick r:id="rId13"/>
          </p:cNvPr>
          <p:cNvSpPr>
            <a:spLocks noChangeArrowheads="1"/>
          </p:cNvSpPr>
          <p:nvPr>
            <p:custDataLst>
              <p:tags r:id="rId4"/>
            </p:custDataLst>
          </p:nvPr>
        </p:nvSpPr>
        <p:spPr bwMode="auto">
          <a:xfrm>
            <a:off x="9680119" y="5251516"/>
            <a:ext cx="1610424" cy="209975"/>
          </a:xfrm>
          <a:prstGeom prst="rect">
            <a:avLst/>
          </a:prstGeom>
          <a:noFill/>
          <a:ln w="9525">
            <a:noFill/>
            <a:miter lim="800000"/>
            <a:headEnd/>
            <a:tailEnd/>
          </a:ln>
        </p:spPr>
        <p:txBody>
          <a:bodyPr wrap="none" lIns="20152" tIns="20152" rIns="201510" bIns="20152" anchor="b">
            <a:spAutoFit/>
          </a:bodyPr>
          <a:lstStyle/>
          <a:p>
            <a:pPr algn="r"/>
            <a:r>
              <a:rPr lang="en-US" sz="1100" b="1" dirty="0"/>
              <a:t>www.capgemini.com</a:t>
            </a:r>
          </a:p>
        </p:txBody>
      </p:sp>
      <p:pic>
        <p:nvPicPr>
          <p:cNvPr id="75" name="Picture 3" descr="C:\Users\UserSim\Desktop\DS_icons\128x128 shadows\facebook.png">
            <a:hlinkClick r:id="rId14"/>
          </p:cNvPr>
          <p:cNvPicPr>
            <a:picLocks noChangeAspect="1" noChangeArrowheads="1"/>
          </p:cNvPicPr>
          <p:nvPr>
            <p:custDataLst>
              <p:tags r:id="rId5"/>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9979265" y="5523893"/>
            <a:ext cx="185208" cy="175521"/>
          </a:xfrm>
          <a:prstGeom prst="rect">
            <a:avLst/>
          </a:prstGeom>
          <a:noFill/>
          <a:ln w="9525">
            <a:noFill/>
            <a:miter lim="800000"/>
            <a:headEnd/>
            <a:tailEnd/>
          </a:ln>
        </p:spPr>
      </p:pic>
      <p:pic>
        <p:nvPicPr>
          <p:cNvPr id="76" name="Picture 4" descr="C:\Users\UserSim\Desktop\DS_icons\128x128 shadows\linkedin.png">
            <a:hlinkClick r:id="rId16"/>
          </p:cNvPr>
          <p:cNvPicPr>
            <a:picLocks noChangeAspect="1" noChangeArrowheads="1"/>
          </p:cNvPicPr>
          <p:nvPr>
            <p:custDataLst>
              <p:tags r:id="rId6"/>
            </p:custDataLst>
          </p:nvPr>
        </p:nvPicPr>
        <p:blipFill>
          <a:blip r:embed="rId17" cstate="email">
            <a:extLst>
              <a:ext uri="{28A0092B-C50C-407E-A947-70E740481C1C}">
                <a14:useLocalDpi xmlns:a14="http://schemas.microsoft.com/office/drawing/2010/main" val="0"/>
              </a:ext>
            </a:extLst>
          </a:blip>
          <a:srcRect/>
          <a:stretch>
            <a:fillRect/>
          </a:stretch>
        </p:blipFill>
        <p:spPr bwMode="auto">
          <a:xfrm>
            <a:off x="10202573" y="5523874"/>
            <a:ext cx="188384" cy="177636"/>
          </a:xfrm>
          <a:prstGeom prst="rect">
            <a:avLst/>
          </a:prstGeom>
          <a:noFill/>
          <a:ln w="9525">
            <a:noFill/>
            <a:miter lim="800000"/>
            <a:headEnd/>
            <a:tailEnd/>
          </a:ln>
        </p:spPr>
      </p:pic>
      <p:pic>
        <p:nvPicPr>
          <p:cNvPr id="77" name="Picture 5" descr="C:\Users\UserSim\Desktop\DS_icons\128x128 shadows\twitter.png">
            <a:hlinkClick r:id="rId18"/>
          </p:cNvPr>
          <p:cNvPicPr>
            <a:picLocks noChangeAspect="1" noChangeArrowheads="1"/>
          </p:cNvPicPr>
          <p:nvPr>
            <p:custDataLst>
              <p:tags r:id="rId7"/>
            </p:custDataLst>
          </p:nvPr>
        </p:nvPicPr>
        <p:blipFill>
          <a:blip r:embed="rId19" cstate="email">
            <a:extLst>
              <a:ext uri="{28A0092B-C50C-407E-A947-70E740481C1C}">
                <a14:useLocalDpi xmlns:a14="http://schemas.microsoft.com/office/drawing/2010/main" val="0"/>
              </a:ext>
            </a:extLst>
          </a:blip>
          <a:srcRect/>
          <a:stretch>
            <a:fillRect/>
          </a:stretch>
        </p:blipFill>
        <p:spPr bwMode="auto">
          <a:xfrm>
            <a:off x="10622740" y="5523874"/>
            <a:ext cx="187325" cy="177636"/>
          </a:xfrm>
          <a:prstGeom prst="rect">
            <a:avLst/>
          </a:prstGeom>
          <a:noFill/>
          <a:ln w="9525">
            <a:noFill/>
            <a:miter lim="800000"/>
            <a:headEnd/>
            <a:tailEnd/>
          </a:ln>
        </p:spPr>
      </p:pic>
      <p:pic>
        <p:nvPicPr>
          <p:cNvPr id="78" name="Picture 6" descr="C:\Users\UserSim\Desktop\DS_icons\128x128 shadows\youtube.png">
            <a:hlinkClick r:id="rId20"/>
          </p:cNvPr>
          <p:cNvPicPr>
            <a:picLocks noChangeAspect="1" noChangeArrowheads="1"/>
          </p:cNvPicPr>
          <p:nvPr>
            <p:custDataLst>
              <p:tags r:id="rId8"/>
            </p:custDataLst>
          </p:nvPr>
        </p:nvPicPr>
        <p:blipFill>
          <a:blip r:embed="rId21" cstate="email">
            <a:extLst>
              <a:ext uri="{28A0092B-C50C-407E-A947-70E740481C1C}">
                <a14:useLocalDpi xmlns:a14="http://schemas.microsoft.com/office/drawing/2010/main" val="0"/>
              </a:ext>
            </a:extLst>
          </a:blip>
          <a:srcRect/>
          <a:stretch>
            <a:fillRect/>
          </a:stretch>
        </p:blipFill>
        <p:spPr bwMode="auto">
          <a:xfrm>
            <a:off x="10848166" y="5523874"/>
            <a:ext cx="187327" cy="177636"/>
          </a:xfrm>
          <a:prstGeom prst="rect">
            <a:avLst/>
          </a:prstGeom>
          <a:noFill/>
          <a:ln w="9525">
            <a:noFill/>
            <a:miter lim="800000"/>
            <a:headEnd/>
            <a:tailEnd/>
          </a:ln>
        </p:spPr>
      </p:pic>
      <p:pic>
        <p:nvPicPr>
          <p:cNvPr id="79" name="Image 22" descr="Picto_Slideshare.gif">
            <a:hlinkClick r:id="rId22"/>
          </p:cNvPr>
          <p:cNvPicPr preferRelativeResize="0">
            <a:picLocks/>
          </p:cNvPicPr>
          <p:nvPr>
            <p:custDataLst>
              <p:tags r:id="rId9"/>
            </p:custDataLst>
          </p:nvPr>
        </p:nvPicPr>
        <p:blipFill>
          <a:blip r:embed="rId23" cstate="print">
            <a:extLst>
              <a:ext uri="{28A0092B-C50C-407E-A947-70E740481C1C}">
                <a14:useLocalDpi xmlns:a14="http://schemas.microsoft.com/office/drawing/2010/main" val="0"/>
              </a:ext>
            </a:extLst>
          </a:blip>
          <a:srcRect l="4793" t="6316" r="5718" b="7969"/>
          <a:stretch>
            <a:fillRect/>
          </a:stretch>
        </p:blipFill>
        <p:spPr>
          <a:xfrm>
            <a:off x="10428658" y="5523932"/>
            <a:ext cx="155575" cy="158603"/>
          </a:xfrm>
          <a:prstGeom prst="roundRect">
            <a:avLst/>
          </a:prstGeom>
          <a:effectLst>
            <a:outerShdw blurRad="38100" dist="25400" dir="5400000" sx="98000" sy="98000" algn="t" rotWithShape="0">
              <a:schemeClr val="tx2">
                <a:alpha val="51000"/>
              </a:schemeClr>
            </a:outerShdw>
          </a:effectLst>
        </p:spPr>
      </p:pic>
      <p:pic>
        <p:nvPicPr>
          <p:cNvPr id="80" name="Picture 26" descr="Capgemini logo black.png"/>
          <p:cNvPicPr>
            <a:picLocks noChangeAspect="1"/>
          </p:cNvPicPr>
          <p:nvPr/>
        </p:nvPicPr>
        <p:blipFill>
          <a:blip r:embed="rId24" cstate="email">
            <a:extLst>
              <a:ext uri="{28A0092B-C50C-407E-A947-70E740481C1C}">
                <a14:useLocalDpi xmlns:a14="http://schemas.microsoft.com/office/drawing/2010/main" val="0"/>
              </a:ext>
            </a:extLst>
          </a:blip>
          <a:srcRect/>
          <a:stretch>
            <a:fillRect/>
          </a:stretch>
        </p:blipFill>
        <p:spPr bwMode="auto">
          <a:xfrm>
            <a:off x="1111019" y="551344"/>
            <a:ext cx="2296684" cy="532906"/>
          </a:xfrm>
          <a:prstGeom prst="rect">
            <a:avLst/>
          </a:prstGeom>
          <a:noFill/>
          <a:ln w="9525">
            <a:noFill/>
            <a:miter lim="800000"/>
            <a:headEnd/>
            <a:tailEnd/>
          </a:ln>
        </p:spPr>
      </p:pic>
      <p:pic>
        <p:nvPicPr>
          <p:cNvPr id="81" name="Picture 6" descr="D:\My Work\GSLs\TEMPLATES\DCE\Digital Service Final VI approved from Group 10 Dec\Icons and Logo Illustrations\Slogan_PMRC_cmyk_Capgemini_Black.png"/>
          <p:cNvPicPr>
            <a:picLocks noChangeAspect="1" noChangeArrowheads="1"/>
          </p:cNvPicPr>
          <p:nvPr/>
        </p:nvPicPr>
        <p:blipFill>
          <a:blip r:embed="rId25" cstate="email">
            <a:extLst>
              <a:ext uri="{28A0092B-C50C-407E-A947-70E740481C1C}">
                <a14:useLocalDpi xmlns:a14="http://schemas.microsoft.com/office/drawing/2010/main" val="0"/>
              </a:ext>
            </a:extLst>
          </a:blip>
          <a:srcRect/>
          <a:stretch>
            <a:fillRect/>
          </a:stretch>
        </p:blipFill>
        <p:spPr bwMode="auto">
          <a:xfrm>
            <a:off x="6310878" y="708431"/>
            <a:ext cx="4117780" cy="336239"/>
          </a:xfrm>
          <a:prstGeom prst="rect">
            <a:avLst/>
          </a:prstGeom>
          <a:noFill/>
          <a:ln w="9525">
            <a:noFill/>
            <a:miter lim="800000"/>
            <a:headEnd/>
            <a:tailEnd/>
          </a:ln>
        </p:spPr>
      </p:pic>
    </p:spTree>
    <p:extLst>
      <p:ext uri="{BB962C8B-B14F-4D97-AF65-F5344CB8AC3E}">
        <p14:creationId xmlns:p14="http://schemas.microsoft.com/office/powerpoint/2010/main" val="4233832473"/>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6" name="Image 5" descr="Getty_542651871_ppt.jpg"/>
          <p:cNvPicPr>
            <a:picLocks noChangeAspect="1"/>
          </p:cNvPicPr>
          <p:nvPr/>
        </p:nvPicPr>
        <p:blipFill>
          <a:blip r:embed="rId2" cstate="print"/>
          <a:stretch>
            <a:fillRect/>
          </a:stretch>
        </p:blipFill>
        <p:spPr>
          <a:xfrm>
            <a:off x="0" y="-1274064"/>
            <a:ext cx="12192000" cy="8132064"/>
          </a:xfrm>
          <a:prstGeom prst="rect">
            <a:avLst/>
          </a:prstGeom>
        </p:spPr>
      </p:pic>
      <p:pic>
        <p:nvPicPr>
          <p:cNvPr id="5" name="Picture 4" descr="capgemini.png"/>
          <p:cNvPicPr>
            <a:picLocks noChangeAspect="1"/>
          </p:cNvPicPr>
          <p:nvPr/>
        </p:nvPicPr>
        <p:blipFill>
          <a:blip r:embed="rId3" cstate="screen">
            <a:duotone>
              <a:schemeClr val="bg2">
                <a:shade val="45000"/>
                <a:satMod val="135000"/>
              </a:schemeClr>
              <a:prstClr val="white"/>
            </a:duotone>
          </a:blip>
          <a:stretch>
            <a:fillRect/>
          </a:stretch>
        </p:blipFill>
        <p:spPr>
          <a:xfrm>
            <a:off x="764824" y="430309"/>
            <a:ext cx="2295877" cy="538097"/>
          </a:xfrm>
          <a:prstGeom prst="rect">
            <a:avLst/>
          </a:prstGeom>
        </p:spPr>
      </p:pic>
      <p:sp>
        <p:nvSpPr>
          <p:cNvPr id="2" name="Title 1"/>
          <p:cNvSpPr>
            <a:spLocks noGrp="1"/>
          </p:cNvSpPr>
          <p:nvPr>
            <p:ph type="ctrTitle"/>
          </p:nvPr>
        </p:nvSpPr>
        <p:spPr>
          <a:xfrm>
            <a:off x="3657600" y="3343280"/>
            <a:ext cx="8559800" cy="1470025"/>
          </a:xfrm>
          <a:prstGeom prst="rect">
            <a:avLst/>
          </a:prstGeom>
          <a:solidFill>
            <a:schemeClr val="bg1">
              <a:lumMod val="85000"/>
              <a:alpha val="66000"/>
            </a:schemeClr>
          </a:solidFill>
        </p:spPr>
        <p:txBody>
          <a:bodyPr lIns="0" tIns="302265" rIns="221662" bIns="302265">
            <a:noAutofit/>
          </a:bodyPr>
          <a:lstStyle>
            <a:lvl1pPr algn="r">
              <a:defRPr sz="3400">
                <a:solidFill>
                  <a:schemeClr val="bg1"/>
                </a:solidFill>
              </a:defRPr>
            </a:lvl1pPr>
          </a:lstStyle>
          <a:p>
            <a:r>
              <a:rPr lang="fr-FR"/>
              <a:t>Modifiez le style du titre</a:t>
            </a:r>
            <a:endParaRPr lang="en-US" dirty="0"/>
          </a:p>
        </p:txBody>
      </p:sp>
      <p:sp>
        <p:nvSpPr>
          <p:cNvPr id="3" name="Subtitle 2"/>
          <p:cNvSpPr>
            <a:spLocks noGrp="1"/>
          </p:cNvSpPr>
          <p:nvPr>
            <p:ph type="subTitle" idx="1"/>
          </p:nvPr>
        </p:nvSpPr>
        <p:spPr>
          <a:xfrm>
            <a:off x="3683000" y="5105400"/>
            <a:ext cx="8534400" cy="1752600"/>
          </a:xfrm>
          <a:prstGeom prst="rect">
            <a:avLst/>
          </a:prstGeom>
        </p:spPr>
        <p:txBody>
          <a:bodyPr lIns="0" rIns="221662">
            <a:normAutofit/>
          </a:bodyPr>
          <a:lstStyle>
            <a:lvl1pPr marL="0" indent="0" algn="r">
              <a:buNone/>
              <a:defRPr sz="1800">
                <a:solidFill>
                  <a:schemeClr val="bg1"/>
                </a:solidFill>
                <a:latin typeface="Segoe UI Light" pitchFamily="34" charset="0"/>
              </a:defRPr>
            </a:lvl1pPr>
            <a:lvl2pPr marL="511824" indent="0" algn="ctr">
              <a:buNone/>
              <a:defRPr>
                <a:solidFill>
                  <a:schemeClr val="tx1">
                    <a:tint val="75000"/>
                  </a:schemeClr>
                </a:solidFill>
              </a:defRPr>
            </a:lvl2pPr>
            <a:lvl3pPr marL="1023647" indent="0" algn="ctr">
              <a:buNone/>
              <a:defRPr>
                <a:solidFill>
                  <a:schemeClr val="tx1">
                    <a:tint val="75000"/>
                  </a:schemeClr>
                </a:solidFill>
              </a:defRPr>
            </a:lvl3pPr>
            <a:lvl4pPr marL="1535470" indent="0" algn="ctr">
              <a:buNone/>
              <a:defRPr>
                <a:solidFill>
                  <a:schemeClr val="tx1">
                    <a:tint val="75000"/>
                  </a:schemeClr>
                </a:solidFill>
              </a:defRPr>
            </a:lvl4pPr>
            <a:lvl5pPr marL="2047294" indent="0" algn="ctr">
              <a:buNone/>
              <a:defRPr>
                <a:solidFill>
                  <a:schemeClr val="tx1">
                    <a:tint val="75000"/>
                  </a:schemeClr>
                </a:solidFill>
              </a:defRPr>
            </a:lvl5pPr>
            <a:lvl6pPr marL="2559117" indent="0" algn="ctr">
              <a:buNone/>
              <a:defRPr>
                <a:solidFill>
                  <a:schemeClr val="tx1">
                    <a:tint val="75000"/>
                  </a:schemeClr>
                </a:solidFill>
              </a:defRPr>
            </a:lvl6pPr>
            <a:lvl7pPr marL="3070941" indent="0" algn="ctr">
              <a:buNone/>
              <a:defRPr>
                <a:solidFill>
                  <a:schemeClr val="tx1">
                    <a:tint val="75000"/>
                  </a:schemeClr>
                </a:solidFill>
              </a:defRPr>
            </a:lvl7pPr>
            <a:lvl8pPr marL="3582763" indent="0" algn="ctr">
              <a:buNone/>
              <a:defRPr>
                <a:solidFill>
                  <a:schemeClr val="tx1">
                    <a:tint val="75000"/>
                  </a:schemeClr>
                </a:solidFill>
              </a:defRPr>
            </a:lvl8pPr>
            <a:lvl9pPr marL="4094587" indent="0" algn="ctr">
              <a:buNone/>
              <a:defRPr>
                <a:solidFill>
                  <a:schemeClr val="tx1">
                    <a:tint val="75000"/>
                  </a:schemeClr>
                </a:solidFill>
              </a:defRPr>
            </a:lvl9pPr>
          </a:lstStyle>
          <a:p>
            <a:r>
              <a:rPr lang="fr-FR"/>
              <a:t>Modifiez le style des sous-titres du masque</a:t>
            </a:r>
            <a:endParaRPr lang="en-US" dirty="0"/>
          </a:p>
        </p:txBody>
      </p:sp>
    </p:spTree>
    <p:extLst>
      <p:ext uri="{BB962C8B-B14F-4D97-AF65-F5344CB8AC3E}">
        <p14:creationId xmlns:p14="http://schemas.microsoft.com/office/powerpoint/2010/main" val="512149204"/>
      </p:ext>
    </p:extLst>
  </p:cSld>
  <p:clrMapOvr>
    <a:masterClrMapping/>
  </p:clrMapOvr>
  <p:transition>
    <p:push/>
  </p:transition>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1_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fr-FR"/>
              <a:t>Modifiez le style du titre</a:t>
            </a:r>
            <a:endParaRPr lang="en-US"/>
          </a:p>
        </p:txBody>
      </p:sp>
      <p:sp>
        <p:nvSpPr>
          <p:cNvPr id="6" name="Slide Number Placeholder 5"/>
          <p:cNvSpPr txBox="1">
            <a:spLocks/>
          </p:cNvSpPr>
          <p:nvPr/>
        </p:nvSpPr>
        <p:spPr>
          <a:xfrm>
            <a:off x="8832304" y="6277262"/>
            <a:ext cx="2844800" cy="365125"/>
          </a:xfrm>
          <a:prstGeom prst="rect">
            <a:avLst/>
          </a:prstGeom>
        </p:spPr>
        <p:txBody>
          <a:bodyPr vert="horz" lIns="102165" tIns="51072" rIns="102165" bIns="51072" rtlCol="0" anchor="ctr"/>
          <a:lstStyle>
            <a:lvl1pPr algn="r">
              <a:defRPr sz="1200">
                <a:solidFill>
                  <a:schemeClr val="tx1">
                    <a:tint val="75000"/>
                  </a:schemeClr>
                </a:solidFill>
              </a:defRPr>
            </a:lvl1pPr>
          </a:lstStyle>
          <a:p>
            <a:pPr lvl="0">
              <a:defRPr sz="1800">
                <a:solidFill>
                  <a:srgbClr val="000000"/>
                </a:solidFill>
              </a:defRPr>
            </a:pPr>
            <a:r>
              <a:rPr lang="en-US" sz="800" dirty="0">
                <a:solidFill>
                  <a:schemeClr val="tx1">
                    <a:lumMod val="60000"/>
                    <a:lumOff val="40000"/>
                  </a:schemeClr>
                </a:solidFill>
                <a:latin typeface="Calibri" pitchFamily="34" charset="0"/>
              </a:rPr>
              <a:t>Copyright © </a:t>
            </a:r>
            <a:r>
              <a:rPr lang="en-US" sz="800" dirty="0" err="1">
                <a:solidFill>
                  <a:schemeClr val="tx1">
                    <a:lumMod val="60000"/>
                    <a:lumOff val="40000"/>
                  </a:schemeClr>
                </a:solidFill>
                <a:latin typeface="Calibri" pitchFamily="34" charset="0"/>
              </a:rPr>
              <a:t>Capgemini</a:t>
            </a:r>
            <a:r>
              <a:rPr lang="en-US" sz="800" dirty="0">
                <a:solidFill>
                  <a:schemeClr val="tx1">
                    <a:lumMod val="60000"/>
                    <a:lumOff val="40000"/>
                  </a:schemeClr>
                </a:solidFill>
                <a:latin typeface="Calibri" pitchFamily="34" charset="0"/>
              </a:rPr>
              <a:t> 2016. All Rights Reserved</a:t>
            </a:r>
          </a:p>
        </p:txBody>
      </p:sp>
      <p:pic>
        <p:nvPicPr>
          <p:cNvPr id="9" name="Picture 103" descr="C:\Users\UserSim\Desktop\Capgemini\Capgemini_logo_cmyk.png"/>
          <p:cNvPicPr>
            <a:picLocks noChangeAspect="1" noChangeArrowheads="1"/>
          </p:cNvPicPr>
          <p:nvPr>
            <p:custDataLst>
              <p:tags r:id="rId1"/>
            </p:custDataLst>
          </p:nvPr>
        </p:nvPicPr>
        <p:blipFill>
          <a:blip r:embed="rId3" cstate="print">
            <a:extLst>
              <a:ext uri="{28A0092B-C50C-407E-A947-70E740481C1C}">
                <a14:useLocalDpi xmlns:a14="http://schemas.microsoft.com/office/drawing/2010/main"/>
              </a:ext>
            </a:extLst>
          </a:blip>
          <a:srcRect/>
          <a:stretch>
            <a:fillRect/>
          </a:stretch>
        </p:blipFill>
        <p:spPr bwMode="auto">
          <a:xfrm>
            <a:off x="671398" y="6251288"/>
            <a:ext cx="1632181" cy="37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7273287"/>
      </p:ext>
    </p:extLst>
  </p:cSld>
  <p:clrMapOvr>
    <a:masterClrMapping/>
  </p:clrMapOvr>
  <mc:AlternateContent xmlns:mc="http://schemas.openxmlformats.org/markup-compatibility/2006" xmlns:p14="http://schemas.microsoft.com/office/powerpoint/2010/main">
    <mc:Choice Requires="p14">
      <p:transition p14:dur="150">
        <p:push/>
      </p:transition>
    </mc:Choice>
    <mc:Fallback xmlns="">
      <p:transition>
        <p:push/>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Sous titre blanc">
    <p:spTree>
      <p:nvGrpSpPr>
        <p:cNvPr id="1" name=""/>
        <p:cNvGrpSpPr/>
        <p:nvPr/>
      </p:nvGrpSpPr>
      <p:grpSpPr>
        <a:xfrm>
          <a:off x="0" y="0"/>
          <a:ext cx="0" cy="0"/>
          <a:chOff x="0" y="0"/>
          <a:chExt cx="0" cy="0"/>
        </a:xfrm>
      </p:grpSpPr>
      <p:sp>
        <p:nvSpPr>
          <p:cNvPr id="8" name="Titre 6"/>
          <p:cNvSpPr>
            <a:spLocks noGrp="1"/>
          </p:cNvSpPr>
          <p:nvPr>
            <p:ph type="title" hasCustomPrompt="1"/>
          </p:nvPr>
        </p:nvSpPr>
        <p:spPr>
          <a:xfrm>
            <a:off x="719410" y="687171"/>
            <a:ext cx="9043449" cy="479781"/>
          </a:xfrm>
          <a:prstGeom prst="rect">
            <a:avLst/>
          </a:prstGeom>
        </p:spPr>
        <p:txBody>
          <a:bodyPr lIns="102378" tIns="51188" rIns="102378" bIns="51188">
            <a:noAutofit/>
          </a:bodyPr>
          <a:lstStyle>
            <a:lvl1pPr>
              <a:defRPr sz="2000" b="0" i="0">
                <a:solidFill>
                  <a:schemeClr val="tx1"/>
                </a:solidFill>
                <a:latin typeface="Roboto" charset="0"/>
                <a:ea typeface="Roboto" charset="0"/>
                <a:cs typeface="Roboto" charset="0"/>
              </a:defRPr>
            </a:lvl1pPr>
          </a:lstStyle>
          <a:p>
            <a:r>
              <a:rPr lang="fr-FR" dirty="0"/>
              <a:t>CLIQUEZ POUR MODIFIER LE STYLE DU TITRE</a:t>
            </a:r>
          </a:p>
        </p:txBody>
      </p:sp>
      <p:cxnSp>
        <p:nvCxnSpPr>
          <p:cNvPr id="9" name="Connecteur droit 8"/>
          <p:cNvCxnSpPr/>
          <p:nvPr/>
        </p:nvCxnSpPr>
        <p:spPr>
          <a:xfrm>
            <a:off x="830554" y="1166951"/>
            <a:ext cx="464921" cy="0"/>
          </a:xfrm>
          <a:prstGeom prst="line">
            <a:avLst/>
          </a:prstGeom>
          <a:ln w="9525">
            <a:solidFill>
              <a:srgbClr val="DC2145"/>
            </a:solidFill>
          </a:ln>
          <a:effectLst/>
        </p:spPr>
        <p:style>
          <a:lnRef idx="2">
            <a:schemeClr val="accent1"/>
          </a:lnRef>
          <a:fillRef idx="0">
            <a:schemeClr val="accent1"/>
          </a:fillRef>
          <a:effectRef idx="1">
            <a:schemeClr val="accent1"/>
          </a:effectRef>
          <a:fontRef idx="minor">
            <a:schemeClr val="tx1"/>
          </a:fontRef>
        </p:style>
      </p:cxnSp>
      <p:sp>
        <p:nvSpPr>
          <p:cNvPr id="4" name="Espace réservé du contenu 3"/>
          <p:cNvSpPr>
            <a:spLocks noGrp="1"/>
          </p:cNvSpPr>
          <p:nvPr>
            <p:ph sz="quarter" idx="10"/>
          </p:nvPr>
        </p:nvSpPr>
        <p:spPr>
          <a:xfrm>
            <a:off x="719667" y="1604800"/>
            <a:ext cx="10862733" cy="4224502"/>
          </a:xfrm>
          <a:prstGeom prst="rect">
            <a:avLst/>
          </a:prstGeom>
        </p:spPr>
        <p:txBody>
          <a:bodyPr lIns="102378" tIns="51188" rIns="102378" bIns="51188"/>
          <a:lstStyle>
            <a:lvl1pPr>
              <a:lnSpc>
                <a:spcPct val="150000"/>
              </a:lnSpc>
              <a:defRPr sz="1600" b="0" i="0">
                <a:latin typeface="Roboto Light" charset="0"/>
                <a:ea typeface="Roboto Light" charset="0"/>
                <a:cs typeface="Roboto Light" charset="0"/>
              </a:defRPr>
            </a:lvl1pPr>
            <a:lvl2pPr>
              <a:lnSpc>
                <a:spcPct val="150000"/>
              </a:lnSpc>
              <a:defRPr sz="1200" b="0" i="0">
                <a:latin typeface="Roboto Light" charset="0"/>
                <a:ea typeface="Roboto Light" charset="0"/>
                <a:cs typeface="Roboto Light" charset="0"/>
              </a:defRPr>
            </a:lvl2pPr>
            <a:lvl3pPr>
              <a:lnSpc>
                <a:spcPct val="150000"/>
              </a:lnSpc>
              <a:defRPr sz="1100" b="0" i="0">
                <a:latin typeface="Roboto Light" charset="0"/>
                <a:ea typeface="Roboto Light" charset="0"/>
                <a:cs typeface="Roboto Light" charset="0"/>
              </a:defRPr>
            </a:lvl3pPr>
            <a:lvl4pPr>
              <a:lnSpc>
                <a:spcPct val="150000"/>
              </a:lnSpc>
              <a:defRPr sz="1100" b="0" i="0">
                <a:latin typeface="Roboto Light" charset="0"/>
                <a:ea typeface="Roboto Light" charset="0"/>
                <a:cs typeface="Roboto Light" charset="0"/>
              </a:defRPr>
            </a:lvl4pPr>
            <a:lvl5pPr>
              <a:lnSpc>
                <a:spcPct val="150000"/>
              </a:lnSpc>
              <a:defRPr sz="1100" b="0" i="0">
                <a:latin typeface="Roboto Light" charset="0"/>
                <a:ea typeface="Roboto Light" charset="0"/>
                <a:cs typeface="Roboto Light"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Slide Number Placeholder 5"/>
          <p:cNvSpPr txBox="1">
            <a:spLocks/>
          </p:cNvSpPr>
          <p:nvPr/>
        </p:nvSpPr>
        <p:spPr>
          <a:xfrm>
            <a:off x="8688288" y="6267145"/>
            <a:ext cx="2844800" cy="311292"/>
          </a:xfrm>
          <a:prstGeom prst="rect">
            <a:avLst/>
          </a:prstGeom>
        </p:spPr>
        <p:txBody>
          <a:bodyPr vert="horz" lIns="102378" tIns="51188" rIns="102378" bIns="51188" rtlCol="0" anchor="ctr"/>
          <a:lstStyle>
            <a:lvl1pPr algn="r">
              <a:defRPr sz="1200">
                <a:solidFill>
                  <a:schemeClr val="tx1">
                    <a:tint val="75000"/>
                  </a:schemeClr>
                </a:solidFill>
              </a:defRPr>
            </a:lvl1pPr>
          </a:lstStyle>
          <a:p>
            <a:pPr>
              <a:defRPr/>
            </a:pPr>
            <a:fld id="{EAFEDC55-65C2-4245-A27D-13D7DF09935A}" type="slidenum">
              <a:rPr lang="en-US" sz="700" smtClean="0">
                <a:solidFill>
                  <a:prstClr val="black">
                    <a:tint val="75000"/>
                  </a:prstClr>
                </a:solidFill>
                <a:latin typeface="Roboto" charset="0"/>
                <a:ea typeface="Roboto" charset="0"/>
                <a:cs typeface="Roboto" charset="0"/>
              </a:rPr>
              <a:pPr>
                <a:defRPr/>
              </a:pPr>
              <a:t>‹N°›</a:t>
            </a:fld>
            <a:endParaRPr lang="en-US" sz="1100" dirty="0">
              <a:solidFill>
                <a:prstClr val="black">
                  <a:tint val="75000"/>
                </a:prstClr>
              </a:solidFill>
              <a:latin typeface="Roboto" charset="0"/>
              <a:ea typeface="Roboto" charset="0"/>
              <a:cs typeface="Roboto" charset="0"/>
            </a:endParaRPr>
          </a:p>
        </p:txBody>
      </p:sp>
      <p:pic>
        <p:nvPicPr>
          <p:cNvPr id="10" name="Imag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Tree>
    <p:extLst>
      <p:ext uri="{BB962C8B-B14F-4D97-AF65-F5344CB8AC3E}">
        <p14:creationId xmlns:p14="http://schemas.microsoft.com/office/powerpoint/2010/main" val="3252758298"/>
      </p:ext>
    </p:extLst>
  </p:cSld>
  <p:clrMapOvr>
    <a:masterClrMapping/>
  </p:clrMapOvr>
  <p:transition>
    <p:push/>
  </p:transition>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Sous titre">
    <p:spTree>
      <p:nvGrpSpPr>
        <p:cNvPr id="1" name=""/>
        <p:cNvGrpSpPr/>
        <p:nvPr/>
      </p:nvGrpSpPr>
      <p:grpSpPr>
        <a:xfrm>
          <a:off x="0" y="0"/>
          <a:ext cx="0" cy="0"/>
          <a:chOff x="0" y="0"/>
          <a:chExt cx="0" cy="0"/>
        </a:xfrm>
      </p:grpSpPr>
      <p:sp>
        <p:nvSpPr>
          <p:cNvPr id="15" name="Shape 15"/>
          <p:cNvSpPr>
            <a:spLocks noGrp="1"/>
          </p:cNvSpPr>
          <p:nvPr>
            <p:ph type="title"/>
          </p:nvPr>
        </p:nvSpPr>
        <p:spPr>
          <a:xfrm>
            <a:off x="3" y="2276872"/>
            <a:ext cx="12191999" cy="1536170"/>
          </a:xfrm>
          <a:prstGeom prst="rect">
            <a:avLst/>
          </a:prstGeom>
          <a:noFill/>
        </p:spPr>
        <p:txBody>
          <a:bodyPr lIns="32805" tIns="32805" rIns="32805" bIns="32805" anchor="ctr" anchorCtr="0">
            <a:normAutofit/>
          </a:bodyPr>
          <a:lstStyle>
            <a:lvl1pPr algn="ctr" defTabSz="872459">
              <a:defRPr lang="fr-FR" sz="3100" b="0" i="0" dirty="0">
                <a:solidFill>
                  <a:srgbClr val="FFFFFF"/>
                </a:solidFill>
                <a:latin typeface="Roboto Light" charset="0"/>
                <a:ea typeface="Roboto Light" charset="0"/>
                <a:cs typeface="Roboto Light" charset="0"/>
                <a:sym typeface="Segoe UI"/>
              </a:defRPr>
            </a:lvl1pPr>
          </a:lstStyle>
          <a:p>
            <a:pPr lvl="0">
              <a:defRPr sz="1800">
                <a:solidFill>
                  <a:srgbClr val="000000"/>
                </a:solidFill>
              </a:defRPr>
            </a:pPr>
            <a:r>
              <a:rPr lang="fr-FR" sz="3600">
                <a:solidFill>
                  <a:srgbClr val="FFFFFF"/>
                </a:solidFill>
              </a:rPr>
              <a:t>Modifiez le style du titre</a:t>
            </a:r>
            <a:endParaRPr sz="3600" dirty="0">
              <a:solidFill>
                <a:srgbClr val="FFFFFF"/>
              </a:solidFill>
            </a:endParaRP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
        <p:nvSpPr>
          <p:cNvPr id="8" name="Espace réservé du texte 7"/>
          <p:cNvSpPr>
            <a:spLocks noGrp="1"/>
          </p:cNvSpPr>
          <p:nvPr>
            <p:ph type="body" sz="quarter" idx="10" hasCustomPrompt="1"/>
          </p:nvPr>
        </p:nvSpPr>
        <p:spPr>
          <a:xfrm>
            <a:off x="0" y="1892830"/>
            <a:ext cx="12192000" cy="384042"/>
          </a:xfrm>
          <a:prstGeom prst="rect">
            <a:avLst/>
          </a:prstGeom>
        </p:spPr>
        <p:txBody>
          <a:bodyPr lIns="102378" tIns="51188" rIns="102378" bIns="51188"/>
          <a:lstStyle>
            <a:lvl1pPr marL="0" indent="0" algn="ctr">
              <a:buNone/>
              <a:defRPr sz="1600" b="0" i="0">
                <a:solidFill>
                  <a:schemeClr val="bg1"/>
                </a:solidFill>
                <a:latin typeface="Roboto Light" charset="0"/>
                <a:ea typeface="Roboto Light" charset="0"/>
                <a:cs typeface="Roboto Light" charset="0"/>
              </a:defRPr>
            </a:lvl1pPr>
          </a:lstStyle>
          <a:p>
            <a:pPr lvl="0"/>
            <a:r>
              <a:rPr lang="fr-FR" dirty="0"/>
              <a:t>TITRE PRÉCÉDENT</a:t>
            </a:r>
          </a:p>
        </p:txBody>
      </p:sp>
    </p:spTree>
    <p:extLst>
      <p:ext uri="{BB962C8B-B14F-4D97-AF65-F5344CB8AC3E}">
        <p14:creationId xmlns:p14="http://schemas.microsoft.com/office/powerpoint/2010/main" val="3662732607"/>
      </p:ext>
    </p:extLst>
  </p:cSld>
  <p:clrMapOvr>
    <a:masterClrMapping/>
  </p:clrMapOvr>
  <p:transition/>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_Sous titre blanc">
    <p:spTree>
      <p:nvGrpSpPr>
        <p:cNvPr id="1" name=""/>
        <p:cNvGrpSpPr/>
        <p:nvPr/>
      </p:nvGrpSpPr>
      <p:grpSpPr>
        <a:xfrm>
          <a:off x="0" y="0"/>
          <a:ext cx="0" cy="0"/>
          <a:chOff x="0" y="0"/>
          <a:chExt cx="0" cy="0"/>
        </a:xfrm>
      </p:grpSpPr>
      <p:cxnSp>
        <p:nvCxnSpPr>
          <p:cNvPr id="3" name="Connecteur droit 2"/>
          <p:cNvCxnSpPr/>
          <p:nvPr/>
        </p:nvCxnSpPr>
        <p:spPr>
          <a:xfrm>
            <a:off x="5835659" y="1166284"/>
            <a:ext cx="520700" cy="0"/>
          </a:xfrm>
          <a:prstGeom prst="line">
            <a:avLst/>
          </a:prstGeom>
          <a:ln w="952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5"/>
          <p:cNvSpPr txBox="1">
            <a:spLocks/>
          </p:cNvSpPr>
          <p:nvPr/>
        </p:nvSpPr>
        <p:spPr>
          <a:xfrm>
            <a:off x="8688917" y="6280153"/>
            <a:ext cx="2844800" cy="311149"/>
          </a:xfrm>
          <a:prstGeom prst="rect">
            <a:avLst/>
          </a:prstGeom>
        </p:spPr>
        <p:txBody>
          <a:bodyPr lIns="102378" tIns="51188" rIns="102378" bIns="51188" anchor="ctr"/>
          <a:lstStyle>
            <a:lvl1pPr algn="r">
              <a:defRPr sz="1200">
                <a:solidFill>
                  <a:schemeClr val="tx1">
                    <a:tint val="75000"/>
                  </a:schemeClr>
                </a:solidFill>
              </a:defRPr>
            </a:lvl1pPr>
          </a:lstStyle>
          <a:p>
            <a:pPr>
              <a:defRPr/>
            </a:pPr>
            <a:fld id="{93531339-7C7B-452C-A96B-32A3ABA1BD22}" type="slidenum">
              <a:rPr lang="en-US" sz="700" smtClean="0">
                <a:solidFill>
                  <a:prstClr val="black">
                    <a:tint val="75000"/>
                  </a:prstClr>
                </a:solidFill>
                <a:latin typeface="Segoe UI" pitchFamily="34" charset="0"/>
                <a:ea typeface="Segoe UI" pitchFamily="34" charset="0"/>
                <a:cs typeface="Segoe UI" pitchFamily="34" charset="0"/>
              </a:rPr>
              <a:pPr>
                <a:defRPr/>
              </a:pPr>
              <a:t>‹N°›</a:t>
            </a:fld>
            <a:endParaRPr lang="en-US" sz="700" dirty="0">
              <a:solidFill>
                <a:prstClr val="black">
                  <a:tint val="75000"/>
                </a:prstClr>
              </a:solidFill>
              <a:latin typeface="Segoe UI" pitchFamily="34" charset="0"/>
              <a:ea typeface="Segoe UI" pitchFamily="34" charset="0"/>
              <a:cs typeface="Segoe UI" pitchFamily="34" charset="0"/>
            </a:endParaRPr>
          </a:p>
        </p:txBody>
      </p:sp>
      <p:pic>
        <p:nvPicPr>
          <p:cNvPr id="5" name="Image 4"/>
          <p:cNvPicPr>
            <a:picLocks noChangeAspect="1"/>
          </p:cNvPicPr>
          <p:nvPr/>
        </p:nvPicPr>
        <p:blipFill>
          <a:blip r:embed="rId2" cstate="print">
            <a:duotone>
              <a:prstClr val="black"/>
              <a:schemeClr val="tx2">
                <a:tint val="45000"/>
                <a:satMod val="400000"/>
              </a:schemeClr>
            </a:duotone>
          </a:blip>
          <a:stretch>
            <a:fillRect/>
          </a:stretch>
        </p:blipFill>
        <p:spPr>
          <a:xfrm>
            <a:off x="748427" y="6285108"/>
            <a:ext cx="1243712" cy="301141"/>
          </a:xfrm>
          <a:prstGeom prst="rect">
            <a:avLst/>
          </a:prstGeom>
        </p:spPr>
      </p:pic>
      <p:sp>
        <p:nvSpPr>
          <p:cNvPr id="6" name="Shape 23"/>
          <p:cNvSpPr/>
          <p:nvPr/>
        </p:nvSpPr>
        <p:spPr>
          <a:xfrm>
            <a:off x="4322234" y="6379090"/>
            <a:ext cx="3547533" cy="178347"/>
          </a:xfrm>
          <a:prstGeom prst="rect">
            <a:avLst/>
          </a:prstGeom>
          <a:ln w="12700">
            <a:miter lim="400000"/>
          </a:ln>
          <a:extLst>
            <a:ext uri="{C572A759-6A51-4108-AA02-DFA0A04FC94B}"/>
          </a:extLst>
        </p:spPr>
        <p:txBody>
          <a:bodyPr lIns="40305" tIns="40305" rIns="40305" bIns="40305" anchor="b">
            <a:spAutoFit/>
          </a:bodyPr>
          <a:lstStyle>
            <a:lvl1pPr algn="ctr" defTabSz="995362">
              <a:lnSpc>
                <a:spcPct val="90000"/>
              </a:lnSpc>
              <a:defRPr sz="700">
                <a:solidFill>
                  <a:srgbClr val="595959"/>
                </a:solidFill>
              </a:defRPr>
            </a:lvl1pPr>
          </a:lstStyle>
          <a:p>
            <a:pPr>
              <a:defRPr sz="1800">
                <a:solidFill>
                  <a:srgbClr val="000000"/>
                </a:solidFill>
              </a:defRPr>
            </a:pPr>
            <a:r>
              <a:rPr sz="700" dirty="0">
                <a:solidFill>
                  <a:prstClr val="white">
                    <a:lumMod val="75000"/>
                  </a:prstClr>
                </a:solidFill>
                <a:latin typeface="Segoe UI" pitchFamily="34" charset="0"/>
                <a:ea typeface="Segoe UI" pitchFamily="34" charset="0"/>
                <a:cs typeface="Segoe UI" pitchFamily="34" charset="0"/>
              </a:rPr>
              <a:t>Copyright © </a:t>
            </a:r>
            <a:r>
              <a:rPr sz="700" dirty="0" err="1">
                <a:solidFill>
                  <a:prstClr val="white">
                    <a:lumMod val="75000"/>
                  </a:prstClr>
                </a:solidFill>
                <a:latin typeface="Segoe UI" pitchFamily="34" charset="0"/>
                <a:ea typeface="Segoe UI" pitchFamily="34" charset="0"/>
                <a:cs typeface="Segoe UI" pitchFamily="34" charset="0"/>
              </a:rPr>
              <a:t>Capgemini</a:t>
            </a:r>
            <a:r>
              <a:rPr sz="700" dirty="0">
                <a:solidFill>
                  <a:prstClr val="white">
                    <a:lumMod val="75000"/>
                  </a:prstClr>
                </a:solidFill>
                <a:latin typeface="Segoe UI" pitchFamily="34" charset="0"/>
                <a:ea typeface="Segoe UI" pitchFamily="34" charset="0"/>
                <a:cs typeface="Segoe UI" pitchFamily="34" charset="0"/>
              </a:rPr>
              <a:t> 201</a:t>
            </a:r>
            <a:r>
              <a:rPr lang="fr-FR" sz="700" dirty="0">
                <a:solidFill>
                  <a:prstClr val="white">
                    <a:lumMod val="75000"/>
                  </a:prstClr>
                </a:solidFill>
                <a:latin typeface="Segoe UI" pitchFamily="34" charset="0"/>
                <a:ea typeface="Segoe UI" pitchFamily="34" charset="0"/>
                <a:cs typeface="Segoe UI" pitchFamily="34" charset="0"/>
              </a:rPr>
              <a:t>6</a:t>
            </a:r>
            <a:r>
              <a:rPr sz="700" dirty="0">
                <a:solidFill>
                  <a:prstClr val="white">
                    <a:lumMod val="75000"/>
                  </a:prstClr>
                </a:solidFill>
                <a:latin typeface="Segoe UI" pitchFamily="34" charset="0"/>
                <a:ea typeface="Segoe UI" pitchFamily="34" charset="0"/>
                <a:cs typeface="Segoe UI" pitchFamily="34" charset="0"/>
              </a:rPr>
              <a:t>. All Rights Reserved</a:t>
            </a:r>
          </a:p>
        </p:txBody>
      </p:sp>
      <p:sp>
        <p:nvSpPr>
          <p:cNvPr id="8" name="Titre 6"/>
          <p:cNvSpPr>
            <a:spLocks noGrp="1"/>
          </p:cNvSpPr>
          <p:nvPr>
            <p:ph type="title"/>
          </p:nvPr>
        </p:nvSpPr>
        <p:spPr>
          <a:xfrm>
            <a:off x="719403" y="288358"/>
            <a:ext cx="10862997" cy="864096"/>
          </a:xfrm>
          <a:prstGeom prst="rect">
            <a:avLst/>
          </a:prstGeom>
        </p:spPr>
        <p:txBody>
          <a:bodyPr lIns="102378" tIns="51188" rIns="102378" bIns="51188" anchor="b">
            <a:noAutofit/>
          </a:bodyPr>
          <a:lstStyle>
            <a:lvl1pPr algn="ctr">
              <a:defRPr sz="2000" b="0" i="0">
                <a:solidFill>
                  <a:schemeClr val="tx1"/>
                </a:solidFill>
                <a:latin typeface="Segoe UI" pitchFamily="34" charset="0"/>
                <a:ea typeface="Segoe UI" pitchFamily="34" charset="0"/>
                <a:cs typeface="Segoe UI" pitchFamily="34" charset="0"/>
              </a:defRPr>
            </a:lvl1pPr>
          </a:lstStyle>
          <a:p>
            <a:r>
              <a:rPr lang="fr-FR"/>
              <a:t>Modifiez le style du titre</a:t>
            </a:r>
            <a:endParaRPr lang="fr-FR" dirty="0"/>
          </a:p>
        </p:txBody>
      </p:sp>
    </p:spTree>
    <p:extLst>
      <p:ext uri="{BB962C8B-B14F-4D97-AF65-F5344CB8AC3E}">
        <p14:creationId xmlns:p14="http://schemas.microsoft.com/office/powerpoint/2010/main" val="1756732770"/>
      </p:ext>
    </p:extLst>
  </p:cSld>
  <p:clrMapOvr>
    <a:masterClrMapping/>
  </p:clrMapOvr>
  <p:transition>
    <p:push/>
  </p:transition>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a:xfrm>
            <a:off x="609600" y="6356354"/>
            <a:ext cx="2844800" cy="365125"/>
          </a:xfrm>
          <a:prstGeom prst="rect">
            <a:avLst/>
          </a:prstGeom>
        </p:spPr>
        <p:txBody>
          <a:bodyPr lIns="91432" tIns="45717" rIns="91432" bIns="45717"/>
          <a:lstStyle/>
          <a:p>
            <a:fld id="{BB01EAF1-EDCF-4066-B89F-903C6A4ABD27}" type="datetime1">
              <a:rPr lang="fr-FR" smtClean="0"/>
              <a:pPr/>
              <a:t>12/02/2026</a:t>
            </a:fld>
            <a:endParaRPr lang="fr-BE"/>
          </a:p>
        </p:txBody>
      </p:sp>
      <p:sp>
        <p:nvSpPr>
          <p:cNvPr id="5" name="Espace réservé du pied de page 4"/>
          <p:cNvSpPr>
            <a:spLocks noGrp="1"/>
          </p:cNvSpPr>
          <p:nvPr>
            <p:ph type="ftr" sz="quarter" idx="11"/>
          </p:nvPr>
        </p:nvSpPr>
        <p:spPr>
          <a:xfrm>
            <a:off x="4165600" y="6356354"/>
            <a:ext cx="3860800" cy="365125"/>
          </a:xfrm>
          <a:prstGeom prst="rect">
            <a:avLst/>
          </a:prstGeom>
        </p:spPr>
        <p:txBody>
          <a:bodyPr lIns="91432" tIns="45717" rIns="91432" bIns="45717"/>
          <a:lstStyle/>
          <a:p>
            <a:endParaRPr lang="fr-BE"/>
          </a:p>
        </p:txBody>
      </p:sp>
      <p:sp>
        <p:nvSpPr>
          <p:cNvPr id="6" name="Espace réservé du numéro de diapositive 5"/>
          <p:cNvSpPr>
            <a:spLocks noGrp="1"/>
          </p:cNvSpPr>
          <p:nvPr>
            <p:ph type="sldNum" sz="quarter" idx="12"/>
          </p:nvPr>
        </p:nvSpPr>
        <p:spPr>
          <a:xfrm>
            <a:off x="8737600" y="6356354"/>
            <a:ext cx="2844800" cy="365125"/>
          </a:xfrm>
          <a:prstGeom prst="rect">
            <a:avLst/>
          </a:prstGeom>
        </p:spPr>
        <p:txBody>
          <a:bodyPr lIns="91432" tIns="45717" rIns="91432" bIns="45717"/>
          <a:lstStyle/>
          <a:p>
            <a:fld id="{CF4668DC-857F-487D-BFFA-8C0CA5037977}" type="slidenum">
              <a:rPr lang="fr-BE" smtClean="0"/>
              <a:pPr/>
              <a:t>‹N°›</a:t>
            </a:fld>
            <a:endParaRPr lang="fr-BE"/>
          </a:p>
        </p:txBody>
      </p:sp>
    </p:spTree>
    <p:extLst>
      <p:ext uri="{BB962C8B-B14F-4D97-AF65-F5344CB8AC3E}">
        <p14:creationId xmlns:p14="http://schemas.microsoft.com/office/powerpoint/2010/main" val="5379568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pic>
        <p:nvPicPr>
          <p:cNvPr id="4" name="Image 3"/>
          <p:cNvPicPr>
            <a:picLocks noChangeAspect="1"/>
          </p:cNvPicPr>
          <p:nvPr/>
        </p:nvPicPr>
        <p:blipFill>
          <a:blip r:embed="rId4" cstate="print"/>
          <a:stretch>
            <a:fillRect/>
          </a:stretch>
        </p:blipFill>
        <p:spPr>
          <a:xfrm>
            <a:off x="3" y="8"/>
            <a:ext cx="180999" cy="143985"/>
          </a:xfrm>
          <a:prstGeom prst="rect">
            <a:avLst/>
          </a:prstGeom>
        </p:spPr>
      </p:pic>
      <p:sp>
        <p:nvSpPr>
          <p:cNvPr id="2" name="Title 1"/>
          <p:cNvSpPr>
            <a:spLocks noGrp="1"/>
          </p:cNvSpPr>
          <p:nvPr>
            <p:ph type="title" hasCustomPrompt="1"/>
            <p:custDataLst>
              <p:tags r:id="rId1"/>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2"/>
            </p:custDataLst>
          </p:nvPr>
        </p:nvSpPr>
        <p:spPr>
          <a:xfrm>
            <a:off x="398021" y="1494768"/>
            <a:ext cx="11793980"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767565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pic>
        <p:nvPicPr>
          <p:cNvPr id="5" name="Image 4"/>
          <p:cNvPicPr>
            <a:picLocks noChangeAspect="1"/>
          </p:cNvPicPr>
          <p:nvPr/>
        </p:nvPicPr>
        <p:blipFill>
          <a:blip r:embed="rId5"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1533439"/>
            <a:ext cx="5541093" cy="471550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1533440"/>
            <a:ext cx="5541093" cy="472558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182381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pic>
        <p:nvPicPr>
          <p:cNvPr id="8" name="Image 7"/>
          <p:cNvPicPr>
            <a:picLocks noChangeAspect="1"/>
          </p:cNvPicPr>
          <p:nvPr/>
        </p:nvPicPr>
        <p:blipFill>
          <a:blip r:embed="rId7"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2206954"/>
            <a:ext cx="5541093" cy="404199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2208394"/>
            <a:ext cx="5541093" cy="405063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4"/>
            </p:custDataLst>
          </p:nvPr>
        </p:nvSpPr>
        <p:spPr>
          <a:xfrm>
            <a:off x="387336" y="1542648"/>
            <a:ext cx="5541093" cy="653034"/>
          </a:xfrm>
        </p:spPr>
        <p:txBody>
          <a:bodyPr anchor="ctr"/>
          <a:lstStyle>
            <a:lvl1pPr algn="ctr">
              <a:buNone/>
              <a:defRPr sz="18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5"/>
            </p:custDataLst>
          </p:nvPr>
        </p:nvSpPr>
        <p:spPr>
          <a:xfrm>
            <a:off x="6182334" y="1533439"/>
            <a:ext cx="5541093" cy="653034"/>
          </a:xfrm>
        </p:spPr>
        <p:txBody>
          <a:bodyPr anchor="ctr"/>
          <a:lstStyle>
            <a:lvl1pPr algn="ctr">
              <a:buNone/>
              <a:defRPr lang="fr-FR" sz="18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19901684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14" indent="0">
              <a:buNone/>
              <a:defRPr sz="1700" b="1"/>
            </a:lvl2pPr>
            <a:lvl3pPr marL="768423" indent="0">
              <a:buNone/>
              <a:defRPr sz="1500" b="1"/>
            </a:lvl3pPr>
            <a:lvl4pPr marL="1152637" indent="0">
              <a:buNone/>
              <a:defRPr sz="1300" b="1"/>
            </a:lvl4pPr>
            <a:lvl5pPr marL="1536851" indent="0">
              <a:buNone/>
              <a:defRPr sz="1300" b="1"/>
            </a:lvl5pPr>
            <a:lvl6pPr marL="1921066" indent="0">
              <a:buNone/>
              <a:defRPr sz="1300" b="1"/>
            </a:lvl6pPr>
            <a:lvl7pPr marL="2305278" indent="0">
              <a:buNone/>
              <a:defRPr sz="1300" b="1"/>
            </a:lvl7pPr>
            <a:lvl8pPr marL="2689490" indent="0">
              <a:buNone/>
              <a:defRPr sz="1300" b="1"/>
            </a:lvl8pPr>
            <a:lvl9pPr marL="3073703" indent="0">
              <a:buNone/>
              <a:defRPr sz="13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17"/>
            <a:ext cx="5718048" cy="1861869"/>
          </a:xfrm>
          <a:ln>
            <a:solidFill>
              <a:schemeClr val="tx1"/>
            </a:solidFill>
          </a:ln>
        </p:spPr>
        <p:style>
          <a:lnRef idx="2">
            <a:schemeClr val="accent1"/>
          </a:lnRef>
          <a:fillRef idx="1">
            <a:schemeClr val="lt1"/>
          </a:fillRef>
          <a:effectRef idx="0">
            <a:schemeClr val="accent1"/>
          </a:effectRef>
          <a:fontRef idx="none"/>
        </p:style>
        <p:txBody>
          <a:bodyPr lIns="51181"/>
          <a:lstStyle>
            <a:lvl1pPr>
              <a:defRPr sz="1200"/>
            </a:lvl1pPr>
            <a:lvl2pPr>
              <a:defRPr sz="1200"/>
            </a:lvl2pPr>
            <a:lvl3pPr>
              <a:defRPr sz="1000"/>
            </a:lvl3pPr>
            <a:lvl4pPr>
              <a:defRPr sz="900" baseline="0"/>
            </a:lvl4pPr>
            <a:lvl5pPr>
              <a:defRPr sz="10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3"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1" tIns="25589" rIns="51181" bIns="25589"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14" indent="0">
              <a:buNone/>
              <a:defRPr sz="1700" b="1"/>
            </a:lvl2pPr>
            <a:lvl3pPr marL="768423" indent="0">
              <a:buNone/>
              <a:defRPr sz="1500" b="1"/>
            </a:lvl3pPr>
            <a:lvl4pPr marL="1152637" indent="0">
              <a:buNone/>
              <a:defRPr sz="1300" b="1"/>
            </a:lvl4pPr>
            <a:lvl5pPr marL="1536851" indent="0">
              <a:buNone/>
              <a:defRPr sz="1300" b="1"/>
            </a:lvl5pPr>
            <a:lvl6pPr marL="1921066" indent="0">
              <a:buNone/>
              <a:defRPr sz="1300" b="1"/>
            </a:lvl6pPr>
            <a:lvl7pPr marL="2305278" indent="0">
              <a:buNone/>
              <a:defRPr sz="1300" b="1"/>
            </a:lvl7pPr>
            <a:lvl8pPr marL="2689490" indent="0">
              <a:buNone/>
              <a:defRPr sz="1300" b="1"/>
            </a:lvl8pPr>
            <a:lvl9pPr marL="3073703" indent="0">
              <a:buNone/>
              <a:defRPr sz="13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3" y="1902617"/>
            <a:ext cx="5718048" cy="1861869"/>
          </a:xfrm>
          <a:ln>
            <a:solidFill>
              <a:schemeClr val="tx1"/>
            </a:solidFill>
          </a:ln>
        </p:spPr>
        <p:style>
          <a:lnRef idx="2">
            <a:schemeClr val="accent1"/>
          </a:lnRef>
          <a:fillRef idx="1">
            <a:schemeClr val="lt1"/>
          </a:fillRef>
          <a:effectRef idx="0">
            <a:schemeClr val="accent1"/>
          </a:effectRef>
          <a:fontRef idx="none"/>
        </p:style>
        <p:txBody>
          <a:bodyPr lIns="51181"/>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14" indent="0">
              <a:buNone/>
              <a:defRPr sz="1700" b="1"/>
            </a:lvl2pPr>
            <a:lvl3pPr marL="768423" indent="0">
              <a:buNone/>
              <a:defRPr sz="1500" b="1"/>
            </a:lvl3pPr>
            <a:lvl4pPr marL="1152637" indent="0">
              <a:buNone/>
              <a:defRPr sz="1300" b="1"/>
            </a:lvl4pPr>
            <a:lvl5pPr marL="1536851" indent="0">
              <a:buNone/>
              <a:defRPr sz="1300" b="1"/>
            </a:lvl5pPr>
            <a:lvl6pPr marL="1921066" indent="0">
              <a:buNone/>
              <a:defRPr sz="1300" b="1"/>
            </a:lvl6pPr>
            <a:lvl7pPr marL="2305278" indent="0">
              <a:buNone/>
              <a:defRPr sz="1300" b="1"/>
            </a:lvl7pPr>
            <a:lvl8pPr marL="2689490" indent="0">
              <a:buNone/>
              <a:defRPr sz="1300" b="1"/>
            </a:lvl8pPr>
            <a:lvl9pPr marL="3073703" indent="0">
              <a:buNone/>
              <a:defRPr sz="13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1"/>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3"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1" tIns="25589" rIns="51181" bIns="25589"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14" indent="0">
              <a:buNone/>
              <a:defRPr sz="1700" b="1"/>
            </a:lvl2pPr>
            <a:lvl3pPr marL="768423" indent="0">
              <a:buNone/>
              <a:defRPr sz="1500" b="1"/>
            </a:lvl3pPr>
            <a:lvl4pPr marL="1152637" indent="0">
              <a:buNone/>
              <a:defRPr sz="1300" b="1"/>
            </a:lvl4pPr>
            <a:lvl5pPr marL="1536851" indent="0">
              <a:buNone/>
              <a:defRPr sz="1300" b="1"/>
            </a:lvl5pPr>
            <a:lvl6pPr marL="1921066" indent="0">
              <a:buNone/>
              <a:defRPr sz="1300" b="1"/>
            </a:lvl6pPr>
            <a:lvl7pPr marL="2305278" indent="0">
              <a:buNone/>
              <a:defRPr sz="1300" b="1"/>
            </a:lvl7pPr>
            <a:lvl8pPr marL="2689490" indent="0">
              <a:buNone/>
              <a:defRPr sz="1300" b="1"/>
            </a:lvl8pPr>
            <a:lvl9pPr marL="3073703" indent="0">
              <a:buNone/>
              <a:defRPr sz="13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3"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1"/>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5029660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5337838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solidFill>
            <a:schemeClr val="tx1">
              <a:lumMod val="60000"/>
              <a:lumOff val="40000"/>
            </a:schemeClr>
          </a:solidFill>
        </p:spPr>
        <p:txBody>
          <a:bodyPr/>
          <a:lstStyle/>
          <a:p>
            <a:r>
              <a:rPr lang="fr-FR"/>
              <a:t>Cliquez sur l'icône pour ajouter une image</a:t>
            </a:r>
            <a:endParaRPr lang="en-US" dirty="0"/>
          </a:p>
        </p:txBody>
      </p:sp>
      <p:sp>
        <p:nvSpPr>
          <p:cNvPr id="2" name="Title 1"/>
          <p:cNvSpPr>
            <a:spLocks noGrp="1"/>
          </p:cNvSpPr>
          <p:nvPr>
            <p:ph type="ctrTitle" hasCustomPrompt="1"/>
          </p:nvPr>
        </p:nvSpPr>
        <p:spPr>
          <a:xfrm>
            <a:off x="10" y="2480406"/>
            <a:ext cx="5179911" cy="1533133"/>
          </a:xfrm>
          <a:solidFill>
            <a:srgbClr val="02AFE9"/>
          </a:solidFill>
        </p:spPr>
        <p:txBody>
          <a:bodyPr lIns="0" tIns="301631" rIns="221192" bIns="301631">
            <a:noAutofit/>
          </a:bodyPr>
          <a:lstStyle>
            <a:lvl1pPr algn="l">
              <a:defRPr sz="2700" baseline="0">
                <a:solidFill>
                  <a:schemeClr val="bg1"/>
                </a:solidFill>
              </a:defRPr>
            </a:lvl1pPr>
          </a:lstStyle>
          <a:p>
            <a:r>
              <a:rPr lang="fr-FR"/>
              <a:t>Click </a:t>
            </a:r>
            <a:r>
              <a:rPr lang="fr-FR" dirty="0"/>
              <a:t>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p:nvPr>
        </p:nvSpPr>
        <p:spPr>
          <a:xfrm>
            <a:off x="4" y="4151740"/>
            <a:ext cx="5179913" cy="1752600"/>
          </a:xfrm>
        </p:spPr>
        <p:txBody>
          <a:bodyPr lIns="0" rIns="221192">
            <a:normAutofit/>
          </a:bodyPr>
          <a:lstStyle>
            <a:lvl1pPr marL="0" indent="0" algn="l">
              <a:buNone/>
              <a:defRPr sz="1800">
                <a:solidFill>
                  <a:schemeClr val="tx1">
                    <a:tint val="75000"/>
                  </a:schemeClr>
                </a:solidFill>
                <a:latin typeface="Segoe UI Light" pitchFamily="34" charset="0"/>
              </a:defRPr>
            </a:lvl1pPr>
            <a:lvl2pPr marL="510780" indent="0" algn="ctr">
              <a:buNone/>
              <a:defRPr>
                <a:solidFill>
                  <a:schemeClr val="tx1">
                    <a:tint val="75000"/>
                  </a:schemeClr>
                </a:solidFill>
              </a:defRPr>
            </a:lvl2pPr>
            <a:lvl3pPr marL="1021572" indent="0" algn="ctr">
              <a:buNone/>
              <a:defRPr>
                <a:solidFill>
                  <a:schemeClr val="tx1">
                    <a:tint val="75000"/>
                  </a:schemeClr>
                </a:solidFill>
              </a:defRPr>
            </a:lvl3pPr>
            <a:lvl4pPr marL="1532361" indent="0" algn="ctr">
              <a:buNone/>
              <a:defRPr>
                <a:solidFill>
                  <a:schemeClr val="tx1">
                    <a:tint val="75000"/>
                  </a:schemeClr>
                </a:solidFill>
              </a:defRPr>
            </a:lvl4pPr>
            <a:lvl5pPr marL="2043140" indent="0" algn="ctr">
              <a:buNone/>
              <a:defRPr>
                <a:solidFill>
                  <a:schemeClr val="tx1">
                    <a:tint val="75000"/>
                  </a:schemeClr>
                </a:solidFill>
              </a:defRPr>
            </a:lvl5pPr>
            <a:lvl6pPr marL="2553930" indent="0" algn="ctr">
              <a:buNone/>
              <a:defRPr>
                <a:solidFill>
                  <a:schemeClr val="tx1">
                    <a:tint val="75000"/>
                  </a:schemeClr>
                </a:solidFill>
              </a:defRPr>
            </a:lvl6pPr>
            <a:lvl7pPr marL="3064719" indent="0" algn="ctr">
              <a:buNone/>
              <a:defRPr>
                <a:solidFill>
                  <a:schemeClr val="tx1">
                    <a:tint val="75000"/>
                  </a:schemeClr>
                </a:solidFill>
              </a:defRPr>
            </a:lvl7pPr>
            <a:lvl8pPr marL="3575502" indent="0" algn="ctr">
              <a:buNone/>
              <a:defRPr>
                <a:solidFill>
                  <a:schemeClr val="tx1">
                    <a:tint val="75000"/>
                  </a:schemeClr>
                </a:solidFill>
              </a:defRPr>
            </a:lvl8pPr>
            <a:lvl9pPr marL="4086286" indent="0" algn="ctr">
              <a:buNone/>
              <a:defRPr>
                <a:solidFill>
                  <a:schemeClr val="tx1">
                    <a:tint val="75000"/>
                  </a:schemeClr>
                </a:solidFill>
              </a:defRPr>
            </a:lvl9pPr>
          </a:lstStyle>
          <a:p>
            <a:r>
              <a:rPr lang="fr-FR"/>
              <a:t>Modifiez le style des sous-titres du masque</a:t>
            </a:r>
            <a:endParaRPr lang="en-US" dirty="0"/>
          </a:p>
        </p:txBody>
      </p:sp>
      <p:pic>
        <p:nvPicPr>
          <p:cNvPr id="9" name="Picture 2" descr="D:\Users\jehiggin\Documents\My Received Files\capblanc.png"/>
          <p:cNvPicPr>
            <a:picLocks noChangeAspect="1" noChangeArrowheads="1"/>
          </p:cNvPicPr>
          <p:nvPr/>
        </p:nvPicPr>
        <p:blipFill>
          <a:blip r:embed="rId2" cstate="screen"/>
          <a:srcRect/>
          <a:stretch>
            <a:fillRect/>
          </a:stretch>
        </p:blipFill>
        <p:spPr bwMode="auto">
          <a:xfrm>
            <a:off x="565357" y="333141"/>
            <a:ext cx="2299828" cy="533153"/>
          </a:xfrm>
          <a:prstGeom prst="rect">
            <a:avLst/>
          </a:prstGeom>
          <a:noFill/>
          <a:ln w="9525">
            <a:noFill/>
            <a:miter lim="800000"/>
            <a:headEnd/>
            <a:tailEnd/>
          </a:ln>
        </p:spPr>
      </p:pic>
    </p:spTree>
    <p:extLst>
      <p:ext uri="{BB962C8B-B14F-4D97-AF65-F5344CB8AC3E}">
        <p14:creationId xmlns:p14="http://schemas.microsoft.com/office/powerpoint/2010/main" val="670478363"/>
      </p:ext>
    </p:extLst>
  </p:cSld>
  <p:clrMapOvr>
    <a:masterClrMapping/>
  </p:clrMapOvr>
  <p:transition>
    <p:push/>
  </p:transition>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_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sp>
        <p:nvSpPr>
          <p:cNvPr id="10"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pic>
        <p:nvPicPr>
          <p:cNvPr id="4" name="Picture 3"/>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Content Placeholder 5"/>
          <p:cNvSpPr>
            <a:spLocks noGrp="1"/>
          </p:cNvSpPr>
          <p:nvPr>
            <p:ph sz="quarter" idx="10"/>
          </p:nvPr>
        </p:nvSpPr>
        <p:spPr>
          <a:xfrm>
            <a:off x="609600" y="1631575"/>
            <a:ext cx="10972800" cy="4243432"/>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Rectangle 8"/>
          <p:cNvSpPr>
            <a:spLocks noChangeArrowheads="1"/>
          </p:cNvSpPr>
          <p:nvPr>
            <p:custDataLst>
              <p:tags r:id="rId1"/>
            </p:custDataLst>
          </p:nvPr>
        </p:nvSpPr>
        <p:spPr bwMode="auto">
          <a:xfrm>
            <a:off x="9273122" y="6398495"/>
            <a:ext cx="1773767" cy="122653"/>
          </a:xfrm>
          <a:prstGeom prst="rect">
            <a:avLst/>
          </a:prstGeom>
          <a:noFill/>
          <a:ln w="19050">
            <a:noFill/>
            <a:miter lim="800000"/>
            <a:headEnd/>
            <a:tailEnd/>
          </a:ln>
          <a:effectLst/>
        </p:spPr>
        <p:txBody>
          <a:bodyPr lIns="20147" tIns="20147" rIns="20147" bIns="20147" anchor="b"/>
          <a:lstStyle/>
          <a:p>
            <a:pPr algn="r" defTabSz="557145"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2879740887"/>
      </p:ext>
    </p:extLst>
  </p:cSld>
  <p:clrMapOvr>
    <a:masterClrMapping/>
  </p:clrMapOvr>
  <p:transition>
    <p:push/>
  </p:transition>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69"/>
            <a:ext cx="10972800" cy="660393"/>
          </a:xfrm>
        </p:spPr>
        <p:txBody>
          <a:bodyPr/>
          <a:lstStyle>
            <a:lvl1pPr>
              <a:defRPr>
                <a:latin typeface="+mj-lt"/>
              </a:defRPr>
            </a:lvl1pPr>
          </a:lstStyle>
          <a:p>
            <a:r>
              <a:rPr lang="fr-FR" dirty="0" err="1"/>
              <a:t>Title</a:t>
            </a:r>
            <a:endParaRPr lang="en-US" dirty="0"/>
          </a:p>
        </p:txBody>
      </p:sp>
      <p:sp>
        <p:nvSpPr>
          <p:cNvPr id="6" name="Content Placeholder 5"/>
          <p:cNvSpPr>
            <a:spLocks noGrp="1"/>
          </p:cNvSpPr>
          <p:nvPr>
            <p:ph sz="quarter" idx="10"/>
          </p:nvPr>
        </p:nvSpPr>
        <p:spPr>
          <a:xfrm>
            <a:off x="609600" y="1654476"/>
            <a:ext cx="10972800" cy="4220561"/>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Title 1"/>
          <p:cNvSpPr txBox="1">
            <a:spLocks/>
          </p:cNvSpPr>
          <p:nvPr/>
        </p:nvSpPr>
        <p:spPr>
          <a:xfrm>
            <a:off x="623392" y="947628"/>
            <a:ext cx="10972800" cy="660393"/>
          </a:xfrm>
          <a:prstGeom prst="rect">
            <a:avLst/>
          </a:prstGeom>
        </p:spPr>
        <p:txBody>
          <a:bodyPr vert="horz" lIns="51068" tIns="25544" rIns="51068" bIns="25544" rtlCol="0" anchor="ctr">
            <a:noAutofit/>
          </a:bodyPr>
          <a:lstStyle>
            <a:lvl1pPr algn="l" defTabSz="914444" rtl="0" eaLnBrk="1" latinLnBrk="0" hangingPunct="1">
              <a:spcBef>
                <a:spcPct val="0"/>
              </a:spcBef>
              <a:buNone/>
              <a:defRPr sz="6400" kern="1200">
                <a:solidFill>
                  <a:srgbClr val="02AFE9"/>
                </a:solidFill>
                <a:latin typeface="+mj-lt"/>
                <a:ea typeface="+mj-ea"/>
                <a:cs typeface="Arial" pitchFamily="34" charset="0"/>
              </a:defRPr>
            </a:lvl1pPr>
          </a:lstStyle>
          <a:p>
            <a:r>
              <a:rPr lang="fr-FR" sz="2000" dirty="0"/>
              <a:t>Title</a:t>
            </a:r>
            <a:endParaRPr lang="en-US" sz="2000" dirty="0"/>
          </a:p>
        </p:txBody>
      </p:sp>
      <p:pic>
        <p:nvPicPr>
          <p:cNvPr id="11" name="Picture 10"/>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7"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
        <p:nvSpPr>
          <p:cNvPr id="9" name="Rectangle 8"/>
          <p:cNvSpPr>
            <a:spLocks noChangeArrowheads="1"/>
          </p:cNvSpPr>
          <p:nvPr>
            <p:custDataLst>
              <p:tags r:id="rId1"/>
            </p:custDataLst>
          </p:nvPr>
        </p:nvSpPr>
        <p:spPr bwMode="auto">
          <a:xfrm>
            <a:off x="9273122" y="6398495"/>
            <a:ext cx="1773767" cy="122653"/>
          </a:xfrm>
          <a:prstGeom prst="rect">
            <a:avLst/>
          </a:prstGeom>
          <a:noFill/>
          <a:ln w="19050">
            <a:noFill/>
            <a:miter lim="800000"/>
            <a:headEnd/>
            <a:tailEnd/>
          </a:ln>
          <a:effectLst/>
        </p:spPr>
        <p:txBody>
          <a:bodyPr lIns="20147" tIns="20147" rIns="20147" bIns="20147" anchor="b"/>
          <a:lstStyle/>
          <a:p>
            <a:pPr algn="r" defTabSz="557145"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3862713334"/>
      </p:ext>
    </p:extLst>
  </p:cSld>
  <p:clrMapOvr>
    <a:masterClrMapping/>
  </p:clrMapOvr>
  <p:transition>
    <p:push/>
  </p:transition>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8"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pic>
        <p:nvPicPr>
          <p:cNvPr id="10" name="Pictur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5"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215267966"/>
      </p:ext>
    </p:extLst>
  </p:cSld>
  <p:clrMapOvr>
    <a:masterClrMapping/>
  </p:clrMapOvr>
  <p:transition>
    <p:push/>
  </p:transition>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4910336"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609600" y="1631575"/>
            <a:ext cx="4910336" cy="4243432"/>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6143654" y="0"/>
            <a:ext cx="6048375" cy="6858000"/>
          </a:xfr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11"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443829101"/>
      </p:ext>
    </p:extLst>
  </p:cSld>
  <p:clrMapOvr>
    <a:masterClrMapping/>
  </p:clrMapOvr>
  <p:transition>
    <p:push/>
  </p:transition>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4367808" y="1798332"/>
            <a:ext cx="7214592" cy="3836875"/>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846981" y="1985782"/>
            <a:ext cx="3040783" cy="3025959"/>
          </a:xfrm>
          <a:prstGeom prst="ellipse">
            <a:avLst/>
          </a:prstGeo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9"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113299592"/>
      </p:ext>
    </p:extLst>
  </p:cSld>
  <p:clrMapOvr>
    <a:masterClrMapping/>
  </p:clrMapOvr>
  <p:transition>
    <p:push/>
  </p:transition>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3"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620197328"/>
      </p:ext>
    </p:extLst>
  </p:cSld>
  <p:clrMapOvr>
    <a:masterClrMapping/>
  </p:clrMapOvr>
  <p:transition>
    <p:push/>
  </p:transition>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black">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483778450"/>
      </p:ext>
    </p:extLst>
  </p:cSld>
  <p:clrMapOvr>
    <a:masterClrMapping/>
  </p:clrMapOvr>
  <p:transition>
    <p:push/>
  </p:transition>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12"/>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4"/>
            <a:ext cx="8559801" cy="1470026"/>
          </a:xfrm>
          <a:noFill/>
        </p:spPr>
        <p:txBody>
          <a:bodyPr lIns="0" tIns="301631" rIns="221192" bIns="301631">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227181370"/>
      </p:ext>
    </p:extLst>
  </p:cSld>
  <p:clrMapOvr>
    <a:masterClrMapping/>
  </p:clrMapOvr>
  <p:transition>
    <p:push/>
  </p:transition>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4"/>
            <a:ext cx="8559801" cy="1470026"/>
          </a:xfrm>
          <a:noFill/>
        </p:spPr>
        <p:txBody>
          <a:bodyPr lIns="0" tIns="301631" rIns="221192" bIns="301631">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1360247784"/>
      </p:ext>
    </p:extLst>
  </p:cSld>
  <p:clrMapOvr>
    <a:masterClrMapping/>
  </p:clrMapOvr>
  <p:transition>
    <p:push/>
  </p:transition>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4"/>
            <a:ext cx="8559801" cy="1470026"/>
          </a:xfrm>
          <a:noFill/>
        </p:spPr>
        <p:txBody>
          <a:bodyPr lIns="0" tIns="301631" rIns="221192" bIns="301631">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Tree>
    <p:extLst>
      <p:ext uri="{BB962C8B-B14F-4D97-AF65-F5344CB8AC3E}">
        <p14:creationId xmlns:p14="http://schemas.microsoft.com/office/powerpoint/2010/main" val="3581039692"/>
      </p:ext>
    </p:extLst>
  </p:cSld>
  <p:clrMapOvr>
    <a:masterClrMapping/>
  </p:clrMapOvr>
  <p:transition>
    <p:push/>
  </p:transition>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pic>
        <p:nvPicPr>
          <p:cNvPr id="7"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4040214232"/>
      </p:ext>
    </p:extLst>
  </p:cSld>
  <p:clrMapOvr>
    <a:masterClrMapping/>
  </p:clrMapOvr>
  <p:transition>
    <p:push/>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Blank black">
    <p:spTree>
      <p:nvGrpSpPr>
        <p:cNvPr id="1" name=""/>
        <p:cNvGrpSpPr/>
        <p:nvPr/>
      </p:nvGrpSpPr>
      <p:grpSpPr>
        <a:xfrm>
          <a:off x="0" y="0"/>
          <a:ext cx="0" cy="0"/>
          <a:chOff x="0" y="0"/>
          <a:chExt cx="0" cy="0"/>
        </a:xfrm>
      </p:grpSpPr>
      <p:pic>
        <p:nvPicPr>
          <p:cNvPr id="6"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997338711"/>
      </p:ext>
    </p:extLst>
  </p:cSld>
  <p:clrMapOvr>
    <a:masterClrMapping/>
  </p:clrMapOvr>
  <p:transition>
    <p:push/>
  </p:transition>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08"/>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2"/>
            <a:ext cx="8559801" cy="1470026"/>
          </a:xfrm>
          <a:noFill/>
        </p:spPr>
        <p:txBody>
          <a:bodyPr lIns="0" tIns="301631" rIns="221192" bIns="301631">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441882786"/>
      </p:ext>
    </p:extLst>
  </p:cSld>
  <p:clrMapOvr>
    <a:masterClrMapping/>
  </p:clrMapOvr>
  <p:transition>
    <p:push/>
  </p:transition>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2"/>
            <a:ext cx="8559801" cy="1470026"/>
          </a:xfrm>
          <a:noFill/>
        </p:spPr>
        <p:txBody>
          <a:bodyPr lIns="0" tIns="301631" rIns="221192" bIns="301631">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3885984897"/>
      </p:ext>
    </p:extLst>
  </p:cSld>
  <p:clrMapOvr>
    <a:masterClrMapping/>
  </p:clrMapOvr>
  <p:transition>
    <p:push/>
  </p:transition>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2"/>
            <a:ext cx="8559801" cy="1470026"/>
          </a:xfrm>
          <a:noFill/>
        </p:spPr>
        <p:txBody>
          <a:bodyPr lIns="0" tIns="301631" rIns="221192" bIns="301631">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Tree>
    <p:extLst>
      <p:ext uri="{BB962C8B-B14F-4D97-AF65-F5344CB8AC3E}">
        <p14:creationId xmlns:p14="http://schemas.microsoft.com/office/powerpoint/2010/main" val="2045460201"/>
      </p:ext>
    </p:extLst>
  </p:cSld>
  <p:clrMapOvr>
    <a:masterClrMapping/>
  </p:clrMapOvr>
  <p:transition>
    <p:push/>
  </p:transition>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Fnac master">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328731182"/>
      </p:ext>
    </p:extLst>
  </p:cSld>
  <p:clrMapOvr>
    <a:masterClrMapping/>
  </p:clrMapOvr>
  <p:transition>
    <p:push/>
  </p:transition>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pic>
        <p:nvPicPr>
          <p:cNvPr id="9"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452813575"/>
      </p:ext>
    </p:extLst>
  </p:cSld>
  <p:clrMapOvr>
    <a:masterClrMapping/>
  </p:clrMapOvr>
  <p:transition>
    <p:push/>
  </p:transition>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1_Disposition personnalisée">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2"/>
            <a:ext cx="2844800" cy="365125"/>
          </a:xfrm>
          <a:prstGeom prst="rect">
            <a:avLst/>
          </a:prstGeom>
        </p:spPr>
        <p:txBody>
          <a:bodyPr vert="horz" lIns="102155" tIns="51068" rIns="102155" bIns="51068"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600884149"/>
      </p:ext>
    </p:extLst>
  </p:cSld>
  <p:clrMapOvr>
    <a:masterClrMapping/>
  </p:clrMapOvr>
  <p:transition>
    <p:push/>
  </p:transition>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2" y="2"/>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2212014549"/>
      </p:ext>
    </p:extLst>
  </p:cSld>
  <p:clrMapOvr>
    <a:masterClrMapping/>
  </p:clrMapOvr>
  <p:transition>
    <p:push/>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losing 1">
    <p:spTree>
      <p:nvGrpSpPr>
        <p:cNvPr id="1" name=""/>
        <p:cNvGrpSpPr/>
        <p:nvPr/>
      </p:nvGrpSpPr>
      <p:grpSpPr>
        <a:xfrm>
          <a:off x="0" y="0"/>
          <a:ext cx="0" cy="0"/>
          <a:chOff x="0" y="0"/>
          <a:chExt cx="0" cy="0"/>
        </a:xfrm>
      </p:grpSpPr>
      <p:sp>
        <p:nvSpPr>
          <p:cNvPr id="72" name="Rectangle 7"/>
          <p:cNvSpPr/>
          <p:nvPr>
            <p:custDataLst>
              <p:tags r:id="rId1"/>
            </p:custDataLst>
          </p:nvPr>
        </p:nvSpPr>
        <p:spPr bwMode="auto">
          <a:xfrm flipV="1">
            <a:off x="-1059" y="1117624"/>
            <a:ext cx="12193059" cy="574037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solidFill>
            <a:srgbClr val="C5C5C5"/>
          </a:solidFill>
          <a:ln w="12700" cmpd="sng" algn="ctr">
            <a:noFill/>
            <a:miter lim="800000"/>
            <a:headEnd/>
            <a:tailEnd/>
          </a:ln>
          <a:effectLst>
            <a:outerShdw blurRad="41275" dist="38100" dir="5400000" algn="t" rotWithShape="0">
              <a:schemeClr val="bg1">
                <a:lumMod val="65000"/>
                <a:alpha val="25000"/>
              </a:schemeClr>
            </a:outerShdw>
          </a:effectLst>
        </p:spPr>
        <p:txBody>
          <a:bodyPr lIns="18504" tIns="24056" rIns="18504" bIns="24056" anchor="ctr"/>
          <a:lstStyle/>
          <a:p>
            <a:pPr algn="ctr" defTabSz="536120" fontAlgn="auto">
              <a:spcBef>
                <a:spcPts val="0"/>
              </a:spcBef>
              <a:spcAft>
                <a:spcPts val="0"/>
              </a:spcAft>
              <a:defRPr/>
            </a:pPr>
            <a:endParaRPr lang="en-US" sz="600" dirty="0">
              <a:latin typeface="Arial"/>
              <a:cs typeface="Arial"/>
            </a:endParaRPr>
          </a:p>
        </p:txBody>
      </p:sp>
      <p:pic>
        <p:nvPicPr>
          <p:cNvPr id="2" name="Image 336"/>
          <p:cNvPicPr>
            <a:picLocks noChangeAspect="1"/>
          </p:cNvPicPr>
          <p:nvPr/>
        </p:nvPicPr>
        <p:blipFill>
          <a:blip r:embed="rId11" cstate="print"/>
          <a:stretch>
            <a:fillRect/>
          </a:stretch>
        </p:blipFill>
        <p:spPr>
          <a:xfrm>
            <a:off x="1" y="4"/>
            <a:ext cx="181708" cy="144463"/>
          </a:xfrm>
          <a:prstGeom prst="rect">
            <a:avLst/>
          </a:prstGeom>
        </p:spPr>
      </p:pic>
      <p:sp>
        <p:nvSpPr>
          <p:cNvPr id="3" name="Rectangle 9"/>
          <p:cNvSpPr>
            <a:spLocks noChangeArrowheads="1"/>
          </p:cNvSpPr>
          <p:nvPr>
            <p:custDataLst>
              <p:tags r:id="rId2"/>
            </p:custDataLst>
          </p:nvPr>
        </p:nvSpPr>
        <p:spPr bwMode="gray">
          <a:xfrm>
            <a:off x="1375510" y="3617919"/>
            <a:ext cx="5244124" cy="2376487"/>
          </a:xfrm>
          <a:custGeom>
            <a:avLst/>
            <a:gdLst>
              <a:gd name="T0" fmla="*/ 4259840 w 4259840"/>
              <a:gd name="T1" fmla="*/ 2376667 h 2132777"/>
              <a:gd name="T2" fmla="*/ 164137 w 4259840"/>
              <a:gd name="T3" fmla="*/ 2376667 h 2132777"/>
              <a:gd name="T4" fmla="*/ 48075 w 4259840"/>
              <a:gd name="T5" fmla="*/ 2323094 h 2132777"/>
              <a:gd name="T6" fmla="*/ 0 w 4259840"/>
              <a:gd name="T7" fmla="*/ 2193760 h 2132777"/>
              <a:gd name="T8" fmla="*/ 0 w 4259840"/>
              <a:gd name="T9" fmla="*/ 0 h 2132777"/>
              <a:gd name="T10" fmla="*/ 0 60000 65536"/>
              <a:gd name="T11" fmla="*/ 0 60000 65536"/>
              <a:gd name="T12" fmla="*/ 0 60000 65536"/>
              <a:gd name="T13" fmla="*/ 0 60000 65536"/>
              <a:gd name="T14" fmla="*/ 0 60000 65536"/>
              <a:gd name="T15" fmla="*/ 0 w 4259840"/>
              <a:gd name="T16" fmla="*/ 0 h 2132777"/>
              <a:gd name="T17" fmla="*/ 4259840 w 4259840"/>
              <a:gd name="T18" fmla="*/ 2132777 h 2132777"/>
            </a:gdLst>
            <a:ahLst/>
            <a:cxnLst>
              <a:cxn ang="T10">
                <a:pos x="T0" y="T1"/>
              </a:cxn>
              <a:cxn ang="T11">
                <a:pos x="T2" y="T3"/>
              </a:cxn>
              <a:cxn ang="T12">
                <a:pos x="T4" y="T5"/>
              </a:cxn>
              <a:cxn ang="T13">
                <a:pos x="T6" y="T7"/>
              </a:cxn>
              <a:cxn ang="T14">
                <a:pos x="T8" y="T9"/>
              </a:cxn>
            </a:cxnLst>
            <a:rect l="T15" t="T16" r="T17" b="T18"/>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algn="ctr">
            <a:solidFill>
              <a:schemeClr val="bg2"/>
            </a:solidFill>
            <a:round/>
            <a:headEnd/>
            <a:tailEnd/>
          </a:ln>
        </p:spPr>
        <p:txBody>
          <a:bodyPr lIns="343605" tIns="48632" rIns="206163" bIns="137442" anchor="b"/>
          <a:lstStyle/>
          <a:p>
            <a:pPr algn="just" defTabSz="993974">
              <a:spcAft>
                <a:spcPts val="573"/>
              </a:spcAft>
            </a:pPr>
            <a:r>
              <a:rPr lang="en-US" sz="1700" b="1" dirty="0"/>
              <a:t>About Capgemini</a:t>
            </a:r>
            <a:endParaRPr lang="en-US" sz="1000" dirty="0"/>
          </a:p>
          <a:p>
            <a:pPr algn="just" defTabSz="993974">
              <a:spcBef>
                <a:spcPts val="573"/>
              </a:spcBef>
            </a:pPr>
            <a:r>
              <a:rPr lang="en-US" sz="1000" dirty="0"/>
              <a:t>With more than 130,000 people in 44 countries, Capgemini is one of the world's foremost providers of consulting, technology and outsourcing services. The Group reported 2012 global revenues of EUR 10.3 billion.</a:t>
            </a:r>
          </a:p>
          <a:p>
            <a:pPr algn="just" defTabSz="993974">
              <a:spcBef>
                <a:spcPts val="573"/>
              </a:spcBef>
            </a:pPr>
            <a:r>
              <a:rPr lang="en-US" sz="1000" dirty="0"/>
              <a:t>Together with its clients, Capgemini creates and delivers business and technology solutions that fit their needs and drive the results they want. A deeply multicultural organization, Capgemini has developed its own way of working, the Collaborative Business Experience™, and draws on Rightshore</a:t>
            </a:r>
            <a:r>
              <a:rPr lang="en-US" sz="1000" baseline="30000" dirty="0"/>
              <a:t>®</a:t>
            </a:r>
            <a:r>
              <a:rPr lang="en-US" sz="1000" dirty="0"/>
              <a:t>, its worldwide delivery model.</a:t>
            </a:r>
          </a:p>
          <a:p>
            <a:pPr algn="just" defTabSz="993974">
              <a:spcBef>
                <a:spcPts val="573"/>
              </a:spcBef>
            </a:pPr>
            <a:r>
              <a:rPr lang="en-US" sz="1000" dirty="0"/>
              <a:t>Learn more about us at </a:t>
            </a:r>
            <a:r>
              <a:rPr lang="en-US" sz="1000" b="1" dirty="0"/>
              <a:t>www.capgemini.com</a:t>
            </a:r>
            <a:r>
              <a:rPr lang="en-US" sz="1000" dirty="0"/>
              <a:t>.</a:t>
            </a:r>
          </a:p>
        </p:txBody>
      </p:sp>
      <p:pic>
        <p:nvPicPr>
          <p:cNvPr id="4" name="Image 337" descr="CBE_Label_ppt.png"/>
          <p:cNvPicPr>
            <a:picLocks noChangeAspect="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1068758" y="3468690"/>
            <a:ext cx="638908" cy="522287"/>
          </a:xfrm>
          <a:prstGeom prst="rect">
            <a:avLst/>
          </a:prstGeom>
          <a:noFill/>
          <a:ln w="9525">
            <a:noFill/>
            <a:miter lim="800000"/>
            <a:headEnd/>
            <a:tailEnd/>
          </a:ln>
        </p:spPr>
      </p:pic>
      <p:grpSp>
        <p:nvGrpSpPr>
          <p:cNvPr id="5" name="Group 72"/>
          <p:cNvGrpSpPr>
            <a:grpSpLocks/>
          </p:cNvGrpSpPr>
          <p:nvPr/>
        </p:nvGrpSpPr>
        <p:grpSpPr bwMode="auto">
          <a:xfrm>
            <a:off x="7072936" y="3045312"/>
            <a:ext cx="4716585" cy="1828800"/>
            <a:chOff x="5851525" y="3578225"/>
            <a:chExt cx="3831859" cy="1828800"/>
          </a:xfrm>
        </p:grpSpPr>
        <p:grpSp>
          <p:nvGrpSpPr>
            <p:cNvPr id="6" name="Group 187"/>
            <p:cNvGrpSpPr>
              <a:grpSpLocks/>
            </p:cNvGrpSpPr>
            <p:nvPr userDrawn="1"/>
          </p:nvGrpSpPr>
          <p:grpSpPr bwMode="auto">
            <a:xfrm>
              <a:off x="5851525" y="3578225"/>
              <a:ext cx="3831859" cy="1828800"/>
              <a:chOff x="5851525" y="3578225"/>
              <a:chExt cx="3831859" cy="1828800"/>
            </a:xfrm>
          </p:grpSpPr>
          <p:sp>
            <p:nvSpPr>
              <p:cNvPr id="52" name="Freeform 19"/>
              <p:cNvSpPr>
                <a:spLocks/>
              </p:cNvSpPr>
              <p:nvPr userDrawn="1"/>
            </p:nvSpPr>
            <p:spPr bwMode="auto">
              <a:xfrm>
                <a:off x="8975343" y="4396324"/>
                <a:ext cx="31184" cy="29349"/>
              </a:xfrm>
              <a:custGeom>
                <a:avLst/>
                <a:gdLst>
                  <a:gd name="T0" fmla="*/ 15 w 35"/>
                  <a:gd name="T1" fmla="*/ 0 h 30"/>
                  <a:gd name="T2" fmla="*/ 0 w 35"/>
                  <a:gd name="T3" fmla="*/ 25 h 30"/>
                  <a:gd name="T4" fmla="*/ 17 w 35"/>
                  <a:gd name="T5" fmla="*/ 30 h 30"/>
                  <a:gd name="T6" fmla="*/ 35 w 35"/>
                  <a:gd name="T7" fmla="*/ 27 h 30"/>
                  <a:gd name="T8" fmla="*/ 15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15" y="0"/>
                    </a:moveTo>
                    <a:lnTo>
                      <a:pt x="0" y="25"/>
                    </a:lnTo>
                    <a:lnTo>
                      <a:pt x="17" y="30"/>
                    </a:lnTo>
                    <a:lnTo>
                      <a:pt x="35" y="27"/>
                    </a:lnTo>
                    <a:lnTo>
                      <a:pt x="15" y="0"/>
                    </a:lnTo>
                    <a:close/>
                  </a:path>
                </a:pathLst>
              </a:custGeom>
              <a:noFill/>
              <a:ln w="3175">
                <a:solidFill>
                  <a:schemeClr val="tx1"/>
                </a:solidFill>
                <a:prstDash val="solid"/>
                <a:round/>
                <a:headEnd/>
                <a:tailEnd/>
              </a:ln>
            </p:spPr>
            <p:txBody>
              <a:bodyPr/>
              <a:lstStyle/>
              <a:p>
                <a:endParaRPr lang="fr-FR" sz="1800" dirty="0"/>
              </a:p>
            </p:txBody>
          </p:sp>
          <p:sp>
            <p:nvSpPr>
              <p:cNvPr id="53" name="Freeform 7"/>
              <p:cNvSpPr>
                <a:spLocks/>
              </p:cNvSpPr>
              <p:nvPr/>
            </p:nvSpPr>
            <p:spPr bwMode="auto">
              <a:xfrm>
                <a:off x="6880569" y="3603905"/>
                <a:ext cx="465913" cy="374198"/>
              </a:xfrm>
              <a:custGeom>
                <a:avLst/>
                <a:gdLst>
                  <a:gd name="T0" fmla="*/ 38 w 507"/>
                  <a:gd name="T1" fmla="*/ 112 h 408"/>
                  <a:gd name="T2" fmla="*/ 0 w 507"/>
                  <a:gd name="T3" fmla="*/ 77 h 408"/>
                  <a:gd name="T4" fmla="*/ 65 w 507"/>
                  <a:gd name="T5" fmla="*/ 18 h 408"/>
                  <a:gd name="T6" fmla="*/ 182 w 507"/>
                  <a:gd name="T7" fmla="*/ 18 h 408"/>
                  <a:gd name="T8" fmla="*/ 198 w 507"/>
                  <a:gd name="T9" fmla="*/ 0 h 408"/>
                  <a:gd name="T10" fmla="*/ 414 w 507"/>
                  <a:gd name="T11" fmla="*/ 0 h 408"/>
                  <a:gd name="T12" fmla="*/ 436 w 507"/>
                  <a:gd name="T13" fmla="*/ 25 h 408"/>
                  <a:gd name="T14" fmla="*/ 507 w 507"/>
                  <a:gd name="T15" fmla="*/ 22 h 408"/>
                  <a:gd name="T16" fmla="*/ 482 w 507"/>
                  <a:gd name="T17" fmla="*/ 44 h 408"/>
                  <a:gd name="T18" fmla="*/ 442 w 507"/>
                  <a:gd name="T19" fmla="*/ 50 h 408"/>
                  <a:gd name="T20" fmla="*/ 442 w 507"/>
                  <a:gd name="T21" fmla="*/ 219 h 408"/>
                  <a:gd name="T22" fmla="*/ 357 w 507"/>
                  <a:gd name="T23" fmla="*/ 296 h 408"/>
                  <a:gd name="T24" fmla="*/ 272 w 507"/>
                  <a:gd name="T25" fmla="*/ 296 h 408"/>
                  <a:gd name="T26" fmla="*/ 213 w 507"/>
                  <a:gd name="T27" fmla="*/ 344 h 408"/>
                  <a:gd name="T28" fmla="*/ 210 w 507"/>
                  <a:gd name="T29" fmla="*/ 391 h 408"/>
                  <a:gd name="T30" fmla="*/ 182 w 507"/>
                  <a:gd name="T31" fmla="*/ 408 h 408"/>
                  <a:gd name="T32" fmla="*/ 132 w 507"/>
                  <a:gd name="T33" fmla="*/ 364 h 408"/>
                  <a:gd name="T34" fmla="*/ 132 w 507"/>
                  <a:gd name="T35" fmla="*/ 277 h 408"/>
                  <a:gd name="T36" fmla="*/ 179 w 507"/>
                  <a:gd name="T37" fmla="*/ 238 h 408"/>
                  <a:gd name="T38" fmla="*/ 138 w 507"/>
                  <a:gd name="T39" fmla="*/ 197 h 408"/>
                  <a:gd name="T40" fmla="*/ 135 w 507"/>
                  <a:gd name="T41" fmla="*/ 118 h 408"/>
                  <a:gd name="T42" fmla="*/ 100 w 507"/>
                  <a:gd name="T43" fmla="*/ 83 h 408"/>
                  <a:gd name="T44" fmla="*/ 76 w 507"/>
                  <a:gd name="T45" fmla="*/ 83 h 408"/>
                  <a:gd name="T46" fmla="*/ 38 w 507"/>
                  <a:gd name="T47" fmla="*/ 112 h 4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07" h="408">
                    <a:moveTo>
                      <a:pt x="38" y="112"/>
                    </a:moveTo>
                    <a:lnTo>
                      <a:pt x="0" y="77"/>
                    </a:lnTo>
                    <a:lnTo>
                      <a:pt x="65" y="18"/>
                    </a:lnTo>
                    <a:lnTo>
                      <a:pt x="182" y="18"/>
                    </a:lnTo>
                    <a:lnTo>
                      <a:pt x="198" y="0"/>
                    </a:lnTo>
                    <a:lnTo>
                      <a:pt x="414" y="0"/>
                    </a:lnTo>
                    <a:lnTo>
                      <a:pt x="436" y="25"/>
                    </a:lnTo>
                    <a:lnTo>
                      <a:pt x="507" y="22"/>
                    </a:lnTo>
                    <a:lnTo>
                      <a:pt x="482" y="44"/>
                    </a:lnTo>
                    <a:lnTo>
                      <a:pt x="442" y="50"/>
                    </a:lnTo>
                    <a:lnTo>
                      <a:pt x="442" y="219"/>
                    </a:lnTo>
                    <a:lnTo>
                      <a:pt x="357" y="296"/>
                    </a:lnTo>
                    <a:lnTo>
                      <a:pt x="272" y="296"/>
                    </a:lnTo>
                    <a:lnTo>
                      <a:pt x="213" y="344"/>
                    </a:lnTo>
                    <a:lnTo>
                      <a:pt x="210" y="391"/>
                    </a:lnTo>
                    <a:lnTo>
                      <a:pt x="182" y="408"/>
                    </a:lnTo>
                    <a:lnTo>
                      <a:pt x="132" y="364"/>
                    </a:lnTo>
                    <a:lnTo>
                      <a:pt x="132" y="277"/>
                    </a:lnTo>
                    <a:lnTo>
                      <a:pt x="179" y="238"/>
                    </a:lnTo>
                    <a:lnTo>
                      <a:pt x="138" y="197"/>
                    </a:lnTo>
                    <a:lnTo>
                      <a:pt x="135" y="118"/>
                    </a:lnTo>
                    <a:lnTo>
                      <a:pt x="100" y="83"/>
                    </a:lnTo>
                    <a:lnTo>
                      <a:pt x="76" y="83"/>
                    </a:lnTo>
                    <a:lnTo>
                      <a:pt x="38" y="112"/>
                    </a:lnTo>
                    <a:close/>
                  </a:path>
                </a:pathLst>
              </a:custGeom>
              <a:noFill/>
              <a:ln w="3175">
                <a:solidFill>
                  <a:schemeClr val="tx1"/>
                </a:solidFill>
                <a:prstDash val="solid"/>
                <a:round/>
                <a:headEnd/>
                <a:tailEnd/>
              </a:ln>
            </p:spPr>
            <p:txBody>
              <a:bodyPr/>
              <a:lstStyle/>
              <a:p>
                <a:endParaRPr lang="fr-FR" sz="1800" dirty="0"/>
              </a:p>
            </p:txBody>
          </p:sp>
          <p:sp>
            <p:nvSpPr>
              <p:cNvPr id="54" name="Freeform 8"/>
              <p:cNvSpPr>
                <a:spLocks/>
              </p:cNvSpPr>
              <p:nvPr/>
            </p:nvSpPr>
            <p:spPr bwMode="auto">
              <a:xfrm>
                <a:off x="6722818" y="3726803"/>
                <a:ext cx="172425" cy="185265"/>
              </a:xfrm>
              <a:custGeom>
                <a:avLst/>
                <a:gdLst>
                  <a:gd name="T0" fmla="*/ 100 w 188"/>
                  <a:gd name="T1" fmla="*/ 115 h 203"/>
                  <a:gd name="T2" fmla="*/ 57 w 188"/>
                  <a:gd name="T3" fmla="*/ 156 h 203"/>
                  <a:gd name="T4" fmla="*/ 106 w 188"/>
                  <a:gd name="T5" fmla="*/ 203 h 203"/>
                  <a:gd name="T6" fmla="*/ 144 w 188"/>
                  <a:gd name="T7" fmla="*/ 169 h 203"/>
                  <a:gd name="T8" fmla="*/ 157 w 188"/>
                  <a:gd name="T9" fmla="*/ 169 h 203"/>
                  <a:gd name="T10" fmla="*/ 188 w 188"/>
                  <a:gd name="T11" fmla="*/ 143 h 203"/>
                  <a:gd name="T12" fmla="*/ 122 w 188"/>
                  <a:gd name="T13" fmla="*/ 88 h 203"/>
                  <a:gd name="T14" fmla="*/ 116 w 188"/>
                  <a:gd name="T15" fmla="*/ 37 h 203"/>
                  <a:gd name="T16" fmla="*/ 65 w 188"/>
                  <a:gd name="T17" fmla="*/ 31 h 203"/>
                  <a:gd name="T18" fmla="*/ 63 w 188"/>
                  <a:gd name="T19" fmla="*/ 0 h 203"/>
                  <a:gd name="T20" fmla="*/ 0 w 188"/>
                  <a:gd name="T21" fmla="*/ 3 h 203"/>
                  <a:gd name="T22" fmla="*/ 0 w 188"/>
                  <a:gd name="T23" fmla="*/ 12 h 203"/>
                  <a:gd name="T24" fmla="*/ 38 w 188"/>
                  <a:gd name="T25" fmla="*/ 50 h 203"/>
                  <a:gd name="T26" fmla="*/ 100 w 188"/>
                  <a:gd name="T27" fmla="*/ 93 h 203"/>
                  <a:gd name="T28" fmla="*/ 100 w 188"/>
                  <a:gd name="T29" fmla="*/ 115 h 2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8" h="203">
                    <a:moveTo>
                      <a:pt x="100" y="115"/>
                    </a:moveTo>
                    <a:lnTo>
                      <a:pt x="57" y="156"/>
                    </a:lnTo>
                    <a:lnTo>
                      <a:pt x="106" y="203"/>
                    </a:lnTo>
                    <a:lnTo>
                      <a:pt x="144" y="169"/>
                    </a:lnTo>
                    <a:lnTo>
                      <a:pt x="157" y="169"/>
                    </a:lnTo>
                    <a:lnTo>
                      <a:pt x="188" y="143"/>
                    </a:lnTo>
                    <a:lnTo>
                      <a:pt x="122" y="88"/>
                    </a:lnTo>
                    <a:lnTo>
                      <a:pt x="116" y="37"/>
                    </a:lnTo>
                    <a:lnTo>
                      <a:pt x="65" y="31"/>
                    </a:lnTo>
                    <a:lnTo>
                      <a:pt x="63" y="0"/>
                    </a:lnTo>
                    <a:lnTo>
                      <a:pt x="0" y="3"/>
                    </a:lnTo>
                    <a:lnTo>
                      <a:pt x="0" y="12"/>
                    </a:lnTo>
                    <a:lnTo>
                      <a:pt x="38" y="50"/>
                    </a:lnTo>
                    <a:lnTo>
                      <a:pt x="100" y="93"/>
                    </a:lnTo>
                    <a:lnTo>
                      <a:pt x="100" y="115"/>
                    </a:lnTo>
                    <a:close/>
                  </a:path>
                </a:pathLst>
              </a:custGeom>
              <a:noFill/>
              <a:ln w="3175">
                <a:solidFill>
                  <a:schemeClr val="tx1"/>
                </a:solidFill>
                <a:prstDash val="solid"/>
                <a:round/>
                <a:headEnd/>
                <a:tailEnd/>
              </a:ln>
            </p:spPr>
            <p:txBody>
              <a:bodyPr/>
              <a:lstStyle/>
              <a:p>
                <a:endParaRPr lang="fr-FR" sz="1800" dirty="0"/>
              </a:p>
            </p:txBody>
          </p:sp>
          <p:sp>
            <p:nvSpPr>
              <p:cNvPr id="55" name="Freeform 9"/>
              <p:cNvSpPr>
                <a:spLocks/>
              </p:cNvSpPr>
              <p:nvPr/>
            </p:nvSpPr>
            <p:spPr bwMode="auto">
              <a:xfrm>
                <a:off x="6392644" y="3640591"/>
                <a:ext cx="163254" cy="113727"/>
              </a:xfrm>
              <a:custGeom>
                <a:avLst/>
                <a:gdLst>
                  <a:gd name="T0" fmla="*/ 0 w 178"/>
                  <a:gd name="T1" fmla="*/ 31 h 124"/>
                  <a:gd name="T2" fmla="*/ 3 w 178"/>
                  <a:gd name="T3" fmla="*/ 0 h 124"/>
                  <a:gd name="T4" fmla="*/ 46 w 178"/>
                  <a:gd name="T5" fmla="*/ 3 h 124"/>
                  <a:gd name="T6" fmla="*/ 52 w 178"/>
                  <a:gd name="T7" fmla="*/ 12 h 124"/>
                  <a:gd name="T8" fmla="*/ 71 w 178"/>
                  <a:gd name="T9" fmla="*/ 28 h 124"/>
                  <a:gd name="T10" fmla="*/ 90 w 178"/>
                  <a:gd name="T11" fmla="*/ 25 h 124"/>
                  <a:gd name="T12" fmla="*/ 125 w 178"/>
                  <a:gd name="T13" fmla="*/ 58 h 124"/>
                  <a:gd name="T14" fmla="*/ 141 w 178"/>
                  <a:gd name="T15" fmla="*/ 44 h 124"/>
                  <a:gd name="T16" fmla="*/ 178 w 178"/>
                  <a:gd name="T17" fmla="*/ 42 h 124"/>
                  <a:gd name="T18" fmla="*/ 178 w 178"/>
                  <a:gd name="T19" fmla="*/ 108 h 124"/>
                  <a:gd name="T20" fmla="*/ 163 w 178"/>
                  <a:gd name="T21" fmla="*/ 108 h 124"/>
                  <a:gd name="T22" fmla="*/ 147 w 178"/>
                  <a:gd name="T23" fmla="*/ 121 h 124"/>
                  <a:gd name="T24" fmla="*/ 93 w 178"/>
                  <a:gd name="T25" fmla="*/ 124 h 124"/>
                  <a:gd name="T26" fmla="*/ 68 w 178"/>
                  <a:gd name="T27" fmla="*/ 99 h 124"/>
                  <a:gd name="T28" fmla="*/ 28 w 178"/>
                  <a:gd name="T29" fmla="*/ 99 h 124"/>
                  <a:gd name="T30" fmla="*/ 25 w 178"/>
                  <a:gd name="T31" fmla="*/ 47 h 124"/>
                  <a:gd name="T32" fmla="*/ 0 w 178"/>
                  <a:gd name="T33" fmla="*/ 31 h 1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8" h="124">
                    <a:moveTo>
                      <a:pt x="0" y="31"/>
                    </a:moveTo>
                    <a:lnTo>
                      <a:pt x="3" y="0"/>
                    </a:lnTo>
                    <a:lnTo>
                      <a:pt x="46" y="3"/>
                    </a:lnTo>
                    <a:lnTo>
                      <a:pt x="52" y="12"/>
                    </a:lnTo>
                    <a:lnTo>
                      <a:pt x="71" y="28"/>
                    </a:lnTo>
                    <a:lnTo>
                      <a:pt x="90" y="25"/>
                    </a:lnTo>
                    <a:lnTo>
                      <a:pt x="125" y="58"/>
                    </a:lnTo>
                    <a:lnTo>
                      <a:pt x="141" y="44"/>
                    </a:lnTo>
                    <a:lnTo>
                      <a:pt x="178" y="42"/>
                    </a:lnTo>
                    <a:lnTo>
                      <a:pt x="178" y="108"/>
                    </a:lnTo>
                    <a:lnTo>
                      <a:pt x="163" y="108"/>
                    </a:lnTo>
                    <a:lnTo>
                      <a:pt x="147" y="121"/>
                    </a:lnTo>
                    <a:lnTo>
                      <a:pt x="93" y="124"/>
                    </a:lnTo>
                    <a:lnTo>
                      <a:pt x="68" y="99"/>
                    </a:lnTo>
                    <a:lnTo>
                      <a:pt x="28" y="99"/>
                    </a:lnTo>
                    <a:lnTo>
                      <a:pt x="25" y="47"/>
                    </a:lnTo>
                    <a:lnTo>
                      <a:pt x="0" y="31"/>
                    </a:lnTo>
                    <a:close/>
                  </a:path>
                </a:pathLst>
              </a:custGeom>
              <a:noFill/>
              <a:ln w="3175">
                <a:solidFill>
                  <a:schemeClr val="tx1"/>
                </a:solidFill>
                <a:prstDash val="solid"/>
                <a:round/>
                <a:headEnd/>
                <a:tailEnd/>
              </a:ln>
            </p:spPr>
            <p:txBody>
              <a:bodyPr/>
              <a:lstStyle/>
              <a:p>
                <a:endParaRPr lang="fr-FR" sz="1800" dirty="0"/>
              </a:p>
            </p:txBody>
          </p:sp>
          <p:sp>
            <p:nvSpPr>
              <p:cNvPr id="56" name="Freeform 10"/>
              <p:cNvSpPr>
                <a:spLocks/>
              </p:cNvSpPr>
              <p:nvPr/>
            </p:nvSpPr>
            <p:spPr bwMode="auto">
              <a:xfrm>
                <a:off x="5851525" y="3578225"/>
                <a:ext cx="1181291" cy="1744423"/>
              </a:xfrm>
              <a:custGeom>
                <a:avLst/>
                <a:gdLst>
                  <a:gd name="T0" fmla="*/ 990 w 1287"/>
                  <a:gd name="T1" fmla="*/ 1874 h 1902"/>
                  <a:gd name="T2" fmla="*/ 990 w 1287"/>
                  <a:gd name="T3" fmla="*/ 1810 h 1902"/>
                  <a:gd name="T4" fmla="*/ 955 w 1287"/>
                  <a:gd name="T5" fmla="*/ 1689 h 1902"/>
                  <a:gd name="T6" fmla="*/ 1006 w 1287"/>
                  <a:gd name="T7" fmla="*/ 1602 h 1902"/>
                  <a:gd name="T8" fmla="*/ 1165 w 1287"/>
                  <a:gd name="T9" fmla="*/ 1467 h 1902"/>
                  <a:gd name="T10" fmla="*/ 1253 w 1287"/>
                  <a:gd name="T11" fmla="*/ 1342 h 1902"/>
                  <a:gd name="T12" fmla="*/ 1181 w 1287"/>
                  <a:gd name="T13" fmla="*/ 1261 h 1902"/>
                  <a:gd name="T14" fmla="*/ 1020 w 1287"/>
                  <a:gd name="T15" fmla="*/ 1163 h 1902"/>
                  <a:gd name="T16" fmla="*/ 930 w 1287"/>
                  <a:gd name="T17" fmla="*/ 1097 h 1902"/>
                  <a:gd name="T18" fmla="*/ 815 w 1287"/>
                  <a:gd name="T19" fmla="*/ 1056 h 1902"/>
                  <a:gd name="T20" fmla="*/ 727 w 1287"/>
                  <a:gd name="T21" fmla="*/ 1091 h 1902"/>
                  <a:gd name="T22" fmla="*/ 651 w 1287"/>
                  <a:gd name="T23" fmla="*/ 1083 h 1902"/>
                  <a:gd name="T24" fmla="*/ 617 w 1287"/>
                  <a:gd name="T25" fmla="*/ 995 h 1902"/>
                  <a:gd name="T26" fmla="*/ 611 w 1287"/>
                  <a:gd name="T27" fmla="*/ 938 h 1902"/>
                  <a:gd name="T28" fmla="*/ 472 w 1287"/>
                  <a:gd name="T29" fmla="*/ 938 h 1902"/>
                  <a:gd name="T30" fmla="*/ 526 w 1287"/>
                  <a:gd name="T31" fmla="*/ 826 h 1902"/>
                  <a:gd name="T32" fmla="*/ 745 w 1287"/>
                  <a:gd name="T33" fmla="*/ 885 h 1902"/>
                  <a:gd name="T34" fmla="*/ 886 w 1287"/>
                  <a:gd name="T35" fmla="*/ 650 h 1902"/>
                  <a:gd name="T36" fmla="*/ 1020 w 1287"/>
                  <a:gd name="T37" fmla="*/ 622 h 1902"/>
                  <a:gd name="T38" fmla="*/ 946 w 1287"/>
                  <a:gd name="T39" fmla="*/ 584 h 1902"/>
                  <a:gd name="T40" fmla="*/ 1118 w 1287"/>
                  <a:gd name="T41" fmla="*/ 548 h 1902"/>
                  <a:gd name="T42" fmla="*/ 1083 w 1287"/>
                  <a:gd name="T43" fmla="*/ 414 h 1902"/>
                  <a:gd name="T44" fmla="*/ 905 w 1287"/>
                  <a:gd name="T45" fmla="*/ 412 h 1902"/>
                  <a:gd name="T46" fmla="*/ 786 w 1287"/>
                  <a:gd name="T47" fmla="*/ 441 h 1902"/>
                  <a:gd name="T48" fmla="*/ 786 w 1287"/>
                  <a:gd name="T49" fmla="*/ 325 h 1902"/>
                  <a:gd name="T50" fmla="*/ 936 w 1287"/>
                  <a:gd name="T51" fmla="*/ 259 h 1902"/>
                  <a:gd name="T52" fmla="*/ 870 w 1287"/>
                  <a:gd name="T53" fmla="*/ 176 h 1902"/>
                  <a:gd name="T54" fmla="*/ 818 w 1287"/>
                  <a:gd name="T55" fmla="*/ 253 h 1902"/>
                  <a:gd name="T56" fmla="*/ 535 w 1287"/>
                  <a:gd name="T57" fmla="*/ 103 h 1902"/>
                  <a:gd name="T58" fmla="*/ 294 w 1287"/>
                  <a:gd name="T59" fmla="*/ 26 h 1902"/>
                  <a:gd name="T60" fmla="*/ 219 w 1287"/>
                  <a:gd name="T61" fmla="*/ 0 h 1902"/>
                  <a:gd name="T62" fmla="*/ 100 w 1287"/>
                  <a:gd name="T63" fmla="*/ 82 h 1902"/>
                  <a:gd name="T64" fmla="*/ 44 w 1287"/>
                  <a:gd name="T65" fmla="*/ 253 h 1902"/>
                  <a:gd name="T66" fmla="*/ 84 w 1287"/>
                  <a:gd name="T67" fmla="*/ 245 h 1902"/>
                  <a:gd name="T68" fmla="*/ 272 w 1287"/>
                  <a:gd name="T69" fmla="*/ 272 h 1902"/>
                  <a:gd name="T70" fmla="*/ 307 w 1287"/>
                  <a:gd name="T71" fmla="*/ 542 h 1902"/>
                  <a:gd name="T72" fmla="*/ 281 w 1287"/>
                  <a:gd name="T73" fmla="*/ 726 h 1902"/>
                  <a:gd name="T74" fmla="*/ 319 w 1287"/>
                  <a:gd name="T75" fmla="*/ 788 h 1902"/>
                  <a:gd name="T76" fmla="*/ 433 w 1287"/>
                  <a:gd name="T77" fmla="*/ 972 h 1902"/>
                  <a:gd name="T78" fmla="*/ 523 w 1287"/>
                  <a:gd name="T79" fmla="*/ 1013 h 1902"/>
                  <a:gd name="T80" fmla="*/ 617 w 1287"/>
                  <a:gd name="T81" fmla="*/ 1083 h 1902"/>
                  <a:gd name="T82" fmla="*/ 745 w 1287"/>
                  <a:gd name="T83" fmla="*/ 1179 h 1902"/>
                  <a:gd name="T84" fmla="*/ 749 w 1287"/>
                  <a:gd name="T85" fmla="*/ 1288 h 1902"/>
                  <a:gd name="T86" fmla="*/ 805 w 1287"/>
                  <a:gd name="T87" fmla="*/ 1395 h 1902"/>
                  <a:gd name="T88" fmla="*/ 880 w 1287"/>
                  <a:gd name="T89" fmla="*/ 1507 h 1902"/>
                  <a:gd name="T90" fmla="*/ 993 w 1287"/>
                  <a:gd name="T91" fmla="*/ 1902 h 19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287" h="1902">
                    <a:moveTo>
                      <a:pt x="993" y="1902"/>
                    </a:moveTo>
                    <a:lnTo>
                      <a:pt x="1014" y="1902"/>
                    </a:lnTo>
                    <a:lnTo>
                      <a:pt x="990" y="1874"/>
                    </a:lnTo>
                    <a:lnTo>
                      <a:pt x="955" y="1858"/>
                    </a:lnTo>
                    <a:lnTo>
                      <a:pt x="959" y="1833"/>
                    </a:lnTo>
                    <a:lnTo>
                      <a:pt x="990" y="1810"/>
                    </a:lnTo>
                    <a:lnTo>
                      <a:pt x="995" y="1790"/>
                    </a:lnTo>
                    <a:lnTo>
                      <a:pt x="955" y="1773"/>
                    </a:lnTo>
                    <a:lnTo>
                      <a:pt x="955" y="1689"/>
                    </a:lnTo>
                    <a:lnTo>
                      <a:pt x="1012" y="1635"/>
                    </a:lnTo>
                    <a:lnTo>
                      <a:pt x="1030" y="1632"/>
                    </a:lnTo>
                    <a:lnTo>
                      <a:pt x="1006" y="1602"/>
                    </a:lnTo>
                    <a:lnTo>
                      <a:pt x="1071" y="1596"/>
                    </a:lnTo>
                    <a:lnTo>
                      <a:pt x="1165" y="1523"/>
                    </a:lnTo>
                    <a:lnTo>
                      <a:pt x="1165" y="1467"/>
                    </a:lnTo>
                    <a:lnTo>
                      <a:pt x="1224" y="1466"/>
                    </a:lnTo>
                    <a:lnTo>
                      <a:pt x="1221" y="1357"/>
                    </a:lnTo>
                    <a:lnTo>
                      <a:pt x="1253" y="1342"/>
                    </a:lnTo>
                    <a:lnTo>
                      <a:pt x="1287" y="1307"/>
                    </a:lnTo>
                    <a:lnTo>
                      <a:pt x="1287" y="1266"/>
                    </a:lnTo>
                    <a:lnTo>
                      <a:pt x="1181" y="1261"/>
                    </a:lnTo>
                    <a:lnTo>
                      <a:pt x="1096" y="1182"/>
                    </a:lnTo>
                    <a:lnTo>
                      <a:pt x="1052" y="1164"/>
                    </a:lnTo>
                    <a:lnTo>
                      <a:pt x="1020" y="1163"/>
                    </a:lnTo>
                    <a:lnTo>
                      <a:pt x="974" y="1122"/>
                    </a:lnTo>
                    <a:lnTo>
                      <a:pt x="959" y="1124"/>
                    </a:lnTo>
                    <a:lnTo>
                      <a:pt x="930" y="1097"/>
                    </a:lnTo>
                    <a:lnTo>
                      <a:pt x="861" y="1094"/>
                    </a:lnTo>
                    <a:lnTo>
                      <a:pt x="861" y="1061"/>
                    </a:lnTo>
                    <a:lnTo>
                      <a:pt x="815" y="1056"/>
                    </a:lnTo>
                    <a:lnTo>
                      <a:pt x="786" y="1070"/>
                    </a:lnTo>
                    <a:lnTo>
                      <a:pt x="767" y="1094"/>
                    </a:lnTo>
                    <a:lnTo>
                      <a:pt x="727" y="1091"/>
                    </a:lnTo>
                    <a:lnTo>
                      <a:pt x="682" y="1091"/>
                    </a:lnTo>
                    <a:lnTo>
                      <a:pt x="668" y="1097"/>
                    </a:lnTo>
                    <a:lnTo>
                      <a:pt x="651" y="1083"/>
                    </a:lnTo>
                    <a:lnTo>
                      <a:pt x="649" y="1014"/>
                    </a:lnTo>
                    <a:lnTo>
                      <a:pt x="619" y="1013"/>
                    </a:lnTo>
                    <a:lnTo>
                      <a:pt x="617" y="995"/>
                    </a:lnTo>
                    <a:lnTo>
                      <a:pt x="651" y="969"/>
                    </a:lnTo>
                    <a:lnTo>
                      <a:pt x="651" y="941"/>
                    </a:lnTo>
                    <a:lnTo>
                      <a:pt x="611" y="938"/>
                    </a:lnTo>
                    <a:lnTo>
                      <a:pt x="573" y="969"/>
                    </a:lnTo>
                    <a:lnTo>
                      <a:pt x="510" y="969"/>
                    </a:lnTo>
                    <a:lnTo>
                      <a:pt x="472" y="938"/>
                    </a:lnTo>
                    <a:lnTo>
                      <a:pt x="469" y="870"/>
                    </a:lnTo>
                    <a:lnTo>
                      <a:pt x="523" y="870"/>
                    </a:lnTo>
                    <a:lnTo>
                      <a:pt x="526" y="826"/>
                    </a:lnTo>
                    <a:lnTo>
                      <a:pt x="717" y="823"/>
                    </a:lnTo>
                    <a:lnTo>
                      <a:pt x="723" y="886"/>
                    </a:lnTo>
                    <a:lnTo>
                      <a:pt x="745" y="885"/>
                    </a:lnTo>
                    <a:lnTo>
                      <a:pt x="745" y="794"/>
                    </a:lnTo>
                    <a:lnTo>
                      <a:pt x="883" y="679"/>
                    </a:lnTo>
                    <a:lnTo>
                      <a:pt x="886" y="650"/>
                    </a:lnTo>
                    <a:lnTo>
                      <a:pt x="974" y="647"/>
                    </a:lnTo>
                    <a:lnTo>
                      <a:pt x="981" y="660"/>
                    </a:lnTo>
                    <a:lnTo>
                      <a:pt x="1020" y="622"/>
                    </a:lnTo>
                    <a:lnTo>
                      <a:pt x="1017" y="597"/>
                    </a:lnTo>
                    <a:lnTo>
                      <a:pt x="946" y="600"/>
                    </a:lnTo>
                    <a:lnTo>
                      <a:pt x="946" y="584"/>
                    </a:lnTo>
                    <a:lnTo>
                      <a:pt x="981" y="564"/>
                    </a:lnTo>
                    <a:lnTo>
                      <a:pt x="1000" y="545"/>
                    </a:lnTo>
                    <a:lnTo>
                      <a:pt x="1118" y="548"/>
                    </a:lnTo>
                    <a:lnTo>
                      <a:pt x="1118" y="513"/>
                    </a:lnTo>
                    <a:lnTo>
                      <a:pt x="1087" y="485"/>
                    </a:lnTo>
                    <a:lnTo>
                      <a:pt x="1083" y="414"/>
                    </a:lnTo>
                    <a:lnTo>
                      <a:pt x="995" y="414"/>
                    </a:lnTo>
                    <a:lnTo>
                      <a:pt x="946" y="373"/>
                    </a:lnTo>
                    <a:lnTo>
                      <a:pt x="905" y="412"/>
                    </a:lnTo>
                    <a:lnTo>
                      <a:pt x="899" y="463"/>
                    </a:lnTo>
                    <a:lnTo>
                      <a:pt x="815" y="466"/>
                    </a:lnTo>
                    <a:lnTo>
                      <a:pt x="786" y="441"/>
                    </a:lnTo>
                    <a:lnTo>
                      <a:pt x="739" y="444"/>
                    </a:lnTo>
                    <a:lnTo>
                      <a:pt x="736" y="373"/>
                    </a:lnTo>
                    <a:lnTo>
                      <a:pt x="786" y="325"/>
                    </a:lnTo>
                    <a:lnTo>
                      <a:pt x="851" y="322"/>
                    </a:lnTo>
                    <a:lnTo>
                      <a:pt x="870" y="313"/>
                    </a:lnTo>
                    <a:lnTo>
                      <a:pt x="936" y="259"/>
                    </a:lnTo>
                    <a:lnTo>
                      <a:pt x="936" y="226"/>
                    </a:lnTo>
                    <a:lnTo>
                      <a:pt x="875" y="223"/>
                    </a:lnTo>
                    <a:lnTo>
                      <a:pt x="870" y="176"/>
                    </a:lnTo>
                    <a:lnTo>
                      <a:pt x="837" y="176"/>
                    </a:lnTo>
                    <a:lnTo>
                      <a:pt x="842" y="237"/>
                    </a:lnTo>
                    <a:lnTo>
                      <a:pt x="818" y="253"/>
                    </a:lnTo>
                    <a:lnTo>
                      <a:pt x="682" y="259"/>
                    </a:lnTo>
                    <a:lnTo>
                      <a:pt x="535" y="133"/>
                    </a:lnTo>
                    <a:lnTo>
                      <a:pt x="535" y="103"/>
                    </a:lnTo>
                    <a:lnTo>
                      <a:pt x="436" y="98"/>
                    </a:lnTo>
                    <a:lnTo>
                      <a:pt x="401" y="119"/>
                    </a:lnTo>
                    <a:lnTo>
                      <a:pt x="294" y="26"/>
                    </a:lnTo>
                    <a:lnTo>
                      <a:pt x="275" y="25"/>
                    </a:lnTo>
                    <a:lnTo>
                      <a:pt x="254" y="0"/>
                    </a:lnTo>
                    <a:lnTo>
                      <a:pt x="219" y="0"/>
                    </a:lnTo>
                    <a:lnTo>
                      <a:pt x="188" y="25"/>
                    </a:lnTo>
                    <a:lnTo>
                      <a:pt x="100" y="26"/>
                    </a:lnTo>
                    <a:lnTo>
                      <a:pt x="100" y="82"/>
                    </a:lnTo>
                    <a:lnTo>
                      <a:pt x="13" y="157"/>
                    </a:lnTo>
                    <a:lnTo>
                      <a:pt x="13" y="226"/>
                    </a:lnTo>
                    <a:lnTo>
                      <a:pt x="44" y="253"/>
                    </a:lnTo>
                    <a:lnTo>
                      <a:pt x="0" y="297"/>
                    </a:lnTo>
                    <a:lnTo>
                      <a:pt x="13" y="304"/>
                    </a:lnTo>
                    <a:lnTo>
                      <a:pt x="84" y="245"/>
                    </a:lnTo>
                    <a:lnTo>
                      <a:pt x="204" y="242"/>
                    </a:lnTo>
                    <a:lnTo>
                      <a:pt x="210" y="272"/>
                    </a:lnTo>
                    <a:lnTo>
                      <a:pt x="272" y="272"/>
                    </a:lnTo>
                    <a:lnTo>
                      <a:pt x="272" y="370"/>
                    </a:lnTo>
                    <a:lnTo>
                      <a:pt x="310" y="404"/>
                    </a:lnTo>
                    <a:lnTo>
                      <a:pt x="307" y="542"/>
                    </a:lnTo>
                    <a:lnTo>
                      <a:pt x="254" y="589"/>
                    </a:lnTo>
                    <a:lnTo>
                      <a:pt x="259" y="701"/>
                    </a:lnTo>
                    <a:lnTo>
                      <a:pt x="281" y="726"/>
                    </a:lnTo>
                    <a:lnTo>
                      <a:pt x="281" y="826"/>
                    </a:lnTo>
                    <a:lnTo>
                      <a:pt x="316" y="854"/>
                    </a:lnTo>
                    <a:lnTo>
                      <a:pt x="319" y="788"/>
                    </a:lnTo>
                    <a:lnTo>
                      <a:pt x="357" y="819"/>
                    </a:lnTo>
                    <a:lnTo>
                      <a:pt x="360" y="901"/>
                    </a:lnTo>
                    <a:lnTo>
                      <a:pt x="433" y="972"/>
                    </a:lnTo>
                    <a:lnTo>
                      <a:pt x="444" y="969"/>
                    </a:lnTo>
                    <a:lnTo>
                      <a:pt x="485" y="1008"/>
                    </a:lnTo>
                    <a:lnTo>
                      <a:pt x="523" y="1013"/>
                    </a:lnTo>
                    <a:lnTo>
                      <a:pt x="539" y="1023"/>
                    </a:lnTo>
                    <a:lnTo>
                      <a:pt x="614" y="1032"/>
                    </a:lnTo>
                    <a:lnTo>
                      <a:pt x="617" y="1083"/>
                    </a:lnTo>
                    <a:lnTo>
                      <a:pt x="651" y="1105"/>
                    </a:lnTo>
                    <a:lnTo>
                      <a:pt x="742" y="1113"/>
                    </a:lnTo>
                    <a:lnTo>
                      <a:pt x="745" y="1179"/>
                    </a:lnTo>
                    <a:lnTo>
                      <a:pt x="720" y="1192"/>
                    </a:lnTo>
                    <a:lnTo>
                      <a:pt x="679" y="1228"/>
                    </a:lnTo>
                    <a:lnTo>
                      <a:pt x="749" y="1288"/>
                    </a:lnTo>
                    <a:lnTo>
                      <a:pt x="771" y="1291"/>
                    </a:lnTo>
                    <a:lnTo>
                      <a:pt x="767" y="1367"/>
                    </a:lnTo>
                    <a:lnTo>
                      <a:pt x="805" y="1395"/>
                    </a:lnTo>
                    <a:lnTo>
                      <a:pt x="840" y="1422"/>
                    </a:lnTo>
                    <a:lnTo>
                      <a:pt x="842" y="1473"/>
                    </a:lnTo>
                    <a:lnTo>
                      <a:pt x="880" y="1507"/>
                    </a:lnTo>
                    <a:lnTo>
                      <a:pt x="883" y="1814"/>
                    </a:lnTo>
                    <a:lnTo>
                      <a:pt x="940" y="1864"/>
                    </a:lnTo>
                    <a:lnTo>
                      <a:pt x="993" y="1902"/>
                    </a:lnTo>
                    <a:close/>
                  </a:path>
                </a:pathLst>
              </a:custGeom>
              <a:noFill/>
              <a:ln w="3175">
                <a:solidFill>
                  <a:schemeClr val="tx1"/>
                </a:solidFill>
                <a:prstDash val="solid"/>
                <a:round/>
                <a:headEnd/>
                <a:tailEnd/>
              </a:ln>
            </p:spPr>
            <p:txBody>
              <a:bodyPr/>
              <a:lstStyle/>
              <a:p>
                <a:endParaRPr lang="fr-FR" sz="1800" dirty="0"/>
              </a:p>
            </p:txBody>
          </p:sp>
          <p:sp>
            <p:nvSpPr>
              <p:cNvPr id="57" name="Freeform 11"/>
              <p:cNvSpPr>
                <a:spLocks/>
              </p:cNvSpPr>
              <p:nvPr/>
            </p:nvSpPr>
            <p:spPr bwMode="auto">
              <a:xfrm>
                <a:off x="7379499" y="3581894"/>
                <a:ext cx="2015900" cy="1489454"/>
              </a:xfrm>
              <a:custGeom>
                <a:avLst/>
                <a:gdLst>
                  <a:gd name="T0" fmla="*/ 1800 w 2198"/>
                  <a:gd name="T1" fmla="*/ 753 h 1623"/>
                  <a:gd name="T2" fmla="*/ 1832 w 2198"/>
                  <a:gd name="T3" fmla="*/ 610 h 1623"/>
                  <a:gd name="T4" fmla="*/ 1778 w 2198"/>
                  <a:gd name="T5" fmla="*/ 417 h 1623"/>
                  <a:gd name="T6" fmla="*/ 1906 w 2198"/>
                  <a:gd name="T7" fmla="*/ 278 h 1623"/>
                  <a:gd name="T8" fmla="*/ 1979 w 2198"/>
                  <a:gd name="T9" fmla="*/ 172 h 1623"/>
                  <a:gd name="T10" fmla="*/ 1979 w 2198"/>
                  <a:gd name="T11" fmla="*/ 351 h 1623"/>
                  <a:gd name="T12" fmla="*/ 2026 w 2198"/>
                  <a:gd name="T13" fmla="*/ 323 h 1623"/>
                  <a:gd name="T14" fmla="*/ 2116 w 2198"/>
                  <a:gd name="T15" fmla="*/ 130 h 1623"/>
                  <a:gd name="T16" fmla="*/ 2067 w 2198"/>
                  <a:gd name="T17" fmla="*/ 76 h 1623"/>
                  <a:gd name="T18" fmla="*/ 2145 w 2198"/>
                  <a:gd name="T19" fmla="*/ 65 h 1623"/>
                  <a:gd name="T20" fmla="*/ 2151 w 2198"/>
                  <a:gd name="T21" fmla="*/ 0 h 1623"/>
                  <a:gd name="T22" fmla="*/ 1941 w 2198"/>
                  <a:gd name="T23" fmla="*/ 57 h 1623"/>
                  <a:gd name="T24" fmla="*/ 1775 w 2198"/>
                  <a:gd name="T25" fmla="*/ 23 h 1623"/>
                  <a:gd name="T26" fmla="*/ 1456 w 2198"/>
                  <a:gd name="T27" fmla="*/ 103 h 1623"/>
                  <a:gd name="T28" fmla="*/ 1383 w 2198"/>
                  <a:gd name="T29" fmla="*/ 79 h 1623"/>
                  <a:gd name="T30" fmla="*/ 1173 w 2198"/>
                  <a:gd name="T31" fmla="*/ 130 h 1623"/>
                  <a:gd name="T32" fmla="*/ 1199 w 2198"/>
                  <a:gd name="T33" fmla="*/ 65 h 1623"/>
                  <a:gd name="T34" fmla="*/ 1011 w 2198"/>
                  <a:gd name="T35" fmla="*/ 173 h 1623"/>
                  <a:gd name="T36" fmla="*/ 905 w 2198"/>
                  <a:gd name="T37" fmla="*/ 275 h 1623"/>
                  <a:gd name="T38" fmla="*/ 728 w 2198"/>
                  <a:gd name="T39" fmla="*/ 326 h 1623"/>
                  <a:gd name="T40" fmla="*/ 600 w 2198"/>
                  <a:gd name="T41" fmla="*/ 404 h 1623"/>
                  <a:gd name="T42" fmla="*/ 603 w 2198"/>
                  <a:gd name="T43" fmla="*/ 326 h 1623"/>
                  <a:gd name="T44" fmla="*/ 368 w 2198"/>
                  <a:gd name="T45" fmla="*/ 363 h 1623"/>
                  <a:gd name="T46" fmla="*/ 294 w 2198"/>
                  <a:gd name="T47" fmla="*/ 438 h 1623"/>
                  <a:gd name="T48" fmla="*/ 374 w 2198"/>
                  <a:gd name="T49" fmla="*/ 538 h 1623"/>
                  <a:gd name="T50" fmla="*/ 478 w 2198"/>
                  <a:gd name="T51" fmla="*/ 382 h 1623"/>
                  <a:gd name="T52" fmla="*/ 412 w 2198"/>
                  <a:gd name="T53" fmla="*/ 554 h 1623"/>
                  <a:gd name="T54" fmla="*/ 351 w 2198"/>
                  <a:gd name="T55" fmla="*/ 557 h 1623"/>
                  <a:gd name="T56" fmla="*/ 191 w 2198"/>
                  <a:gd name="T57" fmla="*/ 645 h 1623"/>
                  <a:gd name="T58" fmla="*/ 131 w 2198"/>
                  <a:gd name="T59" fmla="*/ 720 h 1623"/>
                  <a:gd name="T60" fmla="*/ 221 w 2198"/>
                  <a:gd name="T61" fmla="*/ 782 h 1623"/>
                  <a:gd name="T62" fmla="*/ 346 w 2198"/>
                  <a:gd name="T63" fmla="*/ 758 h 1623"/>
                  <a:gd name="T64" fmla="*/ 418 w 2198"/>
                  <a:gd name="T65" fmla="*/ 785 h 1623"/>
                  <a:gd name="T66" fmla="*/ 363 w 2198"/>
                  <a:gd name="T67" fmla="*/ 707 h 1623"/>
                  <a:gd name="T68" fmla="*/ 553 w 2198"/>
                  <a:gd name="T69" fmla="*/ 733 h 1623"/>
                  <a:gd name="T70" fmla="*/ 690 w 2198"/>
                  <a:gd name="T71" fmla="*/ 701 h 1623"/>
                  <a:gd name="T72" fmla="*/ 569 w 2198"/>
                  <a:gd name="T73" fmla="*/ 769 h 1623"/>
                  <a:gd name="T74" fmla="*/ 690 w 2198"/>
                  <a:gd name="T75" fmla="*/ 835 h 1623"/>
                  <a:gd name="T76" fmla="*/ 478 w 2198"/>
                  <a:gd name="T77" fmla="*/ 854 h 1623"/>
                  <a:gd name="T78" fmla="*/ 131 w 2198"/>
                  <a:gd name="T79" fmla="*/ 832 h 1623"/>
                  <a:gd name="T80" fmla="*/ 33 w 2198"/>
                  <a:gd name="T81" fmla="*/ 954 h 1623"/>
                  <a:gd name="T82" fmla="*/ 174 w 2198"/>
                  <a:gd name="T83" fmla="*/ 1182 h 1623"/>
                  <a:gd name="T84" fmla="*/ 346 w 2198"/>
                  <a:gd name="T85" fmla="*/ 1208 h 1623"/>
                  <a:gd name="T86" fmla="*/ 441 w 2198"/>
                  <a:gd name="T87" fmla="*/ 1596 h 1623"/>
                  <a:gd name="T88" fmla="*/ 606 w 2198"/>
                  <a:gd name="T89" fmla="*/ 1558 h 1623"/>
                  <a:gd name="T90" fmla="*/ 682 w 2198"/>
                  <a:gd name="T91" fmla="*/ 1446 h 1623"/>
                  <a:gd name="T92" fmla="*/ 714 w 2198"/>
                  <a:gd name="T93" fmla="*/ 1323 h 1623"/>
                  <a:gd name="T94" fmla="*/ 763 w 2198"/>
                  <a:gd name="T95" fmla="*/ 1020 h 1623"/>
                  <a:gd name="T96" fmla="*/ 676 w 2198"/>
                  <a:gd name="T97" fmla="*/ 900 h 1623"/>
                  <a:gd name="T98" fmla="*/ 913 w 2198"/>
                  <a:gd name="T99" fmla="*/ 1051 h 1623"/>
                  <a:gd name="T100" fmla="*/ 900 w 2198"/>
                  <a:gd name="T101" fmla="*/ 938 h 1623"/>
                  <a:gd name="T102" fmla="*/ 886 w 2198"/>
                  <a:gd name="T103" fmla="*/ 861 h 1623"/>
                  <a:gd name="T104" fmla="*/ 1155 w 2198"/>
                  <a:gd name="T105" fmla="*/ 1042 h 1623"/>
                  <a:gd name="T106" fmla="*/ 1346 w 2198"/>
                  <a:gd name="T107" fmla="*/ 960 h 1623"/>
                  <a:gd name="T108" fmla="*/ 1505 w 2198"/>
                  <a:gd name="T109" fmla="*/ 1123 h 1623"/>
                  <a:gd name="T110" fmla="*/ 1597 w 2198"/>
                  <a:gd name="T111" fmla="*/ 1167 h 1623"/>
                  <a:gd name="T112" fmla="*/ 1593 w 2198"/>
                  <a:gd name="T113" fmla="*/ 1110 h 1623"/>
                  <a:gd name="T114" fmla="*/ 1644 w 2198"/>
                  <a:gd name="T115" fmla="*/ 1039 h 1623"/>
                  <a:gd name="T116" fmla="*/ 1568 w 2198"/>
                  <a:gd name="T117" fmla="*/ 963 h 1623"/>
                  <a:gd name="T118" fmla="*/ 1759 w 2198"/>
                  <a:gd name="T119" fmla="*/ 791 h 1623"/>
                  <a:gd name="T120" fmla="*/ 1699 w 2198"/>
                  <a:gd name="T121" fmla="*/ 710 h 1623"/>
                  <a:gd name="T122" fmla="*/ 1647 w 2198"/>
                  <a:gd name="T123" fmla="*/ 676 h 16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98" h="1623">
                    <a:moveTo>
                      <a:pt x="1706" y="635"/>
                    </a:moveTo>
                    <a:lnTo>
                      <a:pt x="1800" y="720"/>
                    </a:lnTo>
                    <a:lnTo>
                      <a:pt x="1781" y="745"/>
                    </a:lnTo>
                    <a:lnTo>
                      <a:pt x="1800" y="753"/>
                    </a:lnTo>
                    <a:lnTo>
                      <a:pt x="1835" y="720"/>
                    </a:lnTo>
                    <a:lnTo>
                      <a:pt x="1791" y="679"/>
                    </a:lnTo>
                    <a:lnTo>
                      <a:pt x="1788" y="613"/>
                    </a:lnTo>
                    <a:lnTo>
                      <a:pt x="1832" y="610"/>
                    </a:lnTo>
                    <a:lnTo>
                      <a:pt x="1835" y="557"/>
                    </a:lnTo>
                    <a:lnTo>
                      <a:pt x="1807" y="535"/>
                    </a:lnTo>
                    <a:lnTo>
                      <a:pt x="1807" y="441"/>
                    </a:lnTo>
                    <a:lnTo>
                      <a:pt x="1778" y="417"/>
                    </a:lnTo>
                    <a:lnTo>
                      <a:pt x="1778" y="322"/>
                    </a:lnTo>
                    <a:lnTo>
                      <a:pt x="1832" y="288"/>
                    </a:lnTo>
                    <a:lnTo>
                      <a:pt x="1870" y="301"/>
                    </a:lnTo>
                    <a:lnTo>
                      <a:pt x="1906" y="278"/>
                    </a:lnTo>
                    <a:lnTo>
                      <a:pt x="1903" y="242"/>
                    </a:lnTo>
                    <a:lnTo>
                      <a:pt x="1928" y="237"/>
                    </a:lnTo>
                    <a:lnTo>
                      <a:pt x="1935" y="173"/>
                    </a:lnTo>
                    <a:lnTo>
                      <a:pt x="1979" y="172"/>
                    </a:lnTo>
                    <a:lnTo>
                      <a:pt x="1979" y="269"/>
                    </a:lnTo>
                    <a:lnTo>
                      <a:pt x="1957" y="275"/>
                    </a:lnTo>
                    <a:lnTo>
                      <a:pt x="1954" y="323"/>
                    </a:lnTo>
                    <a:lnTo>
                      <a:pt x="1979" y="351"/>
                    </a:lnTo>
                    <a:lnTo>
                      <a:pt x="2001" y="351"/>
                    </a:lnTo>
                    <a:lnTo>
                      <a:pt x="2001" y="395"/>
                    </a:lnTo>
                    <a:lnTo>
                      <a:pt x="2026" y="409"/>
                    </a:lnTo>
                    <a:lnTo>
                      <a:pt x="2026" y="323"/>
                    </a:lnTo>
                    <a:lnTo>
                      <a:pt x="2001" y="304"/>
                    </a:lnTo>
                    <a:lnTo>
                      <a:pt x="1998" y="226"/>
                    </a:lnTo>
                    <a:lnTo>
                      <a:pt x="2026" y="204"/>
                    </a:lnTo>
                    <a:lnTo>
                      <a:pt x="2116" y="130"/>
                    </a:lnTo>
                    <a:lnTo>
                      <a:pt x="2072" y="125"/>
                    </a:lnTo>
                    <a:lnTo>
                      <a:pt x="2067" y="106"/>
                    </a:lnTo>
                    <a:lnTo>
                      <a:pt x="2088" y="95"/>
                    </a:lnTo>
                    <a:lnTo>
                      <a:pt x="2067" y="76"/>
                    </a:lnTo>
                    <a:lnTo>
                      <a:pt x="2072" y="62"/>
                    </a:lnTo>
                    <a:lnTo>
                      <a:pt x="2091" y="41"/>
                    </a:lnTo>
                    <a:lnTo>
                      <a:pt x="2116" y="38"/>
                    </a:lnTo>
                    <a:lnTo>
                      <a:pt x="2145" y="65"/>
                    </a:lnTo>
                    <a:lnTo>
                      <a:pt x="2164" y="54"/>
                    </a:lnTo>
                    <a:lnTo>
                      <a:pt x="2176" y="60"/>
                    </a:lnTo>
                    <a:lnTo>
                      <a:pt x="2198" y="38"/>
                    </a:lnTo>
                    <a:lnTo>
                      <a:pt x="2151" y="0"/>
                    </a:lnTo>
                    <a:lnTo>
                      <a:pt x="1944" y="0"/>
                    </a:lnTo>
                    <a:lnTo>
                      <a:pt x="1928" y="22"/>
                    </a:lnTo>
                    <a:lnTo>
                      <a:pt x="1947" y="45"/>
                    </a:lnTo>
                    <a:lnTo>
                      <a:pt x="1941" y="57"/>
                    </a:lnTo>
                    <a:lnTo>
                      <a:pt x="1835" y="60"/>
                    </a:lnTo>
                    <a:lnTo>
                      <a:pt x="1807" y="35"/>
                    </a:lnTo>
                    <a:lnTo>
                      <a:pt x="1791" y="35"/>
                    </a:lnTo>
                    <a:lnTo>
                      <a:pt x="1775" y="23"/>
                    </a:lnTo>
                    <a:lnTo>
                      <a:pt x="1753" y="48"/>
                    </a:lnTo>
                    <a:lnTo>
                      <a:pt x="1593" y="51"/>
                    </a:lnTo>
                    <a:lnTo>
                      <a:pt x="1530" y="108"/>
                    </a:lnTo>
                    <a:lnTo>
                      <a:pt x="1456" y="103"/>
                    </a:lnTo>
                    <a:lnTo>
                      <a:pt x="1453" y="70"/>
                    </a:lnTo>
                    <a:lnTo>
                      <a:pt x="1412" y="67"/>
                    </a:lnTo>
                    <a:lnTo>
                      <a:pt x="1399" y="81"/>
                    </a:lnTo>
                    <a:lnTo>
                      <a:pt x="1383" y="79"/>
                    </a:lnTo>
                    <a:lnTo>
                      <a:pt x="1380" y="89"/>
                    </a:lnTo>
                    <a:lnTo>
                      <a:pt x="1309" y="89"/>
                    </a:lnTo>
                    <a:lnTo>
                      <a:pt x="1224" y="166"/>
                    </a:lnTo>
                    <a:lnTo>
                      <a:pt x="1173" y="130"/>
                    </a:lnTo>
                    <a:lnTo>
                      <a:pt x="1202" y="106"/>
                    </a:lnTo>
                    <a:lnTo>
                      <a:pt x="1214" y="106"/>
                    </a:lnTo>
                    <a:lnTo>
                      <a:pt x="1255" y="65"/>
                    </a:lnTo>
                    <a:lnTo>
                      <a:pt x="1199" y="65"/>
                    </a:lnTo>
                    <a:lnTo>
                      <a:pt x="1167" y="48"/>
                    </a:lnTo>
                    <a:lnTo>
                      <a:pt x="1064" y="138"/>
                    </a:lnTo>
                    <a:lnTo>
                      <a:pt x="1048" y="132"/>
                    </a:lnTo>
                    <a:lnTo>
                      <a:pt x="1011" y="173"/>
                    </a:lnTo>
                    <a:lnTo>
                      <a:pt x="1008" y="229"/>
                    </a:lnTo>
                    <a:lnTo>
                      <a:pt x="911" y="232"/>
                    </a:lnTo>
                    <a:lnTo>
                      <a:pt x="886" y="256"/>
                    </a:lnTo>
                    <a:lnTo>
                      <a:pt x="905" y="275"/>
                    </a:lnTo>
                    <a:lnTo>
                      <a:pt x="900" y="285"/>
                    </a:lnTo>
                    <a:lnTo>
                      <a:pt x="845" y="288"/>
                    </a:lnTo>
                    <a:lnTo>
                      <a:pt x="801" y="319"/>
                    </a:lnTo>
                    <a:lnTo>
                      <a:pt x="728" y="326"/>
                    </a:lnTo>
                    <a:lnTo>
                      <a:pt x="723" y="363"/>
                    </a:lnTo>
                    <a:lnTo>
                      <a:pt x="673" y="363"/>
                    </a:lnTo>
                    <a:lnTo>
                      <a:pt x="622" y="406"/>
                    </a:lnTo>
                    <a:lnTo>
                      <a:pt x="600" y="404"/>
                    </a:lnTo>
                    <a:lnTo>
                      <a:pt x="556" y="366"/>
                    </a:lnTo>
                    <a:lnTo>
                      <a:pt x="594" y="360"/>
                    </a:lnTo>
                    <a:lnTo>
                      <a:pt x="616" y="344"/>
                    </a:lnTo>
                    <a:lnTo>
                      <a:pt x="603" y="326"/>
                    </a:lnTo>
                    <a:lnTo>
                      <a:pt x="548" y="332"/>
                    </a:lnTo>
                    <a:lnTo>
                      <a:pt x="521" y="304"/>
                    </a:lnTo>
                    <a:lnTo>
                      <a:pt x="431" y="304"/>
                    </a:lnTo>
                    <a:lnTo>
                      <a:pt x="368" y="363"/>
                    </a:lnTo>
                    <a:lnTo>
                      <a:pt x="365" y="367"/>
                    </a:lnTo>
                    <a:lnTo>
                      <a:pt x="325" y="404"/>
                    </a:lnTo>
                    <a:lnTo>
                      <a:pt x="325" y="436"/>
                    </a:lnTo>
                    <a:lnTo>
                      <a:pt x="294" y="438"/>
                    </a:lnTo>
                    <a:lnTo>
                      <a:pt x="287" y="501"/>
                    </a:lnTo>
                    <a:lnTo>
                      <a:pt x="330" y="507"/>
                    </a:lnTo>
                    <a:lnTo>
                      <a:pt x="346" y="510"/>
                    </a:lnTo>
                    <a:lnTo>
                      <a:pt x="374" y="538"/>
                    </a:lnTo>
                    <a:lnTo>
                      <a:pt x="400" y="517"/>
                    </a:lnTo>
                    <a:lnTo>
                      <a:pt x="396" y="433"/>
                    </a:lnTo>
                    <a:lnTo>
                      <a:pt x="466" y="382"/>
                    </a:lnTo>
                    <a:lnTo>
                      <a:pt x="478" y="382"/>
                    </a:lnTo>
                    <a:lnTo>
                      <a:pt x="507" y="401"/>
                    </a:lnTo>
                    <a:lnTo>
                      <a:pt x="469" y="436"/>
                    </a:lnTo>
                    <a:lnTo>
                      <a:pt x="469" y="554"/>
                    </a:lnTo>
                    <a:lnTo>
                      <a:pt x="412" y="554"/>
                    </a:lnTo>
                    <a:lnTo>
                      <a:pt x="379" y="592"/>
                    </a:lnTo>
                    <a:lnTo>
                      <a:pt x="361" y="592"/>
                    </a:lnTo>
                    <a:lnTo>
                      <a:pt x="357" y="557"/>
                    </a:lnTo>
                    <a:lnTo>
                      <a:pt x="351" y="557"/>
                    </a:lnTo>
                    <a:lnTo>
                      <a:pt x="345" y="593"/>
                    </a:lnTo>
                    <a:lnTo>
                      <a:pt x="297" y="594"/>
                    </a:lnTo>
                    <a:lnTo>
                      <a:pt x="243" y="641"/>
                    </a:lnTo>
                    <a:lnTo>
                      <a:pt x="191" y="645"/>
                    </a:lnTo>
                    <a:lnTo>
                      <a:pt x="215" y="667"/>
                    </a:lnTo>
                    <a:lnTo>
                      <a:pt x="205" y="688"/>
                    </a:lnTo>
                    <a:lnTo>
                      <a:pt x="212" y="717"/>
                    </a:lnTo>
                    <a:lnTo>
                      <a:pt x="131" y="720"/>
                    </a:lnTo>
                    <a:lnTo>
                      <a:pt x="123" y="772"/>
                    </a:lnTo>
                    <a:lnTo>
                      <a:pt x="147" y="788"/>
                    </a:lnTo>
                    <a:lnTo>
                      <a:pt x="172" y="791"/>
                    </a:lnTo>
                    <a:lnTo>
                      <a:pt x="221" y="782"/>
                    </a:lnTo>
                    <a:lnTo>
                      <a:pt x="218" y="758"/>
                    </a:lnTo>
                    <a:lnTo>
                      <a:pt x="262" y="723"/>
                    </a:lnTo>
                    <a:lnTo>
                      <a:pt x="322" y="723"/>
                    </a:lnTo>
                    <a:lnTo>
                      <a:pt x="346" y="758"/>
                    </a:lnTo>
                    <a:lnTo>
                      <a:pt x="379" y="758"/>
                    </a:lnTo>
                    <a:lnTo>
                      <a:pt x="400" y="780"/>
                    </a:lnTo>
                    <a:lnTo>
                      <a:pt x="393" y="801"/>
                    </a:lnTo>
                    <a:lnTo>
                      <a:pt x="418" y="785"/>
                    </a:lnTo>
                    <a:lnTo>
                      <a:pt x="414" y="768"/>
                    </a:lnTo>
                    <a:lnTo>
                      <a:pt x="430" y="769"/>
                    </a:lnTo>
                    <a:lnTo>
                      <a:pt x="381" y="726"/>
                    </a:lnTo>
                    <a:lnTo>
                      <a:pt x="363" y="707"/>
                    </a:lnTo>
                    <a:lnTo>
                      <a:pt x="368" y="688"/>
                    </a:lnTo>
                    <a:lnTo>
                      <a:pt x="384" y="688"/>
                    </a:lnTo>
                    <a:lnTo>
                      <a:pt x="494" y="777"/>
                    </a:lnTo>
                    <a:lnTo>
                      <a:pt x="553" y="733"/>
                    </a:lnTo>
                    <a:lnTo>
                      <a:pt x="551" y="710"/>
                    </a:lnTo>
                    <a:lnTo>
                      <a:pt x="610" y="657"/>
                    </a:lnTo>
                    <a:lnTo>
                      <a:pt x="619" y="698"/>
                    </a:lnTo>
                    <a:lnTo>
                      <a:pt x="690" y="701"/>
                    </a:lnTo>
                    <a:lnTo>
                      <a:pt x="725" y="731"/>
                    </a:lnTo>
                    <a:lnTo>
                      <a:pt x="725" y="745"/>
                    </a:lnTo>
                    <a:lnTo>
                      <a:pt x="594" y="750"/>
                    </a:lnTo>
                    <a:lnTo>
                      <a:pt x="569" y="769"/>
                    </a:lnTo>
                    <a:lnTo>
                      <a:pt x="591" y="796"/>
                    </a:lnTo>
                    <a:lnTo>
                      <a:pt x="673" y="794"/>
                    </a:lnTo>
                    <a:lnTo>
                      <a:pt x="707" y="826"/>
                    </a:lnTo>
                    <a:lnTo>
                      <a:pt x="690" y="835"/>
                    </a:lnTo>
                    <a:lnTo>
                      <a:pt x="657" y="873"/>
                    </a:lnTo>
                    <a:lnTo>
                      <a:pt x="553" y="870"/>
                    </a:lnTo>
                    <a:lnTo>
                      <a:pt x="540" y="854"/>
                    </a:lnTo>
                    <a:lnTo>
                      <a:pt x="478" y="854"/>
                    </a:lnTo>
                    <a:lnTo>
                      <a:pt x="469" y="870"/>
                    </a:lnTo>
                    <a:lnTo>
                      <a:pt x="384" y="873"/>
                    </a:lnTo>
                    <a:lnTo>
                      <a:pt x="338" y="829"/>
                    </a:lnTo>
                    <a:lnTo>
                      <a:pt x="131" y="832"/>
                    </a:lnTo>
                    <a:lnTo>
                      <a:pt x="87" y="870"/>
                    </a:lnTo>
                    <a:lnTo>
                      <a:pt x="87" y="935"/>
                    </a:lnTo>
                    <a:lnTo>
                      <a:pt x="43" y="966"/>
                    </a:lnTo>
                    <a:lnTo>
                      <a:pt x="33" y="954"/>
                    </a:lnTo>
                    <a:lnTo>
                      <a:pt x="11" y="989"/>
                    </a:lnTo>
                    <a:lnTo>
                      <a:pt x="0" y="1075"/>
                    </a:lnTo>
                    <a:lnTo>
                      <a:pt x="131" y="1179"/>
                    </a:lnTo>
                    <a:lnTo>
                      <a:pt x="174" y="1182"/>
                    </a:lnTo>
                    <a:lnTo>
                      <a:pt x="209" y="1160"/>
                    </a:lnTo>
                    <a:lnTo>
                      <a:pt x="330" y="1160"/>
                    </a:lnTo>
                    <a:lnTo>
                      <a:pt x="349" y="1170"/>
                    </a:lnTo>
                    <a:lnTo>
                      <a:pt x="346" y="1208"/>
                    </a:lnTo>
                    <a:lnTo>
                      <a:pt x="390" y="1258"/>
                    </a:lnTo>
                    <a:lnTo>
                      <a:pt x="393" y="1421"/>
                    </a:lnTo>
                    <a:lnTo>
                      <a:pt x="441" y="1464"/>
                    </a:lnTo>
                    <a:lnTo>
                      <a:pt x="441" y="1596"/>
                    </a:lnTo>
                    <a:lnTo>
                      <a:pt x="478" y="1623"/>
                    </a:lnTo>
                    <a:lnTo>
                      <a:pt x="500" y="1607"/>
                    </a:lnTo>
                    <a:lnTo>
                      <a:pt x="551" y="1607"/>
                    </a:lnTo>
                    <a:lnTo>
                      <a:pt x="606" y="1558"/>
                    </a:lnTo>
                    <a:lnTo>
                      <a:pt x="635" y="1555"/>
                    </a:lnTo>
                    <a:lnTo>
                      <a:pt x="638" y="1508"/>
                    </a:lnTo>
                    <a:lnTo>
                      <a:pt x="685" y="1504"/>
                    </a:lnTo>
                    <a:lnTo>
                      <a:pt x="682" y="1446"/>
                    </a:lnTo>
                    <a:lnTo>
                      <a:pt x="701" y="1448"/>
                    </a:lnTo>
                    <a:lnTo>
                      <a:pt x="741" y="1411"/>
                    </a:lnTo>
                    <a:lnTo>
                      <a:pt x="744" y="1348"/>
                    </a:lnTo>
                    <a:lnTo>
                      <a:pt x="714" y="1323"/>
                    </a:lnTo>
                    <a:lnTo>
                      <a:pt x="717" y="1263"/>
                    </a:lnTo>
                    <a:lnTo>
                      <a:pt x="892" y="1102"/>
                    </a:lnTo>
                    <a:lnTo>
                      <a:pt x="769" y="1102"/>
                    </a:lnTo>
                    <a:lnTo>
                      <a:pt x="763" y="1020"/>
                    </a:lnTo>
                    <a:lnTo>
                      <a:pt x="747" y="1001"/>
                    </a:lnTo>
                    <a:lnTo>
                      <a:pt x="731" y="1007"/>
                    </a:lnTo>
                    <a:lnTo>
                      <a:pt x="625" y="905"/>
                    </a:lnTo>
                    <a:lnTo>
                      <a:pt x="676" y="900"/>
                    </a:lnTo>
                    <a:lnTo>
                      <a:pt x="741" y="957"/>
                    </a:lnTo>
                    <a:lnTo>
                      <a:pt x="820" y="1020"/>
                    </a:lnTo>
                    <a:lnTo>
                      <a:pt x="823" y="1051"/>
                    </a:lnTo>
                    <a:lnTo>
                      <a:pt x="913" y="1051"/>
                    </a:lnTo>
                    <a:lnTo>
                      <a:pt x="911" y="1026"/>
                    </a:lnTo>
                    <a:lnTo>
                      <a:pt x="992" y="954"/>
                    </a:lnTo>
                    <a:lnTo>
                      <a:pt x="919" y="949"/>
                    </a:lnTo>
                    <a:lnTo>
                      <a:pt x="900" y="938"/>
                    </a:lnTo>
                    <a:lnTo>
                      <a:pt x="886" y="938"/>
                    </a:lnTo>
                    <a:lnTo>
                      <a:pt x="823" y="882"/>
                    </a:lnTo>
                    <a:lnTo>
                      <a:pt x="851" y="851"/>
                    </a:lnTo>
                    <a:lnTo>
                      <a:pt x="886" y="861"/>
                    </a:lnTo>
                    <a:lnTo>
                      <a:pt x="935" y="908"/>
                    </a:lnTo>
                    <a:lnTo>
                      <a:pt x="1102" y="908"/>
                    </a:lnTo>
                    <a:lnTo>
                      <a:pt x="1148" y="951"/>
                    </a:lnTo>
                    <a:lnTo>
                      <a:pt x="1155" y="1042"/>
                    </a:lnTo>
                    <a:lnTo>
                      <a:pt x="1230" y="1099"/>
                    </a:lnTo>
                    <a:lnTo>
                      <a:pt x="1287" y="1058"/>
                    </a:lnTo>
                    <a:lnTo>
                      <a:pt x="1284" y="1014"/>
                    </a:lnTo>
                    <a:lnTo>
                      <a:pt x="1346" y="960"/>
                    </a:lnTo>
                    <a:lnTo>
                      <a:pt x="1396" y="960"/>
                    </a:lnTo>
                    <a:lnTo>
                      <a:pt x="1453" y="1007"/>
                    </a:lnTo>
                    <a:lnTo>
                      <a:pt x="1505" y="1010"/>
                    </a:lnTo>
                    <a:lnTo>
                      <a:pt x="1505" y="1123"/>
                    </a:lnTo>
                    <a:lnTo>
                      <a:pt x="1556" y="1164"/>
                    </a:lnTo>
                    <a:lnTo>
                      <a:pt x="1568" y="1161"/>
                    </a:lnTo>
                    <a:lnTo>
                      <a:pt x="1587" y="1176"/>
                    </a:lnTo>
                    <a:lnTo>
                      <a:pt x="1597" y="1167"/>
                    </a:lnTo>
                    <a:lnTo>
                      <a:pt x="1527" y="1107"/>
                    </a:lnTo>
                    <a:lnTo>
                      <a:pt x="1527" y="1061"/>
                    </a:lnTo>
                    <a:lnTo>
                      <a:pt x="1537" y="1061"/>
                    </a:lnTo>
                    <a:lnTo>
                      <a:pt x="1593" y="1110"/>
                    </a:lnTo>
                    <a:lnTo>
                      <a:pt x="1609" y="1107"/>
                    </a:lnTo>
                    <a:lnTo>
                      <a:pt x="1628" y="1094"/>
                    </a:lnTo>
                    <a:lnTo>
                      <a:pt x="1647" y="1094"/>
                    </a:lnTo>
                    <a:lnTo>
                      <a:pt x="1644" y="1039"/>
                    </a:lnTo>
                    <a:lnTo>
                      <a:pt x="1606" y="1001"/>
                    </a:lnTo>
                    <a:lnTo>
                      <a:pt x="1597" y="1001"/>
                    </a:lnTo>
                    <a:lnTo>
                      <a:pt x="1575" y="979"/>
                    </a:lnTo>
                    <a:lnTo>
                      <a:pt x="1568" y="963"/>
                    </a:lnTo>
                    <a:lnTo>
                      <a:pt x="1612" y="927"/>
                    </a:lnTo>
                    <a:lnTo>
                      <a:pt x="1685" y="925"/>
                    </a:lnTo>
                    <a:lnTo>
                      <a:pt x="1759" y="848"/>
                    </a:lnTo>
                    <a:lnTo>
                      <a:pt x="1759" y="791"/>
                    </a:lnTo>
                    <a:lnTo>
                      <a:pt x="1737" y="769"/>
                    </a:lnTo>
                    <a:lnTo>
                      <a:pt x="1693" y="736"/>
                    </a:lnTo>
                    <a:lnTo>
                      <a:pt x="1709" y="717"/>
                    </a:lnTo>
                    <a:lnTo>
                      <a:pt x="1699" y="710"/>
                    </a:lnTo>
                    <a:lnTo>
                      <a:pt x="1688" y="720"/>
                    </a:lnTo>
                    <a:lnTo>
                      <a:pt x="1660" y="695"/>
                    </a:lnTo>
                    <a:lnTo>
                      <a:pt x="1650" y="695"/>
                    </a:lnTo>
                    <a:lnTo>
                      <a:pt x="1647" y="676"/>
                    </a:lnTo>
                    <a:lnTo>
                      <a:pt x="1706" y="635"/>
                    </a:lnTo>
                    <a:close/>
                  </a:path>
                </a:pathLst>
              </a:custGeom>
              <a:noFill/>
              <a:ln w="3175">
                <a:solidFill>
                  <a:schemeClr val="tx1"/>
                </a:solidFill>
                <a:prstDash val="solid"/>
                <a:round/>
                <a:headEnd/>
                <a:tailEnd/>
              </a:ln>
            </p:spPr>
            <p:txBody>
              <a:bodyPr/>
              <a:lstStyle/>
              <a:p>
                <a:endParaRPr lang="fr-FR" sz="1800" dirty="0"/>
              </a:p>
            </p:txBody>
          </p:sp>
          <p:sp>
            <p:nvSpPr>
              <p:cNvPr id="58" name="Freeform 12"/>
              <p:cNvSpPr>
                <a:spLocks/>
              </p:cNvSpPr>
              <p:nvPr/>
            </p:nvSpPr>
            <p:spPr bwMode="auto">
              <a:xfrm>
                <a:off x="8104049" y="4842060"/>
                <a:ext cx="88047" cy="135738"/>
              </a:xfrm>
              <a:custGeom>
                <a:avLst/>
                <a:gdLst>
                  <a:gd name="T0" fmla="*/ 3 w 96"/>
                  <a:gd name="T1" fmla="*/ 147 h 147"/>
                  <a:gd name="T2" fmla="*/ 0 w 96"/>
                  <a:gd name="T3" fmla="*/ 112 h 147"/>
                  <a:gd name="T4" fmla="*/ 19 w 96"/>
                  <a:gd name="T5" fmla="*/ 98 h 147"/>
                  <a:gd name="T6" fmla="*/ 21 w 96"/>
                  <a:gd name="T7" fmla="*/ 35 h 147"/>
                  <a:gd name="T8" fmla="*/ 46 w 96"/>
                  <a:gd name="T9" fmla="*/ 37 h 147"/>
                  <a:gd name="T10" fmla="*/ 91 w 96"/>
                  <a:gd name="T11" fmla="*/ 0 h 147"/>
                  <a:gd name="T12" fmla="*/ 96 w 96"/>
                  <a:gd name="T13" fmla="*/ 28 h 147"/>
                  <a:gd name="T14" fmla="*/ 64 w 96"/>
                  <a:gd name="T15" fmla="*/ 63 h 147"/>
                  <a:gd name="T16" fmla="*/ 58 w 96"/>
                  <a:gd name="T17" fmla="*/ 102 h 147"/>
                  <a:gd name="T18" fmla="*/ 42 w 96"/>
                  <a:gd name="T19" fmla="*/ 106 h 147"/>
                  <a:gd name="T20" fmla="*/ 27 w 96"/>
                  <a:gd name="T21" fmla="*/ 118 h 147"/>
                  <a:gd name="T22" fmla="*/ 26 w 96"/>
                  <a:gd name="T23" fmla="*/ 144 h 147"/>
                  <a:gd name="T24" fmla="*/ 3 w 96"/>
                  <a:gd name="T25" fmla="*/ 147 h 1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147">
                    <a:moveTo>
                      <a:pt x="3" y="147"/>
                    </a:moveTo>
                    <a:lnTo>
                      <a:pt x="0" y="112"/>
                    </a:lnTo>
                    <a:lnTo>
                      <a:pt x="19" y="98"/>
                    </a:lnTo>
                    <a:lnTo>
                      <a:pt x="21" y="35"/>
                    </a:lnTo>
                    <a:lnTo>
                      <a:pt x="46" y="37"/>
                    </a:lnTo>
                    <a:lnTo>
                      <a:pt x="91" y="0"/>
                    </a:lnTo>
                    <a:lnTo>
                      <a:pt x="96" y="28"/>
                    </a:lnTo>
                    <a:lnTo>
                      <a:pt x="64" y="63"/>
                    </a:lnTo>
                    <a:lnTo>
                      <a:pt x="58" y="102"/>
                    </a:lnTo>
                    <a:lnTo>
                      <a:pt x="42" y="106"/>
                    </a:lnTo>
                    <a:lnTo>
                      <a:pt x="27" y="118"/>
                    </a:lnTo>
                    <a:lnTo>
                      <a:pt x="26" y="144"/>
                    </a:lnTo>
                    <a:lnTo>
                      <a:pt x="3" y="147"/>
                    </a:lnTo>
                    <a:close/>
                  </a:path>
                </a:pathLst>
              </a:custGeom>
              <a:noFill/>
              <a:ln w="3175">
                <a:solidFill>
                  <a:schemeClr val="tx1"/>
                </a:solidFill>
                <a:prstDash val="solid"/>
                <a:round/>
                <a:headEnd/>
                <a:tailEnd/>
              </a:ln>
            </p:spPr>
            <p:txBody>
              <a:bodyPr/>
              <a:lstStyle/>
              <a:p>
                <a:endParaRPr lang="fr-FR" sz="1800" dirty="0"/>
              </a:p>
            </p:txBody>
          </p:sp>
          <p:sp>
            <p:nvSpPr>
              <p:cNvPr id="59" name="Freeform 13"/>
              <p:cNvSpPr>
                <a:spLocks/>
              </p:cNvSpPr>
              <p:nvPr/>
            </p:nvSpPr>
            <p:spPr bwMode="auto">
              <a:xfrm>
                <a:off x="8927651" y="4614606"/>
                <a:ext cx="95384" cy="121064"/>
              </a:xfrm>
              <a:custGeom>
                <a:avLst/>
                <a:gdLst>
                  <a:gd name="T0" fmla="*/ 0 w 103"/>
                  <a:gd name="T1" fmla="*/ 73 h 132"/>
                  <a:gd name="T2" fmla="*/ 43 w 103"/>
                  <a:gd name="T3" fmla="*/ 72 h 132"/>
                  <a:gd name="T4" fmla="*/ 49 w 103"/>
                  <a:gd name="T5" fmla="*/ 0 h 132"/>
                  <a:gd name="T6" fmla="*/ 100 w 103"/>
                  <a:gd name="T7" fmla="*/ 2 h 132"/>
                  <a:gd name="T8" fmla="*/ 103 w 103"/>
                  <a:gd name="T9" fmla="*/ 46 h 132"/>
                  <a:gd name="T10" fmla="*/ 81 w 103"/>
                  <a:gd name="T11" fmla="*/ 62 h 132"/>
                  <a:gd name="T12" fmla="*/ 84 w 103"/>
                  <a:gd name="T13" fmla="*/ 76 h 132"/>
                  <a:gd name="T14" fmla="*/ 96 w 103"/>
                  <a:gd name="T15" fmla="*/ 76 h 132"/>
                  <a:gd name="T16" fmla="*/ 43 w 103"/>
                  <a:gd name="T17" fmla="*/ 129 h 132"/>
                  <a:gd name="T18" fmla="*/ 0 w 103"/>
                  <a:gd name="T19" fmla="*/ 132 h 132"/>
                  <a:gd name="T20" fmla="*/ 0 w 103"/>
                  <a:gd name="T21" fmla="*/ 73 h 1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3" h="132">
                    <a:moveTo>
                      <a:pt x="0" y="73"/>
                    </a:moveTo>
                    <a:lnTo>
                      <a:pt x="43" y="72"/>
                    </a:lnTo>
                    <a:lnTo>
                      <a:pt x="49" y="0"/>
                    </a:lnTo>
                    <a:lnTo>
                      <a:pt x="100" y="2"/>
                    </a:lnTo>
                    <a:lnTo>
                      <a:pt x="103" y="46"/>
                    </a:lnTo>
                    <a:lnTo>
                      <a:pt x="81" y="62"/>
                    </a:lnTo>
                    <a:lnTo>
                      <a:pt x="84" y="76"/>
                    </a:lnTo>
                    <a:lnTo>
                      <a:pt x="96" y="76"/>
                    </a:lnTo>
                    <a:lnTo>
                      <a:pt x="43" y="129"/>
                    </a:lnTo>
                    <a:lnTo>
                      <a:pt x="0" y="132"/>
                    </a:lnTo>
                    <a:lnTo>
                      <a:pt x="0" y="73"/>
                    </a:lnTo>
                    <a:close/>
                  </a:path>
                </a:pathLst>
              </a:custGeom>
              <a:noFill/>
              <a:ln w="3175">
                <a:solidFill>
                  <a:schemeClr val="tx1"/>
                </a:solidFill>
                <a:prstDash val="solid"/>
                <a:round/>
                <a:headEnd/>
                <a:tailEnd/>
              </a:ln>
            </p:spPr>
            <p:txBody>
              <a:bodyPr/>
              <a:lstStyle/>
              <a:p>
                <a:endParaRPr lang="fr-FR" sz="1800" dirty="0"/>
              </a:p>
            </p:txBody>
          </p:sp>
          <p:sp>
            <p:nvSpPr>
              <p:cNvPr id="60" name="Freeform 14"/>
              <p:cNvSpPr>
                <a:spLocks/>
              </p:cNvSpPr>
              <p:nvPr/>
            </p:nvSpPr>
            <p:spPr bwMode="auto">
              <a:xfrm>
                <a:off x="8735050" y="4653127"/>
                <a:ext cx="203608" cy="188934"/>
              </a:xfrm>
              <a:custGeom>
                <a:avLst/>
                <a:gdLst>
                  <a:gd name="T0" fmla="*/ 0 w 221"/>
                  <a:gd name="T1" fmla="*/ 0 h 207"/>
                  <a:gd name="T2" fmla="*/ 110 w 221"/>
                  <a:gd name="T3" fmla="*/ 101 h 207"/>
                  <a:gd name="T4" fmla="*/ 109 w 221"/>
                  <a:gd name="T5" fmla="*/ 144 h 207"/>
                  <a:gd name="T6" fmla="*/ 176 w 221"/>
                  <a:gd name="T7" fmla="*/ 147 h 207"/>
                  <a:gd name="T8" fmla="*/ 221 w 221"/>
                  <a:gd name="T9" fmla="*/ 190 h 207"/>
                  <a:gd name="T10" fmla="*/ 214 w 221"/>
                  <a:gd name="T11" fmla="*/ 207 h 207"/>
                  <a:gd name="T12" fmla="*/ 176 w 221"/>
                  <a:gd name="T13" fmla="*/ 176 h 207"/>
                  <a:gd name="T14" fmla="*/ 109 w 221"/>
                  <a:gd name="T15" fmla="*/ 174 h 207"/>
                  <a:gd name="T16" fmla="*/ 40 w 221"/>
                  <a:gd name="T17" fmla="*/ 111 h 207"/>
                  <a:gd name="T18" fmla="*/ 38 w 221"/>
                  <a:gd name="T19" fmla="*/ 76 h 207"/>
                  <a:gd name="T20" fmla="*/ 0 w 221"/>
                  <a:gd name="T21" fmla="*/ 38 h 207"/>
                  <a:gd name="T22" fmla="*/ 0 w 221"/>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1" h="207">
                    <a:moveTo>
                      <a:pt x="0" y="0"/>
                    </a:moveTo>
                    <a:lnTo>
                      <a:pt x="110" y="101"/>
                    </a:lnTo>
                    <a:lnTo>
                      <a:pt x="109" y="144"/>
                    </a:lnTo>
                    <a:lnTo>
                      <a:pt x="176" y="147"/>
                    </a:lnTo>
                    <a:lnTo>
                      <a:pt x="221" y="190"/>
                    </a:lnTo>
                    <a:lnTo>
                      <a:pt x="214" y="207"/>
                    </a:lnTo>
                    <a:lnTo>
                      <a:pt x="176" y="176"/>
                    </a:lnTo>
                    <a:lnTo>
                      <a:pt x="109" y="174"/>
                    </a:lnTo>
                    <a:lnTo>
                      <a:pt x="40" y="111"/>
                    </a:lnTo>
                    <a:lnTo>
                      <a:pt x="38" y="76"/>
                    </a:lnTo>
                    <a:lnTo>
                      <a:pt x="0" y="38"/>
                    </a:lnTo>
                    <a:lnTo>
                      <a:pt x="0" y="0"/>
                    </a:lnTo>
                    <a:close/>
                  </a:path>
                </a:pathLst>
              </a:custGeom>
              <a:noFill/>
              <a:ln w="3175">
                <a:solidFill>
                  <a:schemeClr val="tx1"/>
                </a:solidFill>
                <a:prstDash val="solid"/>
                <a:round/>
                <a:headEnd/>
                <a:tailEnd/>
              </a:ln>
            </p:spPr>
            <p:txBody>
              <a:bodyPr/>
              <a:lstStyle/>
              <a:p>
                <a:endParaRPr lang="fr-FR" sz="1800" dirty="0"/>
              </a:p>
            </p:txBody>
          </p:sp>
          <p:sp>
            <p:nvSpPr>
              <p:cNvPr id="61" name="Freeform 15"/>
              <p:cNvSpPr>
                <a:spLocks/>
              </p:cNvSpPr>
              <p:nvPr/>
            </p:nvSpPr>
            <p:spPr bwMode="auto">
              <a:xfrm>
                <a:off x="9188122" y="4713658"/>
                <a:ext cx="183430" cy="121064"/>
              </a:xfrm>
              <a:custGeom>
                <a:avLst/>
                <a:gdLst>
                  <a:gd name="T0" fmla="*/ 3 w 199"/>
                  <a:gd name="T1" fmla="*/ 3 h 131"/>
                  <a:gd name="T2" fmla="*/ 33 w 199"/>
                  <a:gd name="T3" fmla="*/ 0 h 131"/>
                  <a:gd name="T4" fmla="*/ 35 w 199"/>
                  <a:gd name="T5" fmla="*/ 31 h 131"/>
                  <a:gd name="T6" fmla="*/ 93 w 199"/>
                  <a:gd name="T7" fmla="*/ 31 h 131"/>
                  <a:gd name="T8" fmla="*/ 111 w 199"/>
                  <a:gd name="T9" fmla="*/ 19 h 131"/>
                  <a:gd name="T10" fmla="*/ 199 w 199"/>
                  <a:gd name="T11" fmla="*/ 96 h 131"/>
                  <a:gd name="T12" fmla="*/ 188 w 199"/>
                  <a:gd name="T13" fmla="*/ 131 h 131"/>
                  <a:gd name="T14" fmla="*/ 147 w 199"/>
                  <a:gd name="T15" fmla="*/ 91 h 131"/>
                  <a:gd name="T16" fmla="*/ 119 w 199"/>
                  <a:gd name="T17" fmla="*/ 115 h 131"/>
                  <a:gd name="T18" fmla="*/ 80 w 199"/>
                  <a:gd name="T19" fmla="*/ 77 h 131"/>
                  <a:gd name="T20" fmla="*/ 81 w 199"/>
                  <a:gd name="T21" fmla="*/ 56 h 131"/>
                  <a:gd name="T22" fmla="*/ 58 w 199"/>
                  <a:gd name="T23" fmla="*/ 60 h 131"/>
                  <a:gd name="T24" fmla="*/ 0 w 199"/>
                  <a:gd name="T25" fmla="*/ 21 h 131"/>
                  <a:gd name="T26" fmla="*/ 3 w 199"/>
                  <a:gd name="T27" fmla="*/ 3 h 1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9" h="131">
                    <a:moveTo>
                      <a:pt x="3" y="3"/>
                    </a:moveTo>
                    <a:lnTo>
                      <a:pt x="33" y="0"/>
                    </a:lnTo>
                    <a:lnTo>
                      <a:pt x="35" y="31"/>
                    </a:lnTo>
                    <a:lnTo>
                      <a:pt x="93" y="31"/>
                    </a:lnTo>
                    <a:lnTo>
                      <a:pt x="111" y="19"/>
                    </a:lnTo>
                    <a:lnTo>
                      <a:pt x="199" y="96"/>
                    </a:lnTo>
                    <a:lnTo>
                      <a:pt x="188" y="131"/>
                    </a:lnTo>
                    <a:lnTo>
                      <a:pt x="147" y="91"/>
                    </a:lnTo>
                    <a:lnTo>
                      <a:pt x="119" y="115"/>
                    </a:lnTo>
                    <a:lnTo>
                      <a:pt x="80" y="77"/>
                    </a:lnTo>
                    <a:lnTo>
                      <a:pt x="81" y="56"/>
                    </a:lnTo>
                    <a:lnTo>
                      <a:pt x="58" y="60"/>
                    </a:lnTo>
                    <a:lnTo>
                      <a:pt x="0" y="21"/>
                    </a:lnTo>
                    <a:lnTo>
                      <a:pt x="3" y="3"/>
                    </a:lnTo>
                    <a:close/>
                  </a:path>
                </a:pathLst>
              </a:custGeom>
              <a:noFill/>
              <a:ln w="3175">
                <a:solidFill>
                  <a:schemeClr val="tx1"/>
                </a:solidFill>
                <a:prstDash val="solid"/>
                <a:round/>
                <a:headEnd/>
                <a:tailEnd/>
              </a:ln>
            </p:spPr>
            <p:txBody>
              <a:bodyPr/>
              <a:lstStyle/>
              <a:p>
                <a:endParaRPr lang="fr-FR" sz="1800" dirty="0"/>
              </a:p>
            </p:txBody>
          </p:sp>
          <p:sp>
            <p:nvSpPr>
              <p:cNvPr id="62" name="Freeform 16"/>
              <p:cNvSpPr>
                <a:spLocks/>
              </p:cNvSpPr>
              <p:nvPr/>
            </p:nvSpPr>
            <p:spPr bwMode="auto">
              <a:xfrm>
                <a:off x="8874457" y="4867740"/>
                <a:ext cx="513605" cy="352186"/>
              </a:xfrm>
              <a:custGeom>
                <a:avLst/>
                <a:gdLst>
                  <a:gd name="T0" fmla="*/ 79 w 561"/>
                  <a:gd name="T1" fmla="*/ 96 h 385"/>
                  <a:gd name="T2" fmla="*/ 150 w 561"/>
                  <a:gd name="T3" fmla="*/ 96 h 385"/>
                  <a:gd name="T4" fmla="*/ 242 w 561"/>
                  <a:gd name="T5" fmla="*/ 19 h 385"/>
                  <a:gd name="T6" fmla="*/ 279 w 561"/>
                  <a:gd name="T7" fmla="*/ 48 h 385"/>
                  <a:gd name="T8" fmla="*/ 338 w 561"/>
                  <a:gd name="T9" fmla="*/ 0 h 385"/>
                  <a:gd name="T10" fmla="*/ 378 w 561"/>
                  <a:gd name="T11" fmla="*/ 0 h 385"/>
                  <a:gd name="T12" fmla="*/ 357 w 561"/>
                  <a:gd name="T13" fmla="*/ 27 h 385"/>
                  <a:gd name="T14" fmla="*/ 423 w 561"/>
                  <a:gd name="T15" fmla="*/ 73 h 385"/>
                  <a:gd name="T16" fmla="*/ 481 w 561"/>
                  <a:gd name="T17" fmla="*/ 33 h 385"/>
                  <a:gd name="T18" fmla="*/ 484 w 561"/>
                  <a:gd name="T19" fmla="*/ 103 h 385"/>
                  <a:gd name="T20" fmla="*/ 521 w 561"/>
                  <a:gd name="T21" fmla="*/ 135 h 385"/>
                  <a:gd name="T22" fmla="*/ 521 w 561"/>
                  <a:gd name="T23" fmla="*/ 164 h 385"/>
                  <a:gd name="T24" fmla="*/ 558 w 561"/>
                  <a:gd name="T25" fmla="*/ 191 h 385"/>
                  <a:gd name="T26" fmla="*/ 561 w 561"/>
                  <a:gd name="T27" fmla="*/ 266 h 385"/>
                  <a:gd name="T28" fmla="*/ 455 w 561"/>
                  <a:gd name="T29" fmla="*/ 358 h 385"/>
                  <a:gd name="T30" fmla="*/ 436 w 561"/>
                  <a:gd name="T31" fmla="*/ 361 h 385"/>
                  <a:gd name="T32" fmla="*/ 413 w 561"/>
                  <a:gd name="T33" fmla="*/ 383 h 385"/>
                  <a:gd name="T34" fmla="*/ 373 w 561"/>
                  <a:gd name="T35" fmla="*/ 385 h 385"/>
                  <a:gd name="T36" fmla="*/ 369 w 561"/>
                  <a:gd name="T37" fmla="*/ 377 h 385"/>
                  <a:gd name="T38" fmla="*/ 286 w 561"/>
                  <a:gd name="T39" fmla="*/ 374 h 385"/>
                  <a:gd name="T40" fmla="*/ 289 w 561"/>
                  <a:gd name="T41" fmla="*/ 354 h 385"/>
                  <a:gd name="T42" fmla="*/ 231 w 561"/>
                  <a:gd name="T43" fmla="*/ 312 h 385"/>
                  <a:gd name="T44" fmla="*/ 244 w 561"/>
                  <a:gd name="T45" fmla="*/ 288 h 385"/>
                  <a:gd name="T46" fmla="*/ 244 w 561"/>
                  <a:gd name="T47" fmla="*/ 275 h 385"/>
                  <a:gd name="T48" fmla="*/ 220 w 561"/>
                  <a:gd name="T49" fmla="*/ 262 h 385"/>
                  <a:gd name="T50" fmla="*/ 200 w 561"/>
                  <a:gd name="T51" fmla="*/ 262 h 385"/>
                  <a:gd name="T52" fmla="*/ 169 w 561"/>
                  <a:gd name="T53" fmla="*/ 293 h 385"/>
                  <a:gd name="T54" fmla="*/ 28 w 561"/>
                  <a:gd name="T55" fmla="*/ 297 h 385"/>
                  <a:gd name="T56" fmla="*/ 0 w 561"/>
                  <a:gd name="T57" fmla="*/ 265 h 385"/>
                  <a:gd name="T58" fmla="*/ 13 w 561"/>
                  <a:gd name="T59" fmla="*/ 246 h 385"/>
                  <a:gd name="T60" fmla="*/ 21 w 561"/>
                  <a:gd name="T61" fmla="*/ 150 h 385"/>
                  <a:gd name="T62" fmla="*/ 79 w 561"/>
                  <a:gd name="T63" fmla="*/ 96 h 3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61" h="385">
                    <a:moveTo>
                      <a:pt x="79" y="96"/>
                    </a:moveTo>
                    <a:lnTo>
                      <a:pt x="150" y="96"/>
                    </a:lnTo>
                    <a:lnTo>
                      <a:pt x="242" y="19"/>
                    </a:lnTo>
                    <a:lnTo>
                      <a:pt x="279" y="48"/>
                    </a:lnTo>
                    <a:lnTo>
                      <a:pt x="338" y="0"/>
                    </a:lnTo>
                    <a:lnTo>
                      <a:pt x="378" y="0"/>
                    </a:lnTo>
                    <a:lnTo>
                      <a:pt x="357" y="27"/>
                    </a:lnTo>
                    <a:lnTo>
                      <a:pt x="423" y="73"/>
                    </a:lnTo>
                    <a:lnTo>
                      <a:pt x="481" y="33"/>
                    </a:lnTo>
                    <a:lnTo>
                      <a:pt x="484" y="103"/>
                    </a:lnTo>
                    <a:lnTo>
                      <a:pt x="521" y="135"/>
                    </a:lnTo>
                    <a:lnTo>
                      <a:pt x="521" y="164"/>
                    </a:lnTo>
                    <a:lnTo>
                      <a:pt x="558" y="191"/>
                    </a:lnTo>
                    <a:lnTo>
                      <a:pt x="561" y="266"/>
                    </a:lnTo>
                    <a:lnTo>
                      <a:pt x="455" y="358"/>
                    </a:lnTo>
                    <a:lnTo>
                      <a:pt x="436" y="361"/>
                    </a:lnTo>
                    <a:lnTo>
                      <a:pt x="413" y="383"/>
                    </a:lnTo>
                    <a:lnTo>
                      <a:pt x="373" y="385"/>
                    </a:lnTo>
                    <a:lnTo>
                      <a:pt x="369" y="377"/>
                    </a:lnTo>
                    <a:lnTo>
                      <a:pt x="286" y="374"/>
                    </a:lnTo>
                    <a:lnTo>
                      <a:pt x="289" y="354"/>
                    </a:lnTo>
                    <a:lnTo>
                      <a:pt x="231" y="312"/>
                    </a:lnTo>
                    <a:lnTo>
                      <a:pt x="244" y="288"/>
                    </a:lnTo>
                    <a:lnTo>
                      <a:pt x="244" y="275"/>
                    </a:lnTo>
                    <a:lnTo>
                      <a:pt x="220" y="262"/>
                    </a:lnTo>
                    <a:lnTo>
                      <a:pt x="200" y="262"/>
                    </a:lnTo>
                    <a:lnTo>
                      <a:pt x="169" y="293"/>
                    </a:lnTo>
                    <a:lnTo>
                      <a:pt x="28" y="297"/>
                    </a:lnTo>
                    <a:lnTo>
                      <a:pt x="0" y="265"/>
                    </a:lnTo>
                    <a:lnTo>
                      <a:pt x="13" y="246"/>
                    </a:lnTo>
                    <a:lnTo>
                      <a:pt x="21" y="150"/>
                    </a:lnTo>
                    <a:lnTo>
                      <a:pt x="79" y="96"/>
                    </a:lnTo>
                    <a:close/>
                  </a:path>
                </a:pathLst>
              </a:custGeom>
              <a:noFill/>
              <a:ln w="3175">
                <a:solidFill>
                  <a:schemeClr val="tx1"/>
                </a:solidFill>
                <a:prstDash val="solid"/>
                <a:round/>
                <a:headEnd/>
                <a:tailEnd/>
              </a:ln>
            </p:spPr>
            <p:txBody>
              <a:bodyPr/>
              <a:lstStyle/>
              <a:p>
                <a:endParaRPr lang="fr-FR" sz="1800" dirty="0"/>
              </a:p>
            </p:txBody>
          </p:sp>
          <p:sp>
            <p:nvSpPr>
              <p:cNvPr id="63" name="Freeform 17"/>
              <p:cNvSpPr>
                <a:spLocks/>
              </p:cNvSpPr>
              <p:nvPr/>
            </p:nvSpPr>
            <p:spPr bwMode="auto">
              <a:xfrm>
                <a:off x="7550090" y="4047807"/>
                <a:ext cx="56864" cy="106390"/>
              </a:xfrm>
              <a:custGeom>
                <a:avLst/>
                <a:gdLst>
                  <a:gd name="T0" fmla="*/ 23 w 61"/>
                  <a:gd name="T1" fmla="*/ 116 h 116"/>
                  <a:gd name="T2" fmla="*/ 61 w 61"/>
                  <a:gd name="T3" fmla="*/ 104 h 116"/>
                  <a:gd name="T4" fmla="*/ 37 w 61"/>
                  <a:gd name="T5" fmla="*/ 34 h 116"/>
                  <a:gd name="T6" fmla="*/ 48 w 61"/>
                  <a:gd name="T7" fmla="*/ 12 h 116"/>
                  <a:gd name="T8" fmla="*/ 31 w 61"/>
                  <a:gd name="T9" fmla="*/ 16 h 116"/>
                  <a:gd name="T10" fmla="*/ 37 w 61"/>
                  <a:gd name="T11" fmla="*/ 2 h 116"/>
                  <a:gd name="T12" fmla="*/ 15 w 61"/>
                  <a:gd name="T13" fmla="*/ 0 h 116"/>
                  <a:gd name="T14" fmla="*/ 15 w 61"/>
                  <a:gd name="T15" fmla="*/ 40 h 116"/>
                  <a:gd name="T16" fmla="*/ 23 w 61"/>
                  <a:gd name="T17" fmla="*/ 57 h 116"/>
                  <a:gd name="T18" fmla="*/ 7 w 61"/>
                  <a:gd name="T19" fmla="*/ 86 h 116"/>
                  <a:gd name="T20" fmla="*/ 21 w 61"/>
                  <a:gd name="T21" fmla="*/ 92 h 116"/>
                  <a:gd name="T22" fmla="*/ 0 w 61"/>
                  <a:gd name="T23" fmla="*/ 116 h 116"/>
                  <a:gd name="T24" fmla="*/ 23 w 61"/>
                  <a:gd name="T25" fmla="*/ 116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 h="116">
                    <a:moveTo>
                      <a:pt x="23" y="116"/>
                    </a:moveTo>
                    <a:lnTo>
                      <a:pt x="61" y="104"/>
                    </a:lnTo>
                    <a:lnTo>
                      <a:pt x="37" y="34"/>
                    </a:lnTo>
                    <a:lnTo>
                      <a:pt x="48" y="12"/>
                    </a:lnTo>
                    <a:lnTo>
                      <a:pt x="31" y="16"/>
                    </a:lnTo>
                    <a:lnTo>
                      <a:pt x="37" y="2"/>
                    </a:lnTo>
                    <a:lnTo>
                      <a:pt x="15" y="0"/>
                    </a:lnTo>
                    <a:lnTo>
                      <a:pt x="15" y="40"/>
                    </a:lnTo>
                    <a:lnTo>
                      <a:pt x="23" y="57"/>
                    </a:lnTo>
                    <a:lnTo>
                      <a:pt x="7" y="86"/>
                    </a:lnTo>
                    <a:lnTo>
                      <a:pt x="21" y="92"/>
                    </a:lnTo>
                    <a:lnTo>
                      <a:pt x="0" y="116"/>
                    </a:lnTo>
                    <a:lnTo>
                      <a:pt x="23" y="116"/>
                    </a:lnTo>
                    <a:close/>
                  </a:path>
                </a:pathLst>
              </a:custGeom>
              <a:noFill/>
              <a:ln w="3175">
                <a:solidFill>
                  <a:schemeClr val="tx1"/>
                </a:solidFill>
                <a:prstDash val="solid"/>
                <a:round/>
                <a:headEnd/>
                <a:tailEnd/>
              </a:ln>
            </p:spPr>
            <p:txBody>
              <a:bodyPr/>
              <a:lstStyle/>
              <a:p>
                <a:endParaRPr lang="fr-FR" sz="1800" dirty="0"/>
              </a:p>
            </p:txBody>
          </p:sp>
          <p:sp>
            <p:nvSpPr>
              <p:cNvPr id="64" name="Freeform 18"/>
              <p:cNvSpPr>
                <a:spLocks/>
              </p:cNvSpPr>
              <p:nvPr/>
            </p:nvSpPr>
            <p:spPr bwMode="auto">
              <a:xfrm>
                <a:off x="7509735" y="4101001"/>
                <a:ext cx="40355" cy="38521"/>
              </a:xfrm>
              <a:custGeom>
                <a:avLst/>
                <a:gdLst>
                  <a:gd name="T0" fmla="*/ 32 w 44"/>
                  <a:gd name="T1" fmla="*/ 6 h 43"/>
                  <a:gd name="T2" fmla="*/ 44 w 44"/>
                  <a:gd name="T3" fmla="*/ 15 h 43"/>
                  <a:gd name="T4" fmla="*/ 35 w 44"/>
                  <a:gd name="T5" fmla="*/ 38 h 43"/>
                  <a:gd name="T6" fmla="*/ 5 w 44"/>
                  <a:gd name="T7" fmla="*/ 43 h 43"/>
                  <a:gd name="T8" fmla="*/ 2 w 44"/>
                  <a:gd name="T9" fmla="*/ 31 h 43"/>
                  <a:gd name="T10" fmla="*/ 8 w 44"/>
                  <a:gd name="T11" fmla="*/ 27 h 43"/>
                  <a:gd name="T12" fmla="*/ 0 w 44"/>
                  <a:gd name="T13" fmla="*/ 22 h 43"/>
                  <a:gd name="T14" fmla="*/ 2 w 44"/>
                  <a:gd name="T15" fmla="*/ 10 h 43"/>
                  <a:gd name="T16" fmla="*/ 12 w 44"/>
                  <a:gd name="T17" fmla="*/ 10 h 43"/>
                  <a:gd name="T18" fmla="*/ 18 w 44"/>
                  <a:gd name="T19" fmla="*/ 2 h 43"/>
                  <a:gd name="T20" fmla="*/ 28 w 44"/>
                  <a:gd name="T21" fmla="*/ 0 h 43"/>
                  <a:gd name="T22" fmla="*/ 32 w 44"/>
                  <a:gd name="T23" fmla="*/ 6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 h="43">
                    <a:moveTo>
                      <a:pt x="32" y="6"/>
                    </a:moveTo>
                    <a:lnTo>
                      <a:pt x="44" y="15"/>
                    </a:lnTo>
                    <a:lnTo>
                      <a:pt x="35" y="38"/>
                    </a:lnTo>
                    <a:lnTo>
                      <a:pt x="5" y="43"/>
                    </a:lnTo>
                    <a:lnTo>
                      <a:pt x="2" y="31"/>
                    </a:lnTo>
                    <a:lnTo>
                      <a:pt x="8" y="27"/>
                    </a:lnTo>
                    <a:lnTo>
                      <a:pt x="0" y="22"/>
                    </a:lnTo>
                    <a:lnTo>
                      <a:pt x="2" y="10"/>
                    </a:lnTo>
                    <a:lnTo>
                      <a:pt x="12" y="10"/>
                    </a:lnTo>
                    <a:lnTo>
                      <a:pt x="18" y="2"/>
                    </a:lnTo>
                    <a:lnTo>
                      <a:pt x="28" y="0"/>
                    </a:lnTo>
                    <a:lnTo>
                      <a:pt x="32" y="6"/>
                    </a:lnTo>
                    <a:close/>
                  </a:path>
                </a:pathLst>
              </a:custGeom>
              <a:noFill/>
              <a:ln w="3175">
                <a:solidFill>
                  <a:schemeClr val="tx1"/>
                </a:solidFill>
                <a:prstDash val="solid"/>
                <a:round/>
                <a:headEnd/>
                <a:tailEnd/>
              </a:ln>
            </p:spPr>
            <p:txBody>
              <a:bodyPr/>
              <a:lstStyle/>
              <a:p>
                <a:endParaRPr lang="fr-FR" sz="1800" dirty="0"/>
              </a:p>
            </p:txBody>
          </p:sp>
          <p:sp>
            <p:nvSpPr>
              <p:cNvPr id="65" name="Freeform 20"/>
              <p:cNvSpPr>
                <a:spLocks/>
              </p:cNvSpPr>
              <p:nvPr/>
            </p:nvSpPr>
            <p:spPr bwMode="auto">
              <a:xfrm>
                <a:off x="9006527" y="4482536"/>
                <a:ext cx="51360" cy="75207"/>
              </a:xfrm>
              <a:custGeom>
                <a:avLst/>
                <a:gdLst>
                  <a:gd name="T0" fmla="*/ 0 w 55"/>
                  <a:gd name="T1" fmla="*/ 0 h 82"/>
                  <a:gd name="T2" fmla="*/ 26 w 55"/>
                  <a:gd name="T3" fmla="*/ 0 h 82"/>
                  <a:gd name="T4" fmla="*/ 28 w 55"/>
                  <a:gd name="T5" fmla="*/ 22 h 82"/>
                  <a:gd name="T6" fmla="*/ 29 w 55"/>
                  <a:gd name="T7" fmla="*/ 39 h 82"/>
                  <a:gd name="T8" fmla="*/ 48 w 55"/>
                  <a:gd name="T9" fmla="*/ 50 h 82"/>
                  <a:gd name="T10" fmla="*/ 55 w 55"/>
                  <a:gd name="T11" fmla="*/ 64 h 82"/>
                  <a:gd name="T12" fmla="*/ 47 w 55"/>
                  <a:gd name="T13" fmla="*/ 82 h 82"/>
                  <a:gd name="T14" fmla="*/ 23 w 55"/>
                  <a:gd name="T15" fmla="*/ 79 h 82"/>
                  <a:gd name="T16" fmla="*/ 9 w 55"/>
                  <a:gd name="T17" fmla="*/ 64 h 82"/>
                  <a:gd name="T18" fmla="*/ 23 w 55"/>
                  <a:gd name="T19" fmla="*/ 58 h 82"/>
                  <a:gd name="T20" fmla="*/ 22 w 55"/>
                  <a:gd name="T21" fmla="*/ 42 h 82"/>
                  <a:gd name="T22" fmla="*/ 7 w 55"/>
                  <a:gd name="T23" fmla="*/ 32 h 82"/>
                  <a:gd name="T24" fmla="*/ 0 w 55"/>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5" h="82">
                    <a:moveTo>
                      <a:pt x="0" y="0"/>
                    </a:moveTo>
                    <a:lnTo>
                      <a:pt x="26" y="0"/>
                    </a:lnTo>
                    <a:lnTo>
                      <a:pt x="28" y="22"/>
                    </a:lnTo>
                    <a:lnTo>
                      <a:pt x="29" y="39"/>
                    </a:lnTo>
                    <a:lnTo>
                      <a:pt x="48" y="50"/>
                    </a:lnTo>
                    <a:lnTo>
                      <a:pt x="55" y="64"/>
                    </a:lnTo>
                    <a:lnTo>
                      <a:pt x="47" y="82"/>
                    </a:lnTo>
                    <a:lnTo>
                      <a:pt x="23" y="79"/>
                    </a:lnTo>
                    <a:lnTo>
                      <a:pt x="9" y="64"/>
                    </a:lnTo>
                    <a:lnTo>
                      <a:pt x="23" y="58"/>
                    </a:lnTo>
                    <a:lnTo>
                      <a:pt x="22" y="42"/>
                    </a:lnTo>
                    <a:lnTo>
                      <a:pt x="7" y="32"/>
                    </a:lnTo>
                    <a:lnTo>
                      <a:pt x="0" y="0"/>
                    </a:lnTo>
                    <a:close/>
                  </a:path>
                </a:pathLst>
              </a:custGeom>
              <a:noFill/>
              <a:ln w="3175">
                <a:solidFill>
                  <a:schemeClr val="tx1"/>
                </a:solidFill>
                <a:prstDash val="solid"/>
                <a:round/>
                <a:headEnd/>
                <a:tailEnd/>
              </a:ln>
            </p:spPr>
            <p:txBody>
              <a:bodyPr/>
              <a:lstStyle/>
              <a:p>
                <a:endParaRPr lang="fr-FR" sz="1800" dirty="0"/>
              </a:p>
            </p:txBody>
          </p:sp>
          <p:sp>
            <p:nvSpPr>
              <p:cNvPr id="66" name="Freeform 21"/>
              <p:cNvSpPr>
                <a:spLocks/>
              </p:cNvSpPr>
              <p:nvPr/>
            </p:nvSpPr>
            <p:spPr bwMode="auto">
              <a:xfrm>
                <a:off x="9120253" y="4077156"/>
                <a:ext cx="113727" cy="143076"/>
              </a:xfrm>
              <a:custGeom>
                <a:avLst/>
                <a:gdLst>
                  <a:gd name="T0" fmla="*/ 0 w 124"/>
                  <a:gd name="T1" fmla="*/ 146 h 157"/>
                  <a:gd name="T2" fmla="*/ 6 w 124"/>
                  <a:gd name="T3" fmla="*/ 157 h 157"/>
                  <a:gd name="T4" fmla="*/ 45 w 124"/>
                  <a:gd name="T5" fmla="*/ 134 h 157"/>
                  <a:gd name="T6" fmla="*/ 49 w 124"/>
                  <a:gd name="T7" fmla="*/ 153 h 157"/>
                  <a:gd name="T8" fmla="*/ 111 w 124"/>
                  <a:gd name="T9" fmla="*/ 108 h 157"/>
                  <a:gd name="T10" fmla="*/ 112 w 124"/>
                  <a:gd name="T11" fmla="*/ 64 h 157"/>
                  <a:gd name="T12" fmla="*/ 124 w 124"/>
                  <a:gd name="T13" fmla="*/ 31 h 157"/>
                  <a:gd name="T14" fmla="*/ 108 w 124"/>
                  <a:gd name="T15" fmla="*/ 0 h 157"/>
                  <a:gd name="T16" fmla="*/ 95 w 124"/>
                  <a:gd name="T17" fmla="*/ 1 h 157"/>
                  <a:gd name="T18" fmla="*/ 89 w 124"/>
                  <a:gd name="T19" fmla="*/ 58 h 157"/>
                  <a:gd name="T20" fmla="*/ 64 w 124"/>
                  <a:gd name="T21" fmla="*/ 76 h 157"/>
                  <a:gd name="T22" fmla="*/ 51 w 124"/>
                  <a:gd name="T23" fmla="*/ 108 h 157"/>
                  <a:gd name="T24" fmla="*/ 17 w 124"/>
                  <a:gd name="T25" fmla="*/ 120 h 157"/>
                  <a:gd name="T26" fmla="*/ 1 w 124"/>
                  <a:gd name="T27" fmla="*/ 138 h 1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4" h="157">
                    <a:moveTo>
                      <a:pt x="0" y="146"/>
                    </a:moveTo>
                    <a:lnTo>
                      <a:pt x="6" y="157"/>
                    </a:lnTo>
                    <a:lnTo>
                      <a:pt x="45" y="134"/>
                    </a:lnTo>
                    <a:lnTo>
                      <a:pt x="49" y="153"/>
                    </a:lnTo>
                    <a:lnTo>
                      <a:pt x="111" y="108"/>
                    </a:lnTo>
                    <a:lnTo>
                      <a:pt x="112" y="64"/>
                    </a:lnTo>
                    <a:lnTo>
                      <a:pt x="124" y="31"/>
                    </a:lnTo>
                    <a:lnTo>
                      <a:pt x="108" y="0"/>
                    </a:lnTo>
                    <a:lnTo>
                      <a:pt x="95" y="1"/>
                    </a:lnTo>
                    <a:lnTo>
                      <a:pt x="89" y="58"/>
                    </a:lnTo>
                    <a:lnTo>
                      <a:pt x="64" y="76"/>
                    </a:lnTo>
                    <a:lnTo>
                      <a:pt x="51" y="108"/>
                    </a:lnTo>
                    <a:lnTo>
                      <a:pt x="17" y="120"/>
                    </a:lnTo>
                    <a:lnTo>
                      <a:pt x="1" y="138"/>
                    </a:lnTo>
                  </a:path>
                </a:pathLst>
              </a:custGeom>
              <a:noFill/>
              <a:ln w="3175">
                <a:solidFill>
                  <a:schemeClr val="tx1"/>
                </a:solidFill>
                <a:prstDash val="solid"/>
                <a:round/>
                <a:headEnd/>
                <a:tailEnd/>
              </a:ln>
            </p:spPr>
            <p:txBody>
              <a:bodyPr/>
              <a:lstStyle/>
              <a:p>
                <a:endParaRPr lang="fr-FR" sz="1800" dirty="0"/>
              </a:p>
            </p:txBody>
          </p:sp>
          <p:sp>
            <p:nvSpPr>
              <p:cNvPr id="67" name="Freeform 22"/>
              <p:cNvSpPr>
                <a:spLocks/>
              </p:cNvSpPr>
              <p:nvPr/>
            </p:nvSpPr>
            <p:spPr bwMode="auto">
              <a:xfrm>
                <a:off x="9100076" y="4220231"/>
                <a:ext cx="25680" cy="44023"/>
              </a:xfrm>
              <a:custGeom>
                <a:avLst/>
                <a:gdLst>
                  <a:gd name="T0" fmla="*/ 23 w 27"/>
                  <a:gd name="T1" fmla="*/ 49 h 49"/>
                  <a:gd name="T2" fmla="*/ 8 w 27"/>
                  <a:gd name="T3" fmla="*/ 27 h 49"/>
                  <a:gd name="T4" fmla="*/ 0 w 27"/>
                  <a:gd name="T5" fmla="*/ 12 h 49"/>
                  <a:gd name="T6" fmla="*/ 11 w 27"/>
                  <a:gd name="T7" fmla="*/ 0 h 49"/>
                  <a:gd name="T8" fmla="*/ 27 w 27"/>
                  <a:gd name="T9" fmla="*/ 14 h 49"/>
                  <a:gd name="T10" fmla="*/ 23 w 27"/>
                  <a:gd name="T11" fmla="*/ 49 h 4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 h="49">
                    <a:moveTo>
                      <a:pt x="23" y="49"/>
                    </a:moveTo>
                    <a:lnTo>
                      <a:pt x="8" y="27"/>
                    </a:lnTo>
                    <a:lnTo>
                      <a:pt x="0" y="12"/>
                    </a:lnTo>
                    <a:lnTo>
                      <a:pt x="11" y="0"/>
                    </a:lnTo>
                    <a:lnTo>
                      <a:pt x="27" y="14"/>
                    </a:lnTo>
                    <a:lnTo>
                      <a:pt x="23" y="49"/>
                    </a:lnTo>
                    <a:close/>
                  </a:path>
                </a:pathLst>
              </a:custGeom>
              <a:noFill/>
              <a:ln w="3175">
                <a:solidFill>
                  <a:schemeClr val="tx1"/>
                </a:solidFill>
                <a:prstDash val="solid"/>
                <a:round/>
                <a:headEnd/>
                <a:tailEnd/>
              </a:ln>
            </p:spPr>
            <p:txBody>
              <a:bodyPr/>
              <a:lstStyle/>
              <a:p>
                <a:endParaRPr lang="fr-FR" sz="1800" dirty="0"/>
              </a:p>
            </p:txBody>
          </p:sp>
          <p:sp>
            <p:nvSpPr>
              <p:cNvPr id="68" name="Freeform 23"/>
              <p:cNvSpPr>
                <a:spLocks/>
              </p:cNvSpPr>
              <p:nvPr/>
            </p:nvSpPr>
            <p:spPr bwMode="auto">
              <a:xfrm>
                <a:off x="9199128" y="3990943"/>
                <a:ext cx="67870" cy="73372"/>
              </a:xfrm>
              <a:custGeom>
                <a:avLst/>
                <a:gdLst>
                  <a:gd name="T0" fmla="*/ 7 w 73"/>
                  <a:gd name="T1" fmla="*/ 80 h 80"/>
                  <a:gd name="T2" fmla="*/ 19 w 73"/>
                  <a:gd name="T3" fmla="*/ 76 h 80"/>
                  <a:gd name="T4" fmla="*/ 26 w 73"/>
                  <a:gd name="T5" fmla="*/ 58 h 80"/>
                  <a:gd name="T6" fmla="*/ 45 w 73"/>
                  <a:gd name="T7" fmla="*/ 73 h 80"/>
                  <a:gd name="T8" fmla="*/ 52 w 73"/>
                  <a:gd name="T9" fmla="*/ 54 h 80"/>
                  <a:gd name="T10" fmla="*/ 73 w 73"/>
                  <a:gd name="T11" fmla="*/ 48 h 80"/>
                  <a:gd name="T12" fmla="*/ 67 w 73"/>
                  <a:gd name="T13" fmla="*/ 25 h 80"/>
                  <a:gd name="T14" fmla="*/ 52 w 73"/>
                  <a:gd name="T15" fmla="*/ 26 h 80"/>
                  <a:gd name="T16" fmla="*/ 20 w 73"/>
                  <a:gd name="T17" fmla="*/ 0 h 80"/>
                  <a:gd name="T18" fmla="*/ 20 w 73"/>
                  <a:gd name="T19" fmla="*/ 42 h 80"/>
                  <a:gd name="T20" fmla="*/ 10 w 73"/>
                  <a:gd name="T21" fmla="*/ 55 h 80"/>
                  <a:gd name="T22" fmla="*/ 0 w 73"/>
                  <a:gd name="T23" fmla="*/ 68 h 80"/>
                  <a:gd name="T24" fmla="*/ 7 w 73"/>
                  <a:gd name="T25" fmla="*/ 80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 h="80">
                    <a:moveTo>
                      <a:pt x="7" y="80"/>
                    </a:moveTo>
                    <a:lnTo>
                      <a:pt x="19" y="76"/>
                    </a:lnTo>
                    <a:lnTo>
                      <a:pt x="26" y="58"/>
                    </a:lnTo>
                    <a:lnTo>
                      <a:pt x="45" y="73"/>
                    </a:lnTo>
                    <a:lnTo>
                      <a:pt x="52" y="54"/>
                    </a:lnTo>
                    <a:lnTo>
                      <a:pt x="73" y="48"/>
                    </a:lnTo>
                    <a:lnTo>
                      <a:pt x="67" y="25"/>
                    </a:lnTo>
                    <a:lnTo>
                      <a:pt x="52" y="26"/>
                    </a:lnTo>
                    <a:lnTo>
                      <a:pt x="20" y="0"/>
                    </a:lnTo>
                    <a:lnTo>
                      <a:pt x="20" y="42"/>
                    </a:lnTo>
                    <a:lnTo>
                      <a:pt x="10" y="55"/>
                    </a:lnTo>
                    <a:lnTo>
                      <a:pt x="0" y="68"/>
                    </a:lnTo>
                    <a:lnTo>
                      <a:pt x="7" y="80"/>
                    </a:lnTo>
                    <a:close/>
                  </a:path>
                </a:pathLst>
              </a:custGeom>
              <a:noFill/>
              <a:ln w="3175">
                <a:solidFill>
                  <a:schemeClr val="tx1"/>
                </a:solidFill>
                <a:prstDash val="solid"/>
                <a:round/>
                <a:headEnd/>
                <a:tailEnd/>
              </a:ln>
            </p:spPr>
            <p:txBody>
              <a:bodyPr/>
              <a:lstStyle/>
              <a:p>
                <a:endParaRPr lang="fr-FR" sz="1800" dirty="0"/>
              </a:p>
            </p:txBody>
          </p:sp>
          <p:sp>
            <p:nvSpPr>
              <p:cNvPr id="69" name="Freeform 25"/>
              <p:cNvSpPr>
                <a:spLocks/>
              </p:cNvSpPr>
              <p:nvPr/>
            </p:nvSpPr>
            <p:spPr bwMode="auto">
              <a:xfrm>
                <a:off x="9516463" y="5260281"/>
                <a:ext cx="106390" cy="113727"/>
              </a:xfrm>
              <a:custGeom>
                <a:avLst/>
                <a:gdLst>
                  <a:gd name="T0" fmla="*/ 0 w 117"/>
                  <a:gd name="T1" fmla="*/ 118 h 124"/>
                  <a:gd name="T2" fmla="*/ 38 w 117"/>
                  <a:gd name="T3" fmla="*/ 124 h 124"/>
                  <a:gd name="T4" fmla="*/ 50 w 117"/>
                  <a:gd name="T5" fmla="*/ 112 h 124"/>
                  <a:gd name="T6" fmla="*/ 78 w 117"/>
                  <a:gd name="T7" fmla="*/ 66 h 124"/>
                  <a:gd name="T8" fmla="*/ 98 w 117"/>
                  <a:gd name="T9" fmla="*/ 66 h 124"/>
                  <a:gd name="T10" fmla="*/ 98 w 117"/>
                  <a:gd name="T11" fmla="*/ 54 h 124"/>
                  <a:gd name="T12" fmla="*/ 117 w 117"/>
                  <a:gd name="T13" fmla="*/ 32 h 124"/>
                  <a:gd name="T14" fmla="*/ 113 w 117"/>
                  <a:gd name="T15" fmla="*/ 13 h 124"/>
                  <a:gd name="T16" fmla="*/ 99 w 117"/>
                  <a:gd name="T17" fmla="*/ 12 h 124"/>
                  <a:gd name="T18" fmla="*/ 94 w 117"/>
                  <a:gd name="T19" fmla="*/ 0 h 124"/>
                  <a:gd name="T20" fmla="*/ 86 w 117"/>
                  <a:gd name="T21" fmla="*/ 3 h 124"/>
                  <a:gd name="T22" fmla="*/ 81 w 117"/>
                  <a:gd name="T23" fmla="*/ 26 h 124"/>
                  <a:gd name="T24" fmla="*/ 54 w 117"/>
                  <a:gd name="T25" fmla="*/ 57 h 124"/>
                  <a:gd name="T26" fmla="*/ 34 w 117"/>
                  <a:gd name="T27" fmla="*/ 63 h 124"/>
                  <a:gd name="T28" fmla="*/ 2 w 117"/>
                  <a:gd name="T29" fmla="*/ 92 h 124"/>
                  <a:gd name="T30" fmla="*/ 0 w 117"/>
                  <a:gd name="T31" fmla="*/ 118 h 1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17" h="124">
                    <a:moveTo>
                      <a:pt x="0" y="118"/>
                    </a:moveTo>
                    <a:lnTo>
                      <a:pt x="38" y="124"/>
                    </a:lnTo>
                    <a:lnTo>
                      <a:pt x="50" y="112"/>
                    </a:lnTo>
                    <a:lnTo>
                      <a:pt x="78" y="66"/>
                    </a:lnTo>
                    <a:lnTo>
                      <a:pt x="98" y="66"/>
                    </a:lnTo>
                    <a:lnTo>
                      <a:pt x="98" y="54"/>
                    </a:lnTo>
                    <a:lnTo>
                      <a:pt x="117" y="32"/>
                    </a:lnTo>
                    <a:lnTo>
                      <a:pt x="113" y="13"/>
                    </a:lnTo>
                    <a:lnTo>
                      <a:pt x="99" y="12"/>
                    </a:lnTo>
                    <a:lnTo>
                      <a:pt x="94" y="0"/>
                    </a:lnTo>
                    <a:lnTo>
                      <a:pt x="86" y="3"/>
                    </a:lnTo>
                    <a:lnTo>
                      <a:pt x="81" y="26"/>
                    </a:lnTo>
                    <a:lnTo>
                      <a:pt x="54" y="57"/>
                    </a:lnTo>
                    <a:lnTo>
                      <a:pt x="34" y="63"/>
                    </a:lnTo>
                    <a:lnTo>
                      <a:pt x="2" y="92"/>
                    </a:lnTo>
                    <a:lnTo>
                      <a:pt x="0" y="118"/>
                    </a:lnTo>
                    <a:close/>
                  </a:path>
                </a:pathLst>
              </a:custGeom>
              <a:noFill/>
              <a:ln w="3175">
                <a:solidFill>
                  <a:schemeClr val="tx1"/>
                </a:solidFill>
                <a:prstDash val="solid"/>
                <a:round/>
                <a:headEnd/>
                <a:tailEnd/>
              </a:ln>
            </p:spPr>
            <p:txBody>
              <a:bodyPr/>
              <a:lstStyle/>
              <a:p>
                <a:endParaRPr lang="fr-FR" sz="1800" dirty="0"/>
              </a:p>
            </p:txBody>
          </p:sp>
          <p:sp>
            <p:nvSpPr>
              <p:cNvPr id="70" name="Freeform 26"/>
              <p:cNvSpPr>
                <a:spLocks/>
              </p:cNvSpPr>
              <p:nvPr/>
            </p:nvSpPr>
            <p:spPr bwMode="auto">
              <a:xfrm>
                <a:off x="9613680" y="5172234"/>
                <a:ext cx="69704" cy="111893"/>
              </a:xfrm>
              <a:custGeom>
                <a:avLst/>
                <a:gdLst>
                  <a:gd name="T0" fmla="*/ 6 w 74"/>
                  <a:gd name="T1" fmla="*/ 90 h 121"/>
                  <a:gd name="T2" fmla="*/ 20 w 74"/>
                  <a:gd name="T3" fmla="*/ 93 h 121"/>
                  <a:gd name="T4" fmla="*/ 22 w 74"/>
                  <a:gd name="T5" fmla="*/ 115 h 121"/>
                  <a:gd name="T6" fmla="*/ 29 w 74"/>
                  <a:gd name="T7" fmla="*/ 121 h 121"/>
                  <a:gd name="T8" fmla="*/ 74 w 74"/>
                  <a:gd name="T9" fmla="*/ 73 h 121"/>
                  <a:gd name="T10" fmla="*/ 65 w 74"/>
                  <a:gd name="T11" fmla="*/ 51 h 121"/>
                  <a:gd name="T12" fmla="*/ 52 w 74"/>
                  <a:gd name="T13" fmla="*/ 57 h 121"/>
                  <a:gd name="T14" fmla="*/ 38 w 74"/>
                  <a:gd name="T15" fmla="*/ 35 h 121"/>
                  <a:gd name="T16" fmla="*/ 27 w 74"/>
                  <a:gd name="T17" fmla="*/ 35 h 121"/>
                  <a:gd name="T18" fmla="*/ 23 w 74"/>
                  <a:gd name="T19" fmla="*/ 18 h 121"/>
                  <a:gd name="T20" fmla="*/ 4 w 74"/>
                  <a:gd name="T21" fmla="*/ 0 h 121"/>
                  <a:gd name="T22" fmla="*/ 0 w 74"/>
                  <a:gd name="T23" fmla="*/ 19 h 121"/>
                  <a:gd name="T24" fmla="*/ 14 w 74"/>
                  <a:gd name="T25" fmla="*/ 36 h 121"/>
                  <a:gd name="T26" fmla="*/ 23 w 74"/>
                  <a:gd name="T27" fmla="*/ 58 h 121"/>
                  <a:gd name="T28" fmla="*/ 20 w 74"/>
                  <a:gd name="T29" fmla="*/ 70 h 121"/>
                  <a:gd name="T30" fmla="*/ 6 w 74"/>
                  <a:gd name="T31" fmla="*/ 73 h 121"/>
                  <a:gd name="T32" fmla="*/ 6 w 74"/>
                  <a:gd name="T33" fmla="*/ 90 h 1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4" h="121">
                    <a:moveTo>
                      <a:pt x="6" y="90"/>
                    </a:moveTo>
                    <a:lnTo>
                      <a:pt x="20" y="93"/>
                    </a:lnTo>
                    <a:lnTo>
                      <a:pt x="22" y="115"/>
                    </a:lnTo>
                    <a:lnTo>
                      <a:pt x="29" y="121"/>
                    </a:lnTo>
                    <a:lnTo>
                      <a:pt x="74" y="73"/>
                    </a:lnTo>
                    <a:lnTo>
                      <a:pt x="65" y="51"/>
                    </a:lnTo>
                    <a:lnTo>
                      <a:pt x="52" y="57"/>
                    </a:lnTo>
                    <a:lnTo>
                      <a:pt x="38" y="35"/>
                    </a:lnTo>
                    <a:lnTo>
                      <a:pt x="27" y="35"/>
                    </a:lnTo>
                    <a:lnTo>
                      <a:pt x="23" y="18"/>
                    </a:lnTo>
                    <a:lnTo>
                      <a:pt x="4" y="0"/>
                    </a:lnTo>
                    <a:lnTo>
                      <a:pt x="0" y="19"/>
                    </a:lnTo>
                    <a:lnTo>
                      <a:pt x="14" y="36"/>
                    </a:lnTo>
                    <a:lnTo>
                      <a:pt x="23" y="58"/>
                    </a:lnTo>
                    <a:lnTo>
                      <a:pt x="20" y="70"/>
                    </a:lnTo>
                    <a:lnTo>
                      <a:pt x="6" y="73"/>
                    </a:lnTo>
                    <a:lnTo>
                      <a:pt x="6" y="90"/>
                    </a:lnTo>
                    <a:close/>
                  </a:path>
                </a:pathLst>
              </a:custGeom>
              <a:noFill/>
              <a:ln w="3175">
                <a:solidFill>
                  <a:schemeClr val="tx1"/>
                </a:solidFill>
                <a:prstDash val="solid"/>
                <a:round/>
                <a:headEnd/>
                <a:tailEnd/>
              </a:ln>
            </p:spPr>
            <p:txBody>
              <a:bodyPr/>
              <a:lstStyle/>
              <a:p>
                <a:endParaRPr lang="fr-FR" sz="1800" dirty="0"/>
              </a:p>
            </p:txBody>
          </p:sp>
          <p:sp>
            <p:nvSpPr>
              <p:cNvPr id="71" name="Freeform 24"/>
              <p:cNvSpPr>
                <a:spLocks/>
              </p:cNvSpPr>
              <p:nvPr/>
            </p:nvSpPr>
            <p:spPr bwMode="auto">
              <a:xfrm>
                <a:off x="9525634" y="5385013"/>
                <a:ext cx="18343" cy="22012"/>
              </a:xfrm>
              <a:custGeom>
                <a:avLst/>
                <a:gdLst>
                  <a:gd name="T0" fmla="*/ 12 w 22"/>
                  <a:gd name="T1" fmla="*/ 23 h 23"/>
                  <a:gd name="T2" fmla="*/ 22 w 22"/>
                  <a:gd name="T3" fmla="*/ 16 h 23"/>
                  <a:gd name="T4" fmla="*/ 16 w 22"/>
                  <a:gd name="T5" fmla="*/ 3 h 23"/>
                  <a:gd name="T6" fmla="*/ 0 w 22"/>
                  <a:gd name="T7" fmla="*/ 0 h 23"/>
                  <a:gd name="T8" fmla="*/ 4 w 22"/>
                  <a:gd name="T9" fmla="*/ 14 h 23"/>
                  <a:gd name="T10" fmla="*/ 2 w 22"/>
                  <a:gd name="T11" fmla="*/ 22 h 23"/>
                  <a:gd name="T12" fmla="*/ 12 w 22"/>
                  <a:gd name="T13" fmla="*/ 23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 h="23">
                    <a:moveTo>
                      <a:pt x="12" y="23"/>
                    </a:moveTo>
                    <a:lnTo>
                      <a:pt x="22" y="16"/>
                    </a:lnTo>
                    <a:lnTo>
                      <a:pt x="16" y="3"/>
                    </a:lnTo>
                    <a:lnTo>
                      <a:pt x="0" y="0"/>
                    </a:lnTo>
                    <a:lnTo>
                      <a:pt x="4" y="14"/>
                    </a:lnTo>
                    <a:lnTo>
                      <a:pt x="2" y="22"/>
                    </a:lnTo>
                    <a:lnTo>
                      <a:pt x="12" y="23"/>
                    </a:lnTo>
                    <a:close/>
                  </a:path>
                </a:pathLst>
              </a:custGeom>
              <a:noFill/>
              <a:ln w="3175">
                <a:solidFill>
                  <a:schemeClr val="tx1"/>
                </a:solidFill>
                <a:prstDash val="solid"/>
                <a:round/>
                <a:headEnd/>
                <a:tailEnd/>
              </a:ln>
            </p:spPr>
            <p:txBody>
              <a:bodyPr/>
              <a:lstStyle/>
              <a:p>
                <a:endParaRPr lang="fr-FR" sz="1800" dirty="0"/>
              </a:p>
            </p:txBody>
          </p:sp>
        </p:grpSp>
        <p:grpSp>
          <p:nvGrpSpPr>
            <p:cNvPr id="7" name="Group 185"/>
            <p:cNvGrpSpPr/>
            <p:nvPr userDrawn="1"/>
          </p:nvGrpSpPr>
          <p:grpSpPr>
            <a:xfrm>
              <a:off x="6218386" y="3987274"/>
              <a:ext cx="3430147" cy="1285848"/>
              <a:chOff x="6218386" y="3987274"/>
              <a:chExt cx="3430147" cy="1285848"/>
            </a:xfrm>
            <a:solidFill>
              <a:srgbClr val="0070C0"/>
            </a:solidFill>
          </p:grpSpPr>
          <p:sp>
            <p:nvSpPr>
              <p:cNvPr id="8" name="Freeform 27"/>
              <p:cNvSpPr>
                <a:spLocks/>
              </p:cNvSpPr>
              <p:nvPr/>
            </p:nvSpPr>
            <p:spPr bwMode="auto">
              <a:xfrm>
                <a:off x="6627435" y="4843894"/>
                <a:ext cx="29349" cy="29349"/>
              </a:xfrm>
              <a:custGeom>
                <a:avLst/>
                <a:gdLst/>
                <a:ahLst/>
                <a:cxnLst>
                  <a:cxn ang="0">
                    <a:pos x="32" y="16"/>
                  </a:cxn>
                  <a:cxn ang="0">
                    <a:pos x="32" y="16"/>
                  </a:cxn>
                  <a:cxn ang="0">
                    <a:pos x="31" y="21"/>
                  </a:cxn>
                  <a:cxn ang="0">
                    <a:pos x="28" y="27"/>
                  </a:cxn>
                  <a:cxn ang="0">
                    <a:pos x="24"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4"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4"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4" y="1"/>
                    </a:lnTo>
                    <a:lnTo>
                      <a:pt x="28" y="4"/>
                    </a:lnTo>
                    <a:lnTo>
                      <a:pt x="31"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9" name="Freeform 28"/>
              <p:cNvSpPr>
                <a:spLocks/>
              </p:cNvSpPr>
              <p:nvPr/>
            </p:nvSpPr>
            <p:spPr bwMode="auto">
              <a:xfrm>
                <a:off x="6568737" y="4605435"/>
                <a:ext cx="31184" cy="31184"/>
              </a:xfrm>
              <a:custGeom>
                <a:avLst/>
                <a:gdLst/>
                <a:ahLst/>
                <a:cxnLst>
                  <a:cxn ang="0">
                    <a:pos x="34" y="18"/>
                  </a:cxn>
                  <a:cxn ang="0">
                    <a:pos x="34" y="18"/>
                  </a:cxn>
                  <a:cxn ang="0">
                    <a:pos x="32" y="23"/>
                  </a:cxn>
                  <a:cxn ang="0">
                    <a:pos x="28" y="28"/>
                  </a:cxn>
                  <a:cxn ang="0">
                    <a:pos x="24" y="32"/>
                  </a:cxn>
                  <a:cxn ang="0">
                    <a:pos x="18" y="34"/>
                  </a:cxn>
                  <a:cxn ang="0">
                    <a:pos x="18" y="34"/>
                  </a:cxn>
                  <a:cxn ang="0">
                    <a:pos x="10" y="32"/>
                  </a:cxn>
                  <a:cxn ang="0">
                    <a:pos x="6" y="28"/>
                  </a:cxn>
                  <a:cxn ang="0">
                    <a:pos x="2" y="23"/>
                  </a:cxn>
                  <a:cxn ang="0">
                    <a:pos x="0" y="18"/>
                  </a:cxn>
                  <a:cxn ang="0">
                    <a:pos x="0" y="18"/>
                  </a:cxn>
                  <a:cxn ang="0">
                    <a:pos x="2" y="10"/>
                  </a:cxn>
                  <a:cxn ang="0">
                    <a:pos x="6" y="6"/>
                  </a:cxn>
                  <a:cxn ang="0">
                    <a:pos x="10" y="2"/>
                  </a:cxn>
                  <a:cxn ang="0">
                    <a:pos x="18" y="0"/>
                  </a:cxn>
                  <a:cxn ang="0">
                    <a:pos x="18" y="0"/>
                  </a:cxn>
                  <a:cxn ang="0">
                    <a:pos x="24" y="2"/>
                  </a:cxn>
                  <a:cxn ang="0">
                    <a:pos x="28" y="6"/>
                  </a:cxn>
                  <a:cxn ang="0">
                    <a:pos x="32" y="10"/>
                  </a:cxn>
                  <a:cxn ang="0">
                    <a:pos x="34" y="18"/>
                  </a:cxn>
                  <a:cxn ang="0">
                    <a:pos x="34" y="18"/>
                  </a:cxn>
                </a:cxnLst>
                <a:rect l="0" t="0" r="r" b="b"/>
                <a:pathLst>
                  <a:path w="34" h="34">
                    <a:moveTo>
                      <a:pt x="34" y="18"/>
                    </a:moveTo>
                    <a:lnTo>
                      <a:pt x="34" y="18"/>
                    </a:lnTo>
                    <a:lnTo>
                      <a:pt x="32" y="23"/>
                    </a:lnTo>
                    <a:lnTo>
                      <a:pt x="28" y="28"/>
                    </a:lnTo>
                    <a:lnTo>
                      <a:pt x="24" y="32"/>
                    </a:lnTo>
                    <a:lnTo>
                      <a:pt x="18" y="34"/>
                    </a:lnTo>
                    <a:lnTo>
                      <a:pt x="18" y="34"/>
                    </a:lnTo>
                    <a:lnTo>
                      <a:pt x="10" y="32"/>
                    </a:lnTo>
                    <a:lnTo>
                      <a:pt x="6" y="28"/>
                    </a:lnTo>
                    <a:lnTo>
                      <a:pt x="2" y="23"/>
                    </a:lnTo>
                    <a:lnTo>
                      <a:pt x="0" y="18"/>
                    </a:lnTo>
                    <a:lnTo>
                      <a:pt x="0" y="18"/>
                    </a:lnTo>
                    <a:lnTo>
                      <a:pt x="2" y="10"/>
                    </a:lnTo>
                    <a:lnTo>
                      <a:pt x="6" y="6"/>
                    </a:lnTo>
                    <a:lnTo>
                      <a:pt x="10" y="2"/>
                    </a:lnTo>
                    <a:lnTo>
                      <a:pt x="18" y="0"/>
                    </a:lnTo>
                    <a:lnTo>
                      <a:pt x="18" y="0"/>
                    </a:lnTo>
                    <a:lnTo>
                      <a:pt x="24" y="2"/>
                    </a:lnTo>
                    <a:lnTo>
                      <a:pt x="28" y="6"/>
                    </a:lnTo>
                    <a:lnTo>
                      <a:pt x="32" y="10"/>
                    </a:lnTo>
                    <a:lnTo>
                      <a:pt x="34" y="18"/>
                    </a:lnTo>
                    <a:lnTo>
                      <a:pt x="34"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0" name="Freeform 29"/>
              <p:cNvSpPr>
                <a:spLocks/>
              </p:cNvSpPr>
              <p:nvPr/>
            </p:nvSpPr>
            <p:spPr bwMode="auto">
              <a:xfrm>
                <a:off x="9248655" y="5041999"/>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2"/>
                  </a:cxn>
                  <a:cxn ang="0">
                    <a:pos x="16" y="0"/>
                  </a:cxn>
                  <a:cxn ang="0">
                    <a:pos x="16" y="0"/>
                  </a:cxn>
                  <a:cxn ang="0">
                    <a:pos x="22" y="2"/>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2"/>
                    </a:lnTo>
                    <a:lnTo>
                      <a:pt x="16" y="0"/>
                    </a:lnTo>
                    <a:lnTo>
                      <a:pt x="16" y="0"/>
                    </a:lnTo>
                    <a:lnTo>
                      <a:pt x="22" y="2"/>
                    </a:lnTo>
                    <a:lnTo>
                      <a:pt x="28" y="5"/>
                    </a:lnTo>
                    <a:lnTo>
                      <a:pt x="31" y="9"/>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1" name="Freeform 30"/>
              <p:cNvSpPr>
                <a:spLocks/>
              </p:cNvSpPr>
              <p:nvPr/>
            </p:nvSpPr>
            <p:spPr bwMode="auto">
              <a:xfrm>
                <a:off x="9617349" y="5243773"/>
                <a:ext cx="31184" cy="29349"/>
              </a:xfrm>
              <a:custGeom>
                <a:avLst/>
                <a:gdLst/>
                <a:ahLst/>
                <a:cxnLst>
                  <a:cxn ang="0">
                    <a:pos x="33" y="18"/>
                  </a:cxn>
                  <a:cxn ang="0">
                    <a:pos x="33" y="18"/>
                  </a:cxn>
                  <a:cxn ang="0">
                    <a:pos x="32" y="24"/>
                  </a:cxn>
                  <a:cxn ang="0">
                    <a:pos x="29" y="29"/>
                  </a:cxn>
                  <a:cxn ang="0">
                    <a:pos x="23" y="32"/>
                  </a:cxn>
                  <a:cxn ang="0">
                    <a:pos x="17" y="34"/>
                  </a:cxn>
                  <a:cxn ang="0">
                    <a:pos x="17" y="34"/>
                  </a:cxn>
                  <a:cxn ang="0">
                    <a:pos x="10" y="32"/>
                  </a:cxn>
                  <a:cxn ang="0">
                    <a:pos x="5" y="29"/>
                  </a:cxn>
                  <a:cxn ang="0">
                    <a:pos x="1" y="24"/>
                  </a:cxn>
                  <a:cxn ang="0">
                    <a:pos x="0" y="18"/>
                  </a:cxn>
                  <a:cxn ang="0">
                    <a:pos x="0" y="18"/>
                  </a:cxn>
                  <a:cxn ang="0">
                    <a:pos x="1" y="10"/>
                  </a:cxn>
                  <a:cxn ang="0">
                    <a:pos x="5" y="6"/>
                  </a:cxn>
                  <a:cxn ang="0">
                    <a:pos x="10" y="2"/>
                  </a:cxn>
                  <a:cxn ang="0">
                    <a:pos x="17" y="0"/>
                  </a:cxn>
                  <a:cxn ang="0">
                    <a:pos x="17" y="0"/>
                  </a:cxn>
                  <a:cxn ang="0">
                    <a:pos x="23" y="2"/>
                  </a:cxn>
                  <a:cxn ang="0">
                    <a:pos x="29" y="6"/>
                  </a:cxn>
                  <a:cxn ang="0">
                    <a:pos x="32" y="10"/>
                  </a:cxn>
                  <a:cxn ang="0">
                    <a:pos x="33" y="18"/>
                  </a:cxn>
                  <a:cxn ang="0">
                    <a:pos x="33" y="18"/>
                  </a:cxn>
                </a:cxnLst>
                <a:rect l="0" t="0" r="r" b="b"/>
                <a:pathLst>
                  <a:path w="33" h="34">
                    <a:moveTo>
                      <a:pt x="33" y="18"/>
                    </a:moveTo>
                    <a:lnTo>
                      <a:pt x="33" y="18"/>
                    </a:lnTo>
                    <a:lnTo>
                      <a:pt x="32" y="24"/>
                    </a:lnTo>
                    <a:lnTo>
                      <a:pt x="29" y="29"/>
                    </a:lnTo>
                    <a:lnTo>
                      <a:pt x="23" y="32"/>
                    </a:lnTo>
                    <a:lnTo>
                      <a:pt x="17" y="34"/>
                    </a:lnTo>
                    <a:lnTo>
                      <a:pt x="17" y="34"/>
                    </a:lnTo>
                    <a:lnTo>
                      <a:pt x="10" y="32"/>
                    </a:lnTo>
                    <a:lnTo>
                      <a:pt x="5" y="29"/>
                    </a:lnTo>
                    <a:lnTo>
                      <a:pt x="1" y="24"/>
                    </a:lnTo>
                    <a:lnTo>
                      <a:pt x="0" y="18"/>
                    </a:lnTo>
                    <a:lnTo>
                      <a:pt x="0" y="18"/>
                    </a:lnTo>
                    <a:lnTo>
                      <a:pt x="1" y="10"/>
                    </a:lnTo>
                    <a:lnTo>
                      <a:pt x="5" y="6"/>
                    </a:lnTo>
                    <a:lnTo>
                      <a:pt x="10" y="2"/>
                    </a:lnTo>
                    <a:lnTo>
                      <a:pt x="17" y="0"/>
                    </a:lnTo>
                    <a:lnTo>
                      <a:pt x="17" y="0"/>
                    </a:lnTo>
                    <a:lnTo>
                      <a:pt x="23" y="2"/>
                    </a:lnTo>
                    <a:lnTo>
                      <a:pt x="29" y="6"/>
                    </a:lnTo>
                    <a:lnTo>
                      <a:pt x="32" y="10"/>
                    </a:lnTo>
                    <a:lnTo>
                      <a:pt x="33" y="18"/>
                    </a:lnTo>
                    <a:lnTo>
                      <a:pt x="33"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2" name="Freeform 31"/>
              <p:cNvSpPr>
                <a:spLocks/>
              </p:cNvSpPr>
              <p:nvPr/>
            </p:nvSpPr>
            <p:spPr bwMode="auto">
              <a:xfrm>
                <a:off x="8949663" y="4664133"/>
                <a:ext cx="31184" cy="31184"/>
              </a:xfrm>
              <a:custGeom>
                <a:avLst/>
                <a:gdLst/>
                <a:ahLst/>
                <a:cxnLst>
                  <a:cxn ang="0">
                    <a:pos x="34" y="18"/>
                  </a:cxn>
                  <a:cxn ang="0">
                    <a:pos x="34" y="18"/>
                  </a:cxn>
                  <a:cxn ang="0">
                    <a:pos x="32" y="24"/>
                  </a:cxn>
                  <a:cxn ang="0">
                    <a:pos x="28" y="29"/>
                  </a:cxn>
                  <a:cxn ang="0">
                    <a:pos x="24" y="32"/>
                  </a:cxn>
                  <a:cxn ang="0">
                    <a:pos x="16" y="34"/>
                  </a:cxn>
                  <a:cxn ang="0">
                    <a:pos x="16" y="34"/>
                  </a:cxn>
                  <a:cxn ang="0">
                    <a:pos x="10" y="32"/>
                  </a:cxn>
                  <a:cxn ang="0">
                    <a:pos x="6" y="29"/>
                  </a:cxn>
                  <a:cxn ang="0">
                    <a:pos x="2" y="24"/>
                  </a:cxn>
                  <a:cxn ang="0">
                    <a:pos x="0" y="18"/>
                  </a:cxn>
                  <a:cxn ang="0">
                    <a:pos x="0" y="18"/>
                  </a:cxn>
                  <a:cxn ang="0">
                    <a:pos x="2" y="10"/>
                  </a:cxn>
                  <a:cxn ang="0">
                    <a:pos x="6" y="6"/>
                  </a:cxn>
                  <a:cxn ang="0">
                    <a:pos x="10" y="2"/>
                  </a:cxn>
                  <a:cxn ang="0">
                    <a:pos x="16" y="0"/>
                  </a:cxn>
                  <a:cxn ang="0">
                    <a:pos x="16" y="0"/>
                  </a:cxn>
                  <a:cxn ang="0">
                    <a:pos x="24" y="2"/>
                  </a:cxn>
                  <a:cxn ang="0">
                    <a:pos x="28" y="6"/>
                  </a:cxn>
                  <a:cxn ang="0">
                    <a:pos x="32" y="10"/>
                  </a:cxn>
                  <a:cxn ang="0">
                    <a:pos x="34" y="18"/>
                  </a:cxn>
                  <a:cxn ang="0">
                    <a:pos x="34" y="18"/>
                  </a:cxn>
                </a:cxnLst>
                <a:rect l="0" t="0" r="r" b="b"/>
                <a:pathLst>
                  <a:path w="34" h="34">
                    <a:moveTo>
                      <a:pt x="34" y="18"/>
                    </a:moveTo>
                    <a:lnTo>
                      <a:pt x="34" y="18"/>
                    </a:lnTo>
                    <a:lnTo>
                      <a:pt x="32" y="24"/>
                    </a:lnTo>
                    <a:lnTo>
                      <a:pt x="28" y="29"/>
                    </a:lnTo>
                    <a:lnTo>
                      <a:pt x="24" y="32"/>
                    </a:lnTo>
                    <a:lnTo>
                      <a:pt x="16" y="34"/>
                    </a:lnTo>
                    <a:lnTo>
                      <a:pt x="16" y="34"/>
                    </a:lnTo>
                    <a:lnTo>
                      <a:pt x="10" y="32"/>
                    </a:lnTo>
                    <a:lnTo>
                      <a:pt x="6" y="29"/>
                    </a:lnTo>
                    <a:lnTo>
                      <a:pt x="2" y="24"/>
                    </a:lnTo>
                    <a:lnTo>
                      <a:pt x="0" y="18"/>
                    </a:lnTo>
                    <a:lnTo>
                      <a:pt x="0" y="18"/>
                    </a:lnTo>
                    <a:lnTo>
                      <a:pt x="2" y="10"/>
                    </a:lnTo>
                    <a:lnTo>
                      <a:pt x="6" y="6"/>
                    </a:lnTo>
                    <a:lnTo>
                      <a:pt x="10" y="2"/>
                    </a:lnTo>
                    <a:lnTo>
                      <a:pt x="16" y="0"/>
                    </a:lnTo>
                    <a:lnTo>
                      <a:pt x="16" y="0"/>
                    </a:lnTo>
                    <a:lnTo>
                      <a:pt x="24" y="2"/>
                    </a:lnTo>
                    <a:lnTo>
                      <a:pt x="28" y="6"/>
                    </a:lnTo>
                    <a:lnTo>
                      <a:pt x="32" y="10"/>
                    </a:lnTo>
                    <a:lnTo>
                      <a:pt x="34" y="18"/>
                    </a:lnTo>
                    <a:lnTo>
                      <a:pt x="34"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3" name="Freeform 32"/>
              <p:cNvSpPr>
                <a:spLocks/>
              </p:cNvSpPr>
              <p:nvPr/>
            </p:nvSpPr>
            <p:spPr bwMode="auto">
              <a:xfrm>
                <a:off x="8775404" y="4253249"/>
                <a:ext cx="31184" cy="29349"/>
              </a:xfrm>
              <a:custGeom>
                <a:avLst/>
                <a:gdLst/>
                <a:ahLst/>
                <a:cxnLst>
                  <a:cxn ang="0">
                    <a:pos x="33" y="16"/>
                  </a:cxn>
                  <a:cxn ang="0">
                    <a:pos x="33" y="16"/>
                  </a:cxn>
                  <a:cxn ang="0">
                    <a:pos x="32" y="23"/>
                  </a:cxn>
                  <a:cxn ang="0">
                    <a:pos x="27" y="28"/>
                  </a:cxn>
                  <a:cxn ang="0">
                    <a:pos x="23" y="32"/>
                  </a:cxn>
                  <a:cxn ang="0">
                    <a:pos x="17" y="32"/>
                  </a:cxn>
                  <a:cxn ang="0">
                    <a:pos x="17" y="32"/>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7" y="4"/>
                  </a:cxn>
                  <a:cxn ang="0">
                    <a:pos x="32" y="10"/>
                  </a:cxn>
                  <a:cxn ang="0">
                    <a:pos x="33" y="16"/>
                  </a:cxn>
                  <a:cxn ang="0">
                    <a:pos x="33" y="16"/>
                  </a:cxn>
                </a:cxnLst>
                <a:rect l="0" t="0" r="r" b="b"/>
                <a:pathLst>
                  <a:path w="33" h="32">
                    <a:moveTo>
                      <a:pt x="33" y="16"/>
                    </a:moveTo>
                    <a:lnTo>
                      <a:pt x="33" y="16"/>
                    </a:lnTo>
                    <a:lnTo>
                      <a:pt x="32" y="23"/>
                    </a:lnTo>
                    <a:lnTo>
                      <a:pt x="27" y="28"/>
                    </a:lnTo>
                    <a:lnTo>
                      <a:pt x="23" y="32"/>
                    </a:lnTo>
                    <a:lnTo>
                      <a:pt x="17" y="32"/>
                    </a:lnTo>
                    <a:lnTo>
                      <a:pt x="17" y="32"/>
                    </a:lnTo>
                    <a:lnTo>
                      <a:pt x="10" y="32"/>
                    </a:lnTo>
                    <a:lnTo>
                      <a:pt x="6" y="28"/>
                    </a:lnTo>
                    <a:lnTo>
                      <a:pt x="1" y="23"/>
                    </a:lnTo>
                    <a:lnTo>
                      <a:pt x="0" y="16"/>
                    </a:lnTo>
                    <a:lnTo>
                      <a:pt x="0" y="16"/>
                    </a:lnTo>
                    <a:lnTo>
                      <a:pt x="1" y="10"/>
                    </a:lnTo>
                    <a:lnTo>
                      <a:pt x="6" y="4"/>
                    </a:lnTo>
                    <a:lnTo>
                      <a:pt x="10" y="1"/>
                    </a:lnTo>
                    <a:lnTo>
                      <a:pt x="17" y="0"/>
                    </a:lnTo>
                    <a:lnTo>
                      <a:pt x="17" y="0"/>
                    </a:lnTo>
                    <a:lnTo>
                      <a:pt x="23" y="1"/>
                    </a:lnTo>
                    <a:lnTo>
                      <a:pt x="27" y="4"/>
                    </a:lnTo>
                    <a:lnTo>
                      <a:pt x="32"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4" name="Freeform 33"/>
              <p:cNvSpPr>
                <a:spLocks/>
              </p:cNvSpPr>
              <p:nvPr/>
            </p:nvSpPr>
            <p:spPr bwMode="auto">
              <a:xfrm>
                <a:off x="9026703" y="4502714"/>
                <a:ext cx="29349" cy="31184"/>
              </a:xfrm>
              <a:custGeom>
                <a:avLst/>
                <a:gdLst/>
                <a:ahLst/>
                <a:cxnLst>
                  <a:cxn ang="0">
                    <a:pos x="32" y="16"/>
                  </a:cxn>
                  <a:cxn ang="0">
                    <a:pos x="32" y="16"/>
                  </a:cxn>
                  <a:cxn ang="0">
                    <a:pos x="30" y="23"/>
                  </a:cxn>
                  <a:cxn ang="0">
                    <a:pos x="28" y="28"/>
                  </a:cxn>
                  <a:cxn ang="0">
                    <a:pos x="22" y="32"/>
                  </a:cxn>
                  <a:cxn ang="0">
                    <a:pos x="16" y="33"/>
                  </a:cxn>
                  <a:cxn ang="0">
                    <a:pos x="16" y="33"/>
                  </a:cxn>
                  <a:cxn ang="0">
                    <a:pos x="10" y="32"/>
                  </a:cxn>
                  <a:cxn ang="0">
                    <a:pos x="4" y="28"/>
                  </a:cxn>
                  <a:cxn ang="0">
                    <a:pos x="1" y="23"/>
                  </a:cxn>
                  <a:cxn ang="0">
                    <a:pos x="0" y="16"/>
                  </a:cxn>
                  <a:cxn ang="0">
                    <a:pos x="0" y="16"/>
                  </a:cxn>
                  <a:cxn ang="0">
                    <a:pos x="1" y="10"/>
                  </a:cxn>
                  <a:cxn ang="0">
                    <a:pos x="4" y="6"/>
                  </a:cxn>
                  <a:cxn ang="0">
                    <a:pos x="10" y="1"/>
                  </a:cxn>
                  <a:cxn ang="0">
                    <a:pos x="16" y="0"/>
                  </a:cxn>
                  <a:cxn ang="0">
                    <a:pos x="16" y="0"/>
                  </a:cxn>
                  <a:cxn ang="0">
                    <a:pos x="22" y="1"/>
                  </a:cxn>
                  <a:cxn ang="0">
                    <a:pos x="28" y="6"/>
                  </a:cxn>
                  <a:cxn ang="0">
                    <a:pos x="30" y="10"/>
                  </a:cxn>
                  <a:cxn ang="0">
                    <a:pos x="32" y="16"/>
                  </a:cxn>
                  <a:cxn ang="0">
                    <a:pos x="32" y="16"/>
                  </a:cxn>
                </a:cxnLst>
                <a:rect l="0" t="0" r="r" b="b"/>
                <a:pathLst>
                  <a:path w="32" h="33">
                    <a:moveTo>
                      <a:pt x="32" y="16"/>
                    </a:moveTo>
                    <a:lnTo>
                      <a:pt x="32" y="16"/>
                    </a:lnTo>
                    <a:lnTo>
                      <a:pt x="30" y="23"/>
                    </a:lnTo>
                    <a:lnTo>
                      <a:pt x="28" y="28"/>
                    </a:lnTo>
                    <a:lnTo>
                      <a:pt x="22" y="32"/>
                    </a:lnTo>
                    <a:lnTo>
                      <a:pt x="16" y="33"/>
                    </a:lnTo>
                    <a:lnTo>
                      <a:pt x="16" y="33"/>
                    </a:lnTo>
                    <a:lnTo>
                      <a:pt x="10" y="32"/>
                    </a:lnTo>
                    <a:lnTo>
                      <a:pt x="4" y="28"/>
                    </a:lnTo>
                    <a:lnTo>
                      <a:pt x="1" y="23"/>
                    </a:lnTo>
                    <a:lnTo>
                      <a:pt x="0" y="16"/>
                    </a:lnTo>
                    <a:lnTo>
                      <a:pt x="0" y="16"/>
                    </a:lnTo>
                    <a:lnTo>
                      <a:pt x="1" y="10"/>
                    </a:lnTo>
                    <a:lnTo>
                      <a:pt x="4" y="6"/>
                    </a:lnTo>
                    <a:lnTo>
                      <a:pt x="10" y="1"/>
                    </a:lnTo>
                    <a:lnTo>
                      <a:pt x="16" y="0"/>
                    </a:lnTo>
                    <a:lnTo>
                      <a:pt x="16" y="0"/>
                    </a:lnTo>
                    <a:lnTo>
                      <a:pt x="22" y="1"/>
                    </a:lnTo>
                    <a:lnTo>
                      <a:pt x="28" y="6"/>
                    </a:lnTo>
                    <a:lnTo>
                      <a:pt x="30"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5" name="Freeform 34"/>
              <p:cNvSpPr>
                <a:spLocks/>
              </p:cNvSpPr>
              <p:nvPr/>
            </p:nvSpPr>
            <p:spPr bwMode="auto">
              <a:xfrm>
                <a:off x="9195459" y="4159699"/>
                <a:ext cx="29349" cy="29349"/>
              </a:xfrm>
              <a:custGeom>
                <a:avLst/>
                <a:gdLst/>
                <a:ahLst/>
                <a:cxnLst>
                  <a:cxn ang="0">
                    <a:pos x="34" y="16"/>
                  </a:cxn>
                  <a:cxn ang="0">
                    <a:pos x="34" y="16"/>
                  </a:cxn>
                  <a:cxn ang="0">
                    <a:pos x="32" y="22"/>
                  </a:cxn>
                  <a:cxn ang="0">
                    <a:pos x="28" y="28"/>
                  </a:cxn>
                  <a:cxn ang="0">
                    <a:pos x="23" y="31"/>
                  </a:cxn>
                  <a:cxn ang="0">
                    <a:pos x="18" y="32"/>
                  </a:cxn>
                  <a:cxn ang="0">
                    <a:pos x="18" y="32"/>
                  </a:cxn>
                  <a:cxn ang="0">
                    <a:pos x="10" y="31"/>
                  </a:cxn>
                  <a:cxn ang="0">
                    <a:pos x="6" y="28"/>
                  </a:cxn>
                  <a:cxn ang="0">
                    <a:pos x="1" y="22"/>
                  </a:cxn>
                  <a:cxn ang="0">
                    <a:pos x="0" y="16"/>
                  </a:cxn>
                  <a:cxn ang="0">
                    <a:pos x="0" y="16"/>
                  </a:cxn>
                  <a:cxn ang="0">
                    <a:pos x="1" y="9"/>
                  </a:cxn>
                  <a:cxn ang="0">
                    <a:pos x="6" y="5"/>
                  </a:cxn>
                  <a:cxn ang="0">
                    <a:pos x="10" y="0"/>
                  </a:cxn>
                  <a:cxn ang="0">
                    <a:pos x="18" y="0"/>
                  </a:cxn>
                  <a:cxn ang="0">
                    <a:pos x="18" y="0"/>
                  </a:cxn>
                  <a:cxn ang="0">
                    <a:pos x="23" y="0"/>
                  </a:cxn>
                  <a:cxn ang="0">
                    <a:pos x="28" y="5"/>
                  </a:cxn>
                  <a:cxn ang="0">
                    <a:pos x="32" y="9"/>
                  </a:cxn>
                  <a:cxn ang="0">
                    <a:pos x="34" y="16"/>
                  </a:cxn>
                  <a:cxn ang="0">
                    <a:pos x="34" y="16"/>
                  </a:cxn>
                </a:cxnLst>
                <a:rect l="0" t="0" r="r" b="b"/>
                <a:pathLst>
                  <a:path w="34" h="32">
                    <a:moveTo>
                      <a:pt x="34" y="16"/>
                    </a:moveTo>
                    <a:lnTo>
                      <a:pt x="34" y="16"/>
                    </a:lnTo>
                    <a:lnTo>
                      <a:pt x="32" y="22"/>
                    </a:lnTo>
                    <a:lnTo>
                      <a:pt x="28" y="28"/>
                    </a:lnTo>
                    <a:lnTo>
                      <a:pt x="23" y="31"/>
                    </a:lnTo>
                    <a:lnTo>
                      <a:pt x="18" y="32"/>
                    </a:lnTo>
                    <a:lnTo>
                      <a:pt x="18" y="32"/>
                    </a:lnTo>
                    <a:lnTo>
                      <a:pt x="10" y="31"/>
                    </a:lnTo>
                    <a:lnTo>
                      <a:pt x="6" y="28"/>
                    </a:lnTo>
                    <a:lnTo>
                      <a:pt x="1" y="22"/>
                    </a:lnTo>
                    <a:lnTo>
                      <a:pt x="0" y="16"/>
                    </a:lnTo>
                    <a:lnTo>
                      <a:pt x="0" y="16"/>
                    </a:lnTo>
                    <a:lnTo>
                      <a:pt x="1" y="9"/>
                    </a:lnTo>
                    <a:lnTo>
                      <a:pt x="6" y="5"/>
                    </a:lnTo>
                    <a:lnTo>
                      <a:pt x="10" y="0"/>
                    </a:lnTo>
                    <a:lnTo>
                      <a:pt x="18" y="0"/>
                    </a:lnTo>
                    <a:lnTo>
                      <a:pt x="18" y="0"/>
                    </a:lnTo>
                    <a:lnTo>
                      <a:pt x="23" y="0"/>
                    </a:lnTo>
                    <a:lnTo>
                      <a:pt x="28" y="5"/>
                    </a:lnTo>
                    <a:lnTo>
                      <a:pt x="32" y="9"/>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6" name="Freeform 35"/>
              <p:cNvSpPr>
                <a:spLocks/>
              </p:cNvSpPr>
              <p:nvPr/>
            </p:nvSpPr>
            <p:spPr bwMode="auto">
              <a:xfrm>
                <a:off x="8485585" y="4440348"/>
                <a:ext cx="29349" cy="29349"/>
              </a:xfrm>
              <a:custGeom>
                <a:avLst/>
                <a:gdLst/>
                <a:ahLst/>
                <a:cxnLst>
                  <a:cxn ang="0">
                    <a:pos x="34" y="16"/>
                  </a:cxn>
                  <a:cxn ang="0">
                    <a:pos x="34" y="16"/>
                  </a:cxn>
                  <a:cxn ang="0">
                    <a:pos x="32" y="22"/>
                  </a:cxn>
                  <a:cxn ang="0">
                    <a:pos x="28" y="28"/>
                  </a:cxn>
                  <a:cxn ang="0">
                    <a:pos x="23" y="30"/>
                  </a:cxn>
                  <a:cxn ang="0">
                    <a:pos x="16" y="32"/>
                  </a:cxn>
                  <a:cxn ang="0">
                    <a:pos x="16" y="32"/>
                  </a:cxn>
                  <a:cxn ang="0">
                    <a:pos x="10" y="30"/>
                  </a:cxn>
                  <a:cxn ang="0">
                    <a:pos x="6" y="28"/>
                  </a:cxn>
                  <a:cxn ang="0">
                    <a:pos x="1" y="22"/>
                  </a:cxn>
                  <a:cxn ang="0">
                    <a:pos x="0" y="16"/>
                  </a:cxn>
                  <a:cxn ang="0">
                    <a:pos x="0" y="16"/>
                  </a:cxn>
                  <a:cxn ang="0">
                    <a:pos x="1" y="9"/>
                  </a:cxn>
                  <a:cxn ang="0">
                    <a:pos x="6" y="4"/>
                  </a:cxn>
                  <a:cxn ang="0">
                    <a:pos x="10" y="0"/>
                  </a:cxn>
                  <a:cxn ang="0">
                    <a:pos x="16" y="0"/>
                  </a:cxn>
                  <a:cxn ang="0">
                    <a:pos x="16" y="0"/>
                  </a:cxn>
                  <a:cxn ang="0">
                    <a:pos x="23" y="0"/>
                  </a:cxn>
                  <a:cxn ang="0">
                    <a:pos x="28" y="4"/>
                  </a:cxn>
                  <a:cxn ang="0">
                    <a:pos x="32" y="9"/>
                  </a:cxn>
                  <a:cxn ang="0">
                    <a:pos x="34" y="16"/>
                  </a:cxn>
                  <a:cxn ang="0">
                    <a:pos x="34" y="16"/>
                  </a:cxn>
                </a:cxnLst>
                <a:rect l="0" t="0" r="r" b="b"/>
                <a:pathLst>
                  <a:path w="34" h="32">
                    <a:moveTo>
                      <a:pt x="34" y="16"/>
                    </a:moveTo>
                    <a:lnTo>
                      <a:pt x="34" y="16"/>
                    </a:lnTo>
                    <a:lnTo>
                      <a:pt x="32" y="22"/>
                    </a:lnTo>
                    <a:lnTo>
                      <a:pt x="28" y="28"/>
                    </a:lnTo>
                    <a:lnTo>
                      <a:pt x="23" y="30"/>
                    </a:lnTo>
                    <a:lnTo>
                      <a:pt x="16" y="32"/>
                    </a:lnTo>
                    <a:lnTo>
                      <a:pt x="16" y="32"/>
                    </a:lnTo>
                    <a:lnTo>
                      <a:pt x="10" y="30"/>
                    </a:lnTo>
                    <a:lnTo>
                      <a:pt x="6" y="28"/>
                    </a:lnTo>
                    <a:lnTo>
                      <a:pt x="1" y="22"/>
                    </a:lnTo>
                    <a:lnTo>
                      <a:pt x="0" y="16"/>
                    </a:lnTo>
                    <a:lnTo>
                      <a:pt x="0" y="16"/>
                    </a:lnTo>
                    <a:lnTo>
                      <a:pt x="1" y="9"/>
                    </a:lnTo>
                    <a:lnTo>
                      <a:pt x="6" y="4"/>
                    </a:lnTo>
                    <a:lnTo>
                      <a:pt x="10" y="0"/>
                    </a:lnTo>
                    <a:lnTo>
                      <a:pt x="16" y="0"/>
                    </a:lnTo>
                    <a:lnTo>
                      <a:pt x="16" y="0"/>
                    </a:lnTo>
                    <a:lnTo>
                      <a:pt x="23" y="0"/>
                    </a:lnTo>
                    <a:lnTo>
                      <a:pt x="28" y="4"/>
                    </a:lnTo>
                    <a:lnTo>
                      <a:pt x="32" y="9"/>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7" name="Freeform 36"/>
              <p:cNvSpPr>
                <a:spLocks/>
              </p:cNvSpPr>
              <p:nvPr/>
            </p:nvSpPr>
            <p:spPr bwMode="auto">
              <a:xfrm>
                <a:off x="8217776" y="4455022"/>
                <a:ext cx="31184" cy="29349"/>
              </a:xfrm>
              <a:custGeom>
                <a:avLst/>
                <a:gdLst/>
                <a:ahLst/>
                <a:cxnLst>
                  <a:cxn ang="0">
                    <a:pos x="33" y="16"/>
                  </a:cxn>
                  <a:cxn ang="0">
                    <a:pos x="33" y="16"/>
                  </a:cxn>
                  <a:cxn ang="0">
                    <a:pos x="32" y="24"/>
                  </a:cxn>
                  <a:cxn ang="0">
                    <a:pos x="29" y="28"/>
                  </a:cxn>
                  <a:cxn ang="0">
                    <a:pos x="23" y="33"/>
                  </a:cxn>
                  <a:cxn ang="0">
                    <a:pos x="17" y="34"/>
                  </a:cxn>
                  <a:cxn ang="0">
                    <a:pos x="17" y="34"/>
                  </a:cxn>
                  <a:cxn ang="0">
                    <a:pos x="10" y="33"/>
                  </a:cxn>
                  <a:cxn ang="0">
                    <a:pos x="6" y="28"/>
                  </a:cxn>
                  <a:cxn ang="0">
                    <a:pos x="1" y="24"/>
                  </a:cxn>
                  <a:cxn ang="0">
                    <a:pos x="0" y="16"/>
                  </a:cxn>
                  <a:cxn ang="0">
                    <a:pos x="0" y="16"/>
                  </a:cxn>
                  <a:cxn ang="0">
                    <a:pos x="1" y="11"/>
                  </a:cxn>
                  <a:cxn ang="0">
                    <a:pos x="6" y="6"/>
                  </a:cxn>
                  <a:cxn ang="0">
                    <a:pos x="10" y="2"/>
                  </a:cxn>
                  <a:cxn ang="0">
                    <a:pos x="17" y="0"/>
                  </a:cxn>
                  <a:cxn ang="0">
                    <a:pos x="17" y="0"/>
                  </a:cxn>
                  <a:cxn ang="0">
                    <a:pos x="23" y="2"/>
                  </a:cxn>
                  <a:cxn ang="0">
                    <a:pos x="29" y="6"/>
                  </a:cxn>
                  <a:cxn ang="0">
                    <a:pos x="32" y="11"/>
                  </a:cxn>
                  <a:cxn ang="0">
                    <a:pos x="33" y="16"/>
                  </a:cxn>
                  <a:cxn ang="0">
                    <a:pos x="33" y="16"/>
                  </a:cxn>
                </a:cxnLst>
                <a:rect l="0" t="0" r="r" b="b"/>
                <a:pathLst>
                  <a:path w="33" h="34">
                    <a:moveTo>
                      <a:pt x="33" y="16"/>
                    </a:moveTo>
                    <a:lnTo>
                      <a:pt x="33" y="16"/>
                    </a:lnTo>
                    <a:lnTo>
                      <a:pt x="32" y="24"/>
                    </a:lnTo>
                    <a:lnTo>
                      <a:pt x="29" y="28"/>
                    </a:lnTo>
                    <a:lnTo>
                      <a:pt x="23" y="33"/>
                    </a:lnTo>
                    <a:lnTo>
                      <a:pt x="17" y="34"/>
                    </a:lnTo>
                    <a:lnTo>
                      <a:pt x="17" y="34"/>
                    </a:lnTo>
                    <a:lnTo>
                      <a:pt x="10" y="33"/>
                    </a:lnTo>
                    <a:lnTo>
                      <a:pt x="6" y="28"/>
                    </a:lnTo>
                    <a:lnTo>
                      <a:pt x="1" y="24"/>
                    </a:lnTo>
                    <a:lnTo>
                      <a:pt x="0" y="16"/>
                    </a:lnTo>
                    <a:lnTo>
                      <a:pt x="0" y="16"/>
                    </a:lnTo>
                    <a:lnTo>
                      <a:pt x="1" y="11"/>
                    </a:lnTo>
                    <a:lnTo>
                      <a:pt x="6" y="6"/>
                    </a:lnTo>
                    <a:lnTo>
                      <a:pt x="10" y="2"/>
                    </a:lnTo>
                    <a:lnTo>
                      <a:pt x="17" y="0"/>
                    </a:lnTo>
                    <a:lnTo>
                      <a:pt x="17" y="0"/>
                    </a:lnTo>
                    <a:lnTo>
                      <a:pt x="23" y="2"/>
                    </a:lnTo>
                    <a:lnTo>
                      <a:pt x="29" y="6"/>
                    </a:lnTo>
                    <a:lnTo>
                      <a:pt x="32" y="11"/>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8" name="Freeform 37"/>
              <p:cNvSpPr>
                <a:spLocks/>
              </p:cNvSpPr>
              <p:nvPr/>
            </p:nvSpPr>
            <p:spPr bwMode="auto">
              <a:xfrm>
                <a:off x="7799555" y="5036496"/>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0"/>
                  </a:cxn>
                  <a:cxn ang="0">
                    <a:pos x="16" y="0"/>
                  </a:cxn>
                  <a:cxn ang="0">
                    <a:pos x="16" y="0"/>
                  </a:cxn>
                  <a:cxn ang="0">
                    <a:pos x="22" y="0"/>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0"/>
                    </a:lnTo>
                    <a:lnTo>
                      <a:pt x="16" y="0"/>
                    </a:lnTo>
                    <a:lnTo>
                      <a:pt x="16" y="0"/>
                    </a:lnTo>
                    <a:lnTo>
                      <a:pt x="22" y="0"/>
                    </a:lnTo>
                    <a:lnTo>
                      <a:pt x="28" y="5"/>
                    </a:lnTo>
                    <a:lnTo>
                      <a:pt x="31" y="9"/>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19" name="Freeform 38"/>
              <p:cNvSpPr>
                <a:spLocks/>
              </p:cNvSpPr>
              <p:nvPr/>
            </p:nvSpPr>
            <p:spPr bwMode="auto">
              <a:xfrm>
                <a:off x="7927956" y="4315615"/>
                <a:ext cx="29349" cy="31184"/>
              </a:xfrm>
              <a:custGeom>
                <a:avLst/>
                <a:gdLst/>
                <a:ahLst/>
                <a:cxnLst>
                  <a:cxn ang="0">
                    <a:pos x="32" y="17"/>
                  </a:cxn>
                  <a:cxn ang="0">
                    <a:pos x="32" y="17"/>
                  </a:cxn>
                  <a:cxn ang="0">
                    <a:pos x="31" y="23"/>
                  </a:cxn>
                  <a:cxn ang="0">
                    <a:pos x="28" y="28"/>
                  </a:cxn>
                  <a:cxn ang="0">
                    <a:pos x="22" y="32"/>
                  </a:cxn>
                  <a:cxn ang="0">
                    <a:pos x="16" y="33"/>
                  </a:cxn>
                  <a:cxn ang="0">
                    <a:pos x="16" y="33"/>
                  </a:cxn>
                  <a:cxn ang="0">
                    <a:pos x="10" y="32"/>
                  </a:cxn>
                  <a:cxn ang="0">
                    <a:pos x="5" y="28"/>
                  </a:cxn>
                  <a:cxn ang="0">
                    <a:pos x="2" y="23"/>
                  </a:cxn>
                  <a:cxn ang="0">
                    <a:pos x="0" y="17"/>
                  </a:cxn>
                  <a:cxn ang="0">
                    <a:pos x="0" y="17"/>
                  </a:cxn>
                  <a:cxn ang="0">
                    <a:pos x="2" y="10"/>
                  </a:cxn>
                  <a:cxn ang="0">
                    <a:pos x="5"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8"/>
                    </a:lnTo>
                    <a:lnTo>
                      <a:pt x="22" y="32"/>
                    </a:lnTo>
                    <a:lnTo>
                      <a:pt x="16" y="33"/>
                    </a:lnTo>
                    <a:lnTo>
                      <a:pt x="16" y="33"/>
                    </a:lnTo>
                    <a:lnTo>
                      <a:pt x="10" y="32"/>
                    </a:lnTo>
                    <a:lnTo>
                      <a:pt x="5" y="28"/>
                    </a:lnTo>
                    <a:lnTo>
                      <a:pt x="2" y="23"/>
                    </a:lnTo>
                    <a:lnTo>
                      <a:pt x="0" y="17"/>
                    </a:lnTo>
                    <a:lnTo>
                      <a:pt x="0" y="17"/>
                    </a:lnTo>
                    <a:lnTo>
                      <a:pt x="2" y="10"/>
                    </a:lnTo>
                    <a:lnTo>
                      <a:pt x="5"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0" name="Freeform 39"/>
              <p:cNvSpPr>
                <a:spLocks/>
              </p:cNvSpPr>
              <p:nvPr/>
            </p:nvSpPr>
            <p:spPr bwMode="auto">
              <a:xfrm>
                <a:off x="7568433" y="4121179"/>
                <a:ext cx="31184" cy="29349"/>
              </a:xfrm>
              <a:custGeom>
                <a:avLst/>
                <a:gdLst/>
                <a:ahLst/>
                <a:cxnLst>
                  <a:cxn ang="0">
                    <a:pos x="33" y="16"/>
                  </a:cxn>
                  <a:cxn ang="0">
                    <a:pos x="33" y="16"/>
                  </a:cxn>
                  <a:cxn ang="0">
                    <a:pos x="32" y="21"/>
                  </a:cxn>
                  <a:cxn ang="0">
                    <a:pos x="27" y="27"/>
                  </a:cxn>
                  <a:cxn ang="0">
                    <a:pos x="23" y="30"/>
                  </a:cxn>
                  <a:cxn ang="0">
                    <a:pos x="16" y="32"/>
                  </a:cxn>
                  <a:cxn ang="0">
                    <a:pos x="16" y="32"/>
                  </a:cxn>
                  <a:cxn ang="0">
                    <a:pos x="10" y="30"/>
                  </a:cxn>
                  <a:cxn ang="0">
                    <a:pos x="4" y="27"/>
                  </a:cxn>
                  <a:cxn ang="0">
                    <a:pos x="1" y="21"/>
                  </a:cxn>
                  <a:cxn ang="0">
                    <a:pos x="0" y="16"/>
                  </a:cxn>
                  <a:cxn ang="0">
                    <a:pos x="0" y="16"/>
                  </a:cxn>
                  <a:cxn ang="0">
                    <a:pos x="1" y="10"/>
                  </a:cxn>
                  <a:cxn ang="0">
                    <a:pos x="4" y="4"/>
                  </a:cxn>
                  <a:cxn ang="0">
                    <a:pos x="10" y="1"/>
                  </a:cxn>
                  <a:cxn ang="0">
                    <a:pos x="16" y="0"/>
                  </a:cxn>
                  <a:cxn ang="0">
                    <a:pos x="16" y="0"/>
                  </a:cxn>
                  <a:cxn ang="0">
                    <a:pos x="23" y="1"/>
                  </a:cxn>
                  <a:cxn ang="0">
                    <a:pos x="27" y="4"/>
                  </a:cxn>
                  <a:cxn ang="0">
                    <a:pos x="32" y="10"/>
                  </a:cxn>
                  <a:cxn ang="0">
                    <a:pos x="33" y="16"/>
                  </a:cxn>
                  <a:cxn ang="0">
                    <a:pos x="33" y="16"/>
                  </a:cxn>
                </a:cxnLst>
                <a:rect l="0" t="0" r="r" b="b"/>
                <a:pathLst>
                  <a:path w="33" h="32">
                    <a:moveTo>
                      <a:pt x="33" y="16"/>
                    </a:moveTo>
                    <a:lnTo>
                      <a:pt x="33" y="16"/>
                    </a:lnTo>
                    <a:lnTo>
                      <a:pt x="32" y="21"/>
                    </a:lnTo>
                    <a:lnTo>
                      <a:pt x="27" y="27"/>
                    </a:lnTo>
                    <a:lnTo>
                      <a:pt x="23" y="30"/>
                    </a:lnTo>
                    <a:lnTo>
                      <a:pt x="16" y="32"/>
                    </a:lnTo>
                    <a:lnTo>
                      <a:pt x="16" y="32"/>
                    </a:lnTo>
                    <a:lnTo>
                      <a:pt x="10" y="30"/>
                    </a:lnTo>
                    <a:lnTo>
                      <a:pt x="4" y="27"/>
                    </a:lnTo>
                    <a:lnTo>
                      <a:pt x="1" y="21"/>
                    </a:lnTo>
                    <a:lnTo>
                      <a:pt x="0" y="16"/>
                    </a:lnTo>
                    <a:lnTo>
                      <a:pt x="0" y="16"/>
                    </a:lnTo>
                    <a:lnTo>
                      <a:pt x="1" y="10"/>
                    </a:lnTo>
                    <a:lnTo>
                      <a:pt x="4" y="4"/>
                    </a:lnTo>
                    <a:lnTo>
                      <a:pt x="10" y="1"/>
                    </a:lnTo>
                    <a:lnTo>
                      <a:pt x="16" y="0"/>
                    </a:lnTo>
                    <a:lnTo>
                      <a:pt x="16" y="0"/>
                    </a:lnTo>
                    <a:lnTo>
                      <a:pt x="23" y="1"/>
                    </a:lnTo>
                    <a:lnTo>
                      <a:pt x="27" y="4"/>
                    </a:lnTo>
                    <a:lnTo>
                      <a:pt x="32"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1" name="Freeform 40"/>
              <p:cNvSpPr>
                <a:spLocks/>
              </p:cNvSpPr>
              <p:nvPr/>
            </p:nvSpPr>
            <p:spPr bwMode="auto">
              <a:xfrm>
                <a:off x="7507900" y="4106504"/>
                <a:ext cx="31184" cy="29349"/>
              </a:xfrm>
              <a:custGeom>
                <a:avLst/>
                <a:gdLst/>
                <a:ahLst/>
                <a:cxnLst>
                  <a:cxn ang="0">
                    <a:pos x="33" y="16"/>
                  </a:cxn>
                  <a:cxn ang="0">
                    <a:pos x="33" y="16"/>
                  </a:cxn>
                  <a:cxn ang="0">
                    <a:pos x="32" y="21"/>
                  </a:cxn>
                  <a:cxn ang="0">
                    <a:pos x="28" y="27"/>
                  </a:cxn>
                  <a:cxn ang="0">
                    <a:pos x="23" y="30"/>
                  </a:cxn>
                  <a:cxn ang="0">
                    <a:pos x="16" y="32"/>
                  </a:cxn>
                  <a:cxn ang="0">
                    <a:pos x="16" y="32"/>
                  </a:cxn>
                  <a:cxn ang="0">
                    <a:pos x="10" y="30"/>
                  </a:cxn>
                  <a:cxn ang="0">
                    <a:pos x="6" y="27"/>
                  </a:cxn>
                  <a:cxn ang="0">
                    <a:pos x="1" y="21"/>
                  </a:cxn>
                  <a:cxn ang="0">
                    <a:pos x="0" y="16"/>
                  </a:cxn>
                  <a:cxn ang="0">
                    <a:pos x="0" y="16"/>
                  </a:cxn>
                  <a:cxn ang="0">
                    <a:pos x="1" y="10"/>
                  </a:cxn>
                  <a:cxn ang="0">
                    <a:pos x="6" y="4"/>
                  </a:cxn>
                  <a:cxn ang="0">
                    <a:pos x="10" y="1"/>
                  </a:cxn>
                  <a:cxn ang="0">
                    <a:pos x="16" y="0"/>
                  </a:cxn>
                  <a:cxn ang="0">
                    <a:pos x="16" y="0"/>
                  </a:cxn>
                  <a:cxn ang="0">
                    <a:pos x="23" y="1"/>
                  </a:cxn>
                  <a:cxn ang="0">
                    <a:pos x="28" y="4"/>
                  </a:cxn>
                  <a:cxn ang="0">
                    <a:pos x="32" y="10"/>
                  </a:cxn>
                  <a:cxn ang="0">
                    <a:pos x="33" y="16"/>
                  </a:cxn>
                  <a:cxn ang="0">
                    <a:pos x="33" y="16"/>
                  </a:cxn>
                </a:cxnLst>
                <a:rect l="0" t="0" r="r" b="b"/>
                <a:pathLst>
                  <a:path w="33" h="32">
                    <a:moveTo>
                      <a:pt x="33" y="16"/>
                    </a:moveTo>
                    <a:lnTo>
                      <a:pt x="33" y="16"/>
                    </a:lnTo>
                    <a:lnTo>
                      <a:pt x="32" y="21"/>
                    </a:lnTo>
                    <a:lnTo>
                      <a:pt x="28" y="27"/>
                    </a:lnTo>
                    <a:lnTo>
                      <a:pt x="23" y="30"/>
                    </a:lnTo>
                    <a:lnTo>
                      <a:pt x="16" y="32"/>
                    </a:lnTo>
                    <a:lnTo>
                      <a:pt x="16" y="32"/>
                    </a:lnTo>
                    <a:lnTo>
                      <a:pt x="10" y="30"/>
                    </a:lnTo>
                    <a:lnTo>
                      <a:pt x="6" y="27"/>
                    </a:lnTo>
                    <a:lnTo>
                      <a:pt x="1" y="21"/>
                    </a:lnTo>
                    <a:lnTo>
                      <a:pt x="0" y="16"/>
                    </a:lnTo>
                    <a:lnTo>
                      <a:pt x="0" y="16"/>
                    </a:lnTo>
                    <a:lnTo>
                      <a:pt x="1" y="10"/>
                    </a:lnTo>
                    <a:lnTo>
                      <a:pt x="6" y="4"/>
                    </a:lnTo>
                    <a:lnTo>
                      <a:pt x="10" y="1"/>
                    </a:lnTo>
                    <a:lnTo>
                      <a:pt x="16" y="0"/>
                    </a:lnTo>
                    <a:lnTo>
                      <a:pt x="16" y="0"/>
                    </a:lnTo>
                    <a:lnTo>
                      <a:pt x="23" y="1"/>
                    </a:lnTo>
                    <a:lnTo>
                      <a:pt x="28" y="4"/>
                    </a:lnTo>
                    <a:lnTo>
                      <a:pt x="32"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2" name="Freeform 41"/>
              <p:cNvSpPr>
                <a:spLocks/>
              </p:cNvSpPr>
              <p:nvPr/>
            </p:nvSpPr>
            <p:spPr bwMode="auto">
              <a:xfrm>
                <a:off x="7689497" y="4080824"/>
                <a:ext cx="29349" cy="29349"/>
              </a:xfrm>
              <a:custGeom>
                <a:avLst/>
                <a:gdLst/>
                <a:ahLst/>
                <a:cxnLst>
                  <a:cxn ang="0">
                    <a:pos x="32" y="16"/>
                  </a:cxn>
                  <a:cxn ang="0">
                    <a:pos x="32" y="16"/>
                  </a:cxn>
                  <a:cxn ang="0">
                    <a:pos x="32" y="22"/>
                  </a:cxn>
                  <a:cxn ang="0">
                    <a:pos x="27" y="28"/>
                  </a:cxn>
                  <a:cxn ang="0">
                    <a:pos x="23" y="31"/>
                  </a:cxn>
                  <a:cxn ang="0">
                    <a:pos x="16" y="32"/>
                  </a:cxn>
                  <a:cxn ang="0">
                    <a:pos x="16" y="32"/>
                  </a:cxn>
                  <a:cxn ang="0">
                    <a:pos x="10" y="31"/>
                  </a:cxn>
                  <a:cxn ang="0">
                    <a:pos x="4" y="28"/>
                  </a:cxn>
                  <a:cxn ang="0">
                    <a:pos x="1" y="22"/>
                  </a:cxn>
                  <a:cxn ang="0">
                    <a:pos x="0" y="16"/>
                  </a:cxn>
                  <a:cxn ang="0">
                    <a:pos x="0" y="16"/>
                  </a:cxn>
                  <a:cxn ang="0">
                    <a:pos x="1" y="9"/>
                  </a:cxn>
                  <a:cxn ang="0">
                    <a:pos x="4" y="5"/>
                  </a:cxn>
                  <a:cxn ang="0">
                    <a:pos x="10" y="2"/>
                  </a:cxn>
                  <a:cxn ang="0">
                    <a:pos x="16" y="0"/>
                  </a:cxn>
                  <a:cxn ang="0">
                    <a:pos x="16" y="0"/>
                  </a:cxn>
                  <a:cxn ang="0">
                    <a:pos x="23" y="2"/>
                  </a:cxn>
                  <a:cxn ang="0">
                    <a:pos x="27" y="5"/>
                  </a:cxn>
                  <a:cxn ang="0">
                    <a:pos x="32" y="9"/>
                  </a:cxn>
                  <a:cxn ang="0">
                    <a:pos x="32" y="16"/>
                  </a:cxn>
                  <a:cxn ang="0">
                    <a:pos x="32" y="16"/>
                  </a:cxn>
                </a:cxnLst>
                <a:rect l="0" t="0" r="r" b="b"/>
                <a:pathLst>
                  <a:path w="32" h="32">
                    <a:moveTo>
                      <a:pt x="32" y="16"/>
                    </a:moveTo>
                    <a:lnTo>
                      <a:pt x="32" y="16"/>
                    </a:lnTo>
                    <a:lnTo>
                      <a:pt x="32" y="22"/>
                    </a:lnTo>
                    <a:lnTo>
                      <a:pt x="27" y="28"/>
                    </a:lnTo>
                    <a:lnTo>
                      <a:pt x="23" y="31"/>
                    </a:lnTo>
                    <a:lnTo>
                      <a:pt x="16" y="32"/>
                    </a:lnTo>
                    <a:lnTo>
                      <a:pt x="16" y="32"/>
                    </a:lnTo>
                    <a:lnTo>
                      <a:pt x="10" y="31"/>
                    </a:lnTo>
                    <a:lnTo>
                      <a:pt x="4" y="28"/>
                    </a:lnTo>
                    <a:lnTo>
                      <a:pt x="1" y="22"/>
                    </a:lnTo>
                    <a:lnTo>
                      <a:pt x="0" y="16"/>
                    </a:lnTo>
                    <a:lnTo>
                      <a:pt x="0" y="16"/>
                    </a:lnTo>
                    <a:lnTo>
                      <a:pt x="1" y="9"/>
                    </a:lnTo>
                    <a:lnTo>
                      <a:pt x="4" y="5"/>
                    </a:lnTo>
                    <a:lnTo>
                      <a:pt x="10" y="2"/>
                    </a:lnTo>
                    <a:lnTo>
                      <a:pt x="16" y="0"/>
                    </a:lnTo>
                    <a:lnTo>
                      <a:pt x="16" y="0"/>
                    </a:lnTo>
                    <a:lnTo>
                      <a:pt x="23" y="2"/>
                    </a:lnTo>
                    <a:lnTo>
                      <a:pt x="27" y="5"/>
                    </a:lnTo>
                    <a:lnTo>
                      <a:pt x="32" y="9"/>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3" name="Freeform 42"/>
              <p:cNvSpPr>
                <a:spLocks/>
              </p:cNvSpPr>
              <p:nvPr/>
            </p:nvSpPr>
            <p:spPr bwMode="auto">
              <a:xfrm>
                <a:off x="7588610" y="4179877"/>
                <a:ext cx="29349" cy="29349"/>
              </a:xfrm>
              <a:custGeom>
                <a:avLst/>
                <a:gdLst/>
                <a:ahLst/>
                <a:cxnLst>
                  <a:cxn ang="0">
                    <a:pos x="32" y="16"/>
                  </a:cxn>
                  <a:cxn ang="0">
                    <a:pos x="32" y="16"/>
                  </a:cxn>
                  <a:cxn ang="0">
                    <a:pos x="32" y="22"/>
                  </a:cxn>
                  <a:cxn ang="0">
                    <a:pos x="28" y="28"/>
                  </a:cxn>
                  <a:cxn ang="0">
                    <a:pos x="24" y="31"/>
                  </a:cxn>
                  <a:cxn ang="0">
                    <a:pos x="16" y="32"/>
                  </a:cxn>
                  <a:cxn ang="0">
                    <a:pos x="16" y="32"/>
                  </a:cxn>
                  <a:cxn ang="0">
                    <a:pos x="11" y="31"/>
                  </a:cxn>
                  <a:cxn ang="0">
                    <a:pos x="5" y="28"/>
                  </a:cxn>
                  <a:cxn ang="0">
                    <a:pos x="2" y="22"/>
                  </a:cxn>
                  <a:cxn ang="0">
                    <a:pos x="0" y="16"/>
                  </a:cxn>
                  <a:cxn ang="0">
                    <a:pos x="0" y="16"/>
                  </a:cxn>
                  <a:cxn ang="0">
                    <a:pos x="2" y="10"/>
                  </a:cxn>
                  <a:cxn ang="0">
                    <a:pos x="5" y="5"/>
                  </a:cxn>
                  <a:cxn ang="0">
                    <a:pos x="11" y="2"/>
                  </a:cxn>
                  <a:cxn ang="0">
                    <a:pos x="16" y="0"/>
                  </a:cxn>
                  <a:cxn ang="0">
                    <a:pos x="16" y="0"/>
                  </a:cxn>
                  <a:cxn ang="0">
                    <a:pos x="24" y="2"/>
                  </a:cxn>
                  <a:cxn ang="0">
                    <a:pos x="28" y="5"/>
                  </a:cxn>
                  <a:cxn ang="0">
                    <a:pos x="32" y="10"/>
                  </a:cxn>
                  <a:cxn ang="0">
                    <a:pos x="32" y="16"/>
                  </a:cxn>
                  <a:cxn ang="0">
                    <a:pos x="32" y="16"/>
                  </a:cxn>
                </a:cxnLst>
                <a:rect l="0" t="0" r="r" b="b"/>
                <a:pathLst>
                  <a:path w="32" h="32">
                    <a:moveTo>
                      <a:pt x="32" y="16"/>
                    </a:moveTo>
                    <a:lnTo>
                      <a:pt x="32" y="16"/>
                    </a:lnTo>
                    <a:lnTo>
                      <a:pt x="32" y="22"/>
                    </a:lnTo>
                    <a:lnTo>
                      <a:pt x="28" y="28"/>
                    </a:lnTo>
                    <a:lnTo>
                      <a:pt x="24" y="31"/>
                    </a:lnTo>
                    <a:lnTo>
                      <a:pt x="16" y="32"/>
                    </a:lnTo>
                    <a:lnTo>
                      <a:pt x="16" y="32"/>
                    </a:lnTo>
                    <a:lnTo>
                      <a:pt x="11" y="31"/>
                    </a:lnTo>
                    <a:lnTo>
                      <a:pt x="5" y="28"/>
                    </a:lnTo>
                    <a:lnTo>
                      <a:pt x="2" y="22"/>
                    </a:lnTo>
                    <a:lnTo>
                      <a:pt x="0" y="16"/>
                    </a:lnTo>
                    <a:lnTo>
                      <a:pt x="0" y="16"/>
                    </a:lnTo>
                    <a:lnTo>
                      <a:pt x="2" y="10"/>
                    </a:lnTo>
                    <a:lnTo>
                      <a:pt x="5" y="5"/>
                    </a:lnTo>
                    <a:lnTo>
                      <a:pt x="11" y="2"/>
                    </a:lnTo>
                    <a:lnTo>
                      <a:pt x="16" y="0"/>
                    </a:lnTo>
                    <a:lnTo>
                      <a:pt x="16" y="0"/>
                    </a:lnTo>
                    <a:lnTo>
                      <a:pt x="24" y="2"/>
                    </a:lnTo>
                    <a:lnTo>
                      <a:pt x="28" y="5"/>
                    </a:lnTo>
                    <a:lnTo>
                      <a:pt x="32"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4" name="Freeform 43"/>
              <p:cNvSpPr>
                <a:spLocks/>
              </p:cNvSpPr>
              <p:nvPr/>
            </p:nvSpPr>
            <p:spPr bwMode="auto">
              <a:xfrm>
                <a:off x="7680325" y="4172539"/>
                <a:ext cx="31184" cy="31184"/>
              </a:xfrm>
              <a:custGeom>
                <a:avLst/>
                <a:gdLst/>
                <a:ahLst/>
                <a:cxnLst>
                  <a:cxn ang="0">
                    <a:pos x="34" y="16"/>
                  </a:cxn>
                  <a:cxn ang="0">
                    <a:pos x="34" y="16"/>
                  </a:cxn>
                  <a:cxn ang="0">
                    <a:pos x="32" y="23"/>
                  </a:cxn>
                  <a:cxn ang="0">
                    <a:pos x="29" y="28"/>
                  </a:cxn>
                  <a:cxn ang="0">
                    <a:pos x="23" y="32"/>
                  </a:cxn>
                  <a:cxn ang="0">
                    <a:pos x="17" y="33"/>
                  </a:cxn>
                  <a:cxn ang="0">
                    <a:pos x="17" y="33"/>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9" y="4"/>
                  </a:cxn>
                  <a:cxn ang="0">
                    <a:pos x="32" y="10"/>
                  </a:cxn>
                  <a:cxn ang="0">
                    <a:pos x="34" y="16"/>
                  </a:cxn>
                  <a:cxn ang="0">
                    <a:pos x="34" y="16"/>
                  </a:cxn>
                </a:cxnLst>
                <a:rect l="0" t="0" r="r" b="b"/>
                <a:pathLst>
                  <a:path w="34" h="33">
                    <a:moveTo>
                      <a:pt x="34" y="16"/>
                    </a:moveTo>
                    <a:lnTo>
                      <a:pt x="34" y="16"/>
                    </a:lnTo>
                    <a:lnTo>
                      <a:pt x="32" y="23"/>
                    </a:lnTo>
                    <a:lnTo>
                      <a:pt x="29" y="28"/>
                    </a:lnTo>
                    <a:lnTo>
                      <a:pt x="23" y="32"/>
                    </a:lnTo>
                    <a:lnTo>
                      <a:pt x="17" y="33"/>
                    </a:lnTo>
                    <a:lnTo>
                      <a:pt x="17" y="33"/>
                    </a:lnTo>
                    <a:lnTo>
                      <a:pt x="10" y="32"/>
                    </a:lnTo>
                    <a:lnTo>
                      <a:pt x="6" y="28"/>
                    </a:lnTo>
                    <a:lnTo>
                      <a:pt x="1" y="23"/>
                    </a:lnTo>
                    <a:lnTo>
                      <a:pt x="0" y="16"/>
                    </a:lnTo>
                    <a:lnTo>
                      <a:pt x="0" y="16"/>
                    </a:lnTo>
                    <a:lnTo>
                      <a:pt x="1" y="10"/>
                    </a:lnTo>
                    <a:lnTo>
                      <a:pt x="6" y="4"/>
                    </a:lnTo>
                    <a:lnTo>
                      <a:pt x="10" y="1"/>
                    </a:lnTo>
                    <a:lnTo>
                      <a:pt x="17" y="0"/>
                    </a:lnTo>
                    <a:lnTo>
                      <a:pt x="17" y="0"/>
                    </a:lnTo>
                    <a:lnTo>
                      <a:pt x="23" y="1"/>
                    </a:lnTo>
                    <a:lnTo>
                      <a:pt x="29" y="4"/>
                    </a:lnTo>
                    <a:lnTo>
                      <a:pt x="32" y="10"/>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5" name="Freeform 44"/>
              <p:cNvSpPr>
                <a:spLocks/>
              </p:cNvSpPr>
              <p:nvPr/>
            </p:nvSpPr>
            <p:spPr bwMode="auto">
              <a:xfrm>
                <a:off x="7700503" y="4139522"/>
                <a:ext cx="29349" cy="29349"/>
              </a:xfrm>
              <a:custGeom>
                <a:avLst/>
                <a:gdLst/>
                <a:ahLst/>
                <a:cxnLst>
                  <a:cxn ang="0">
                    <a:pos x="32" y="16"/>
                  </a:cxn>
                  <a:cxn ang="0">
                    <a:pos x="32" y="16"/>
                  </a:cxn>
                  <a:cxn ang="0">
                    <a:pos x="31" y="21"/>
                  </a:cxn>
                  <a:cxn ang="0">
                    <a:pos x="28" y="27"/>
                  </a:cxn>
                  <a:cxn ang="0">
                    <a:pos x="22"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2"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6" name="Freeform 45"/>
              <p:cNvSpPr>
                <a:spLocks/>
              </p:cNvSpPr>
              <p:nvPr/>
            </p:nvSpPr>
            <p:spPr bwMode="auto">
              <a:xfrm>
                <a:off x="7539084" y="4249580"/>
                <a:ext cx="29349" cy="29349"/>
              </a:xfrm>
              <a:custGeom>
                <a:avLst/>
                <a:gdLst/>
                <a:ahLst/>
                <a:cxnLst>
                  <a:cxn ang="0">
                    <a:pos x="32" y="17"/>
                  </a:cxn>
                  <a:cxn ang="0">
                    <a:pos x="32" y="17"/>
                  </a:cxn>
                  <a:cxn ang="0">
                    <a:pos x="31" y="22"/>
                  </a:cxn>
                  <a:cxn ang="0">
                    <a:pos x="28" y="28"/>
                  </a:cxn>
                  <a:cxn ang="0">
                    <a:pos x="22" y="31"/>
                  </a:cxn>
                  <a:cxn ang="0">
                    <a:pos x="16" y="33"/>
                  </a:cxn>
                  <a:cxn ang="0">
                    <a:pos x="16" y="33"/>
                  </a:cxn>
                  <a:cxn ang="0">
                    <a:pos x="9" y="31"/>
                  </a:cxn>
                  <a:cxn ang="0">
                    <a:pos x="4" y="28"/>
                  </a:cxn>
                  <a:cxn ang="0">
                    <a:pos x="0" y="22"/>
                  </a:cxn>
                  <a:cxn ang="0">
                    <a:pos x="0" y="17"/>
                  </a:cxn>
                  <a:cxn ang="0">
                    <a:pos x="0" y="17"/>
                  </a:cxn>
                  <a:cxn ang="0">
                    <a:pos x="0" y="11"/>
                  </a:cxn>
                  <a:cxn ang="0">
                    <a:pos x="4" y="5"/>
                  </a:cxn>
                  <a:cxn ang="0">
                    <a:pos x="9" y="2"/>
                  </a:cxn>
                  <a:cxn ang="0">
                    <a:pos x="16" y="0"/>
                  </a:cxn>
                  <a:cxn ang="0">
                    <a:pos x="16" y="0"/>
                  </a:cxn>
                  <a:cxn ang="0">
                    <a:pos x="22" y="2"/>
                  </a:cxn>
                  <a:cxn ang="0">
                    <a:pos x="28" y="5"/>
                  </a:cxn>
                  <a:cxn ang="0">
                    <a:pos x="31" y="11"/>
                  </a:cxn>
                  <a:cxn ang="0">
                    <a:pos x="32" y="17"/>
                  </a:cxn>
                  <a:cxn ang="0">
                    <a:pos x="32" y="17"/>
                  </a:cxn>
                </a:cxnLst>
                <a:rect l="0" t="0" r="r" b="b"/>
                <a:pathLst>
                  <a:path w="32" h="33">
                    <a:moveTo>
                      <a:pt x="32" y="17"/>
                    </a:moveTo>
                    <a:lnTo>
                      <a:pt x="32" y="17"/>
                    </a:lnTo>
                    <a:lnTo>
                      <a:pt x="31" y="22"/>
                    </a:lnTo>
                    <a:lnTo>
                      <a:pt x="28" y="28"/>
                    </a:lnTo>
                    <a:lnTo>
                      <a:pt x="22" y="31"/>
                    </a:lnTo>
                    <a:lnTo>
                      <a:pt x="16" y="33"/>
                    </a:lnTo>
                    <a:lnTo>
                      <a:pt x="16" y="33"/>
                    </a:lnTo>
                    <a:lnTo>
                      <a:pt x="9" y="31"/>
                    </a:lnTo>
                    <a:lnTo>
                      <a:pt x="4" y="28"/>
                    </a:lnTo>
                    <a:lnTo>
                      <a:pt x="0" y="22"/>
                    </a:lnTo>
                    <a:lnTo>
                      <a:pt x="0" y="17"/>
                    </a:lnTo>
                    <a:lnTo>
                      <a:pt x="0" y="17"/>
                    </a:lnTo>
                    <a:lnTo>
                      <a:pt x="0" y="11"/>
                    </a:lnTo>
                    <a:lnTo>
                      <a:pt x="4" y="5"/>
                    </a:lnTo>
                    <a:lnTo>
                      <a:pt x="9" y="2"/>
                    </a:lnTo>
                    <a:lnTo>
                      <a:pt x="16" y="0"/>
                    </a:lnTo>
                    <a:lnTo>
                      <a:pt x="16" y="0"/>
                    </a:lnTo>
                    <a:lnTo>
                      <a:pt x="22" y="2"/>
                    </a:lnTo>
                    <a:lnTo>
                      <a:pt x="28" y="5"/>
                    </a:lnTo>
                    <a:lnTo>
                      <a:pt x="31" y="11"/>
                    </a:lnTo>
                    <a:lnTo>
                      <a:pt x="32" y="17"/>
                    </a:lnTo>
                    <a:lnTo>
                      <a:pt x="32"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7" name="Freeform 46"/>
              <p:cNvSpPr>
                <a:spLocks/>
              </p:cNvSpPr>
              <p:nvPr/>
            </p:nvSpPr>
            <p:spPr bwMode="auto">
              <a:xfrm>
                <a:off x="7484055" y="4361472"/>
                <a:ext cx="29349" cy="29349"/>
              </a:xfrm>
              <a:custGeom>
                <a:avLst/>
                <a:gdLst/>
                <a:ahLst/>
                <a:cxnLst>
                  <a:cxn ang="0">
                    <a:pos x="32" y="16"/>
                  </a:cxn>
                  <a:cxn ang="0">
                    <a:pos x="32" y="16"/>
                  </a:cxn>
                  <a:cxn ang="0">
                    <a:pos x="31" y="22"/>
                  </a:cxn>
                  <a:cxn ang="0">
                    <a:pos x="28" y="28"/>
                  </a:cxn>
                  <a:cxn ang="0">
                    <a:pos x="22" y="31"/>
                  </a:cxn>
                  <a:cxn ang="0">
                    <a:pos x="16" y="33"/>
                  </a:cxn>
                  <a:cxn ang="0">
                    <a:pos x="16" y="33"/>
                  </a:cxn>
                  <a:cxn ang="0">
                    <a:pos x="10" y="31"/>
                  </a:cxn>
                  <a:cxn ang="0">
                    <a:pos x="5" y="28"/>
                  </a:cxn>
                  <a:cxn ang="0">
                    <a:pos x="2" y="22"/>
                  </a:cxn>
                  <a:cxn ang="0">
                    <a:pos x="0" y="16"/>
                  </a:cxn>
                  <a:cxn ang="0">
                    <a:pos x="0" y="16"/>
                  </a:cxn>
                  <a:cxn ang="0">
                    <a:pos x="2" y="11"/>
                  </a:cxn>
                  <a:cxn ang="0">
                    <a:pos x="5" y="5"/>
                  </a:cxn>
                  <a:cxn ang="0">
                    <a:pos x="10" y="2"/>
                  </a:cxn>
                  <a:cxn ang="0">
                    <a:pos x="16" y="0"/>
                  </a:cxn>
                  <a:cxn ang="0">
                    <a:pos x="16" y="0"/>
                  </a:cxn>
                  <a:cxn ang="0">
                    <a:pos x="22" y="2"/>
                  </a:cxn>
                  <a:cxn ang="0">
                    <a:pos x="28" y="5"/>
                  </a:cxn>
                  <a:cxn ang="0">
                    <a:pos x="31" y="11"/>
                  </a:cxn>
                  <a:cxn ang="0">
                    <a:pos x="32" y="16"/>
                  </a:cxn>
                  <a:cxn ang="0">
                    <a:pos x="32" y="16"/>
                  </a:cxn>
                </a:cxnLst>
                <a:rect l="0" t="0" r="r" b="b"/>
                <a:pathLst>
                  <a:path w="32" h="33">
                    <a:moveTo>
                      <a:pt x="32" y="16"/>
                    </a:moveTo>
                    <a:lnTo>
                      <a:pt x="32" y="16"/>
                    </a:lnTo>
                    <a:lnTo>
                      <a:pt x="31" y="22"/>
                    </a:lnTo>
                    <a:lnTo>
                      <a:pt x="28" y="28"/>
                    </a:lnTo>
                    <a:lnTo>
                      <a:pt x="22" y="31"/>
                    </a:lnTo>
                    <a:lnTo>
                      <a:pt x="16" y="33"/>
                    </a:lnTo>
                    <a:lnTo>
                      <a:pt x="16" y="33"/>
                    </a:lnTo>
                    <a:lnTo>
                      <a:pt x="10" y="31"/>
                    </a:lnTo>
                    <a:lnTo>
                      <a:pt x="5" y="28"/>
                    </a:lnTo>
                    <a:lnTo>
                      <a:pt x="2" y="22"/>
                    </a:lnTo>
                    <a:lnTo>
                      <a:pt x="0" y="16"/>
                    </a:lnTo>
                    <a:lnTo>
                      <a:pt x="0" y="16"/>
                    </a:lnTo>
                    <a:lnTo>
                      <a:pt x="2" y="11"/>
                    </a:lnTo>
                    <a:lnTo>
                      <a:pt x="5" y="5"/>
                    </a:lnTo>
                    <a:lnTo>
                      <a:pt x="10" y="2"/>
                    </a:lnTo>
                    <a:lnTo>
                      <a:pt x="16" y="0"/>
                    </a:lnTo>
                    <a:lnTo>
                      <a:pt x="16" y="0"/>
                    </a:lnTo>
                    <a:lnTo>
                      <a:pt x="22" y="2"/>
                    </a:lnTo>
                    <a:lnTo>
                      <a:pt x="28" y="5"/>
                    </a:lnTo>
                    <a:lnTo>
                      <a:pt x="31" y="11"/>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8" name="Freeform 47"/>
              <p:cNvSpPr>
                <a:spLocks/>
              </p:cNvSpPr>
              <p:nvPr/>
            </p:nvSpPr>
            <p:spPr bwMode="auto">
              <a:xfrm>
                <a:off x="7693166" y="4236739"/>
                <a:ext cx="29349" cy="31184"/>
              </a:xfrm>
              <a:custGeom>
                <a:avLst/>
                <a:gdLst/>
                <a:ahLst/>
                <a:cxnLst>
                  <a:cxn ang="0">
                    <a:pos x="32" y="17"/>
                  </a:cxn>
                  <a:cxn ang="0">
                    <a:pos x="32" y="17"/>
                  </a:cxn>
                  <a:cxn ang="0">
                    <a:pos x="31" y="23"/>
                  </a:cxn>
                  <a:cxn ang="0">
                    <a:pos x="28" y="29"/>
                  </a:cxn>
                  <a:cxn ang="0">
                    <a:pos x="22" y="32"/>
                  </a:cxn>
                  <a:cxn ang="0">
                    <a:pos x="16" y="33"/>
                  </a:cxn>
                  <a:cxn ang="0">
                    <a:pos x="16" y="33"/>
                  </a:cxn>
                  <a:cxn ang="0">
                    <a:pos x="10" y="32"/>
                  </a:cxn>
                  <a:cxn ang="0">
                    <a:pos x="4" y="29"/>
                  </a:cxn>
                  <a:cxn ang="0">
                    <a:pos x="2" y="23"/>
                  </a:cxn>
                  <a:cxn ang="0">
                    <a:pos x="0" y="17"/>
                  </a:cxn>
                  <a:cxn ang="0">
                    <a:pos x="0" y="17"/>
                  </a:cxn>
                  <a:cxn ang="0">
                    <a:pos x="2"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9"/>
                    </a:lnTo>
                    <a:lnTo>
                      <a:pt x="22" y="32"/>
                    </a:lnTo>
                    <a:lnTo>
                      <a:pt x="16" y="33"/>
                    </a:lnTo>
                    <a:lnTo>
                      <a:pt x="16" y="33"/>
                    </a:lnTo>
                    <a:lnTo>
                      <a:pt x="10" y="32"/>
                    </a:lnTo>
                    <a:lnTo>
                      <a:pt x="4" y="29"/>
                    </a:lnTo>
                    <a:lnTo>
                      <a:pt x="2" y="23"/>
                    </a:lnTo>
                    <a:lnTo>
                      <a:pt x="0" y="17"/>
                    </a:lnTo>
                    <a:lnTo>
                      <a:pt x="0" y="17"/>
                    </a:lnTo>
                    <a:lnTo>
                      <a:pt x="2"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29" name="Freeform 48"/>
              <p:cNvSpPr>
                <a:spLocks/>
              </p:cNvSpPr>
              <p:nvPr/>
            </p:nvSpPr>
            <p:spPr bwMode="auto">
              <a:xfrm>
                <a:off x="7724348" y="4174373"/>
                <a:ext cx="29349" cy="29349"/>
              </a:xfrm>
              <a:custGeom>
                <a:avLst/>
                <a:gdLst/>
                <a:ahLst/>
                <a:cxnLst>
                  <a:cxn ang="0">
                    <a:pos x="32" y="16"/>
                  </a:cxn>
                  <a:cxn ang="0">
                    <a:pos x="32" y="16"/>
                  </a:cxn>
                  <a:cxn ang="0">
                    <a:pos x="30" y="22"/>
                  </a:cxn>
                  <a:cxn ang="0">
                    <a:pos x="27" y="28"/>
                  </a:cxn>
                  <a:cxn ang="0">
                    <a:pos x="21" y="31"/>
                  </a:cxn>
                  <a:cxn ang="0">
                    <a:pos x="16" y="32"/>
                  </a:cxn>
                  <a:cxn ang="0">
                    <a:pos x="16" y="32"/>
                  </a:cxn>
                  <a:cxn ang="0">
                    <a:pos x="10" y="31"/>
                  </a:cxn>
                  <a:cxn ang="0">
                    <a:pos x="4" y="28"/>
                  </a:cxn>
                  <a:cxn ang="0">
                    <a:pos x="1" y="22"/>
                  </a:cxn>
                  <a:cxn ang="0">
                    <a:pos x="0" y="16"/>
                  </a:cxn>
                  <a:cxn ang="0">
                    <a:pos x="0" y="16"/>
                  </a:cxn>
                  <a:cxn ang="0">
                    <a:pos x="1" y="11"/>
                  </a:cxn>
                  <a:cxn ang="0">
                    <a:pos x="4" y="5"/>
                  </a:cxn>
                  <a:cxn ang="0">
                    <a:pos x="10" y="2"/>
                  </a:cxn>
                  <a:cxn ang="0">
                    <a:pos x="16" y="0"/>
                  </a:cxn>
                  <a:cxn ang="0">
                    <a:pos x="16" y="0"/>
                  </a:cxn>
                  <a:cxn ang="0">
                    <a:pos x="21" y="2"/>
                  </a:cxn>
                  <a:cxn ang="0">
                    <a:pos x="27" y="5"/>
                  </a:cxn>
                  <a:cxn ang="0">
                    <a:pos x="30" y="11"/>
                  </a:cxn>
                  <a:cxn ang="0">
                    <a:pos x="32" y="16"/>
                  </a:cxn>
                  <a:cxn ang="0">
                    <a:pos x="32" y="16"/>
                  </a:cxn>
                </a:cxnLst>
                <a:rect l="0" t="0" r="r" b="b"/>
                <a:pathLst>
                  <a:path w="32" h="32">
                    <a:moveTo>
                      <a:pt x="32" y="16"/>
                    </a:moveTo>
                    <a:lnTo>
                      <a:pt x="32" y="16"/>
                    </a:lnTo>
                    <a:lnTo>
                      <a:pt x="30" y="22"/>
                    </a:lnTo>
                    <a:lnTo>
                      <a:pt x="27" y="28"/>
                    </a:lnTo>
                    <a:lnTo>
                      <a:pt x="21" y="31"/>
                    </a:lnTo>
                    <a:lnTo>
                      <a:pt x="16" y="32"/>
                    </a:lnTo>
                    <a:lnTo>
                      <a:pt x="16" y="32"/>
                    </a:lnTo>
                    <a:lnTo>
                      <a:pt x="10" y="31"/>
                    </a:lnTo>
                    <a:lnTo>
                      <a:pt x="4" y="28"/>
                    </a:lnTo>
                    <a:lnTo>
                      <a:pt x="1" y="22"/>
                    </a:lnTo>
                    <a:lnTo>
                      <a:pt x="0" y="16"/>
                    </a:lnTo>
                    <a:lnTo>
                      <a:pt x="0" y="16"/>
                    </a:lnTo>
                    <a:lnTo>
                      <a:pt x="1" y="11"/>
                    </a:lnTo>
                    <a:lnTo>
                      <a:pt x="4" y="5"/>
                    </a:lnTo>
                    <a:lnTo>
                      <a:pt x="10" y="2"/>
                    </a:lnTo>
                    <a:lnTo>
                      <a:pt x="16" y="0"/>
                    </a:lnTo>
                    <a:lnTo>
                      <a:pt x="16" y="0"/>
                    </a:lnTo>
                    <a:lnTo>
                      <a:pt x="21" y="2"/>
                    </a:lnTo>
                    <a:lnTo>
                      <a:pt x="27" y="5"/>
                    </a:lnTo>
                    <a:lnTo>
                      <a:pt x="30" y="11"/>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0" name="Freeform 49"/>
              <p:cNvSpPr>
                <a:spLocks/>
              </p:cNvSpPr>
              <p:nvPr/>
            </p:nvSpPr>
            <p:spPr bwMode="auto">
              <a:xfrm>
                <a:off x="7759200" y="4156030"/>
                <a:ext cx="31184" cy="29349"/>
              </a:xfrm>
              <a:custGeom>
                <a:avLst/>
                <a:gdLst/>
                <a:ahLst/>
                <a:cxnLst>
                  <a:cxn ang="0">
                    <a:pos x="32" y="16"/>
                  </a:cxn>
                  <a:cxn ang="0">
                    <a:pos x="32" y="16"/>
                  </a:cxn>
                  <a:cxn ang="0">
                    <a:pos x="31" y="22"/>
                  </a:cxn>
                  <a:cxn ang="0">
                    <a:pos x="28" y="28"/>
                  </a:cxn>
                  <a:cxn ang="0">
                    <a:pos x="22" y="31"/>
                  </a:cxn>
                  <a:cxn ang="0">
                    <a:pos x="16" y="32"/>
                  </a:cxn>
                  <a:cxn ang="0">
                    <a:pos x="16" y="32"/>
                  </a:cxn>
                  <a:cxn ang="0">
                    <a:pos x="10" y="31"/>
                  </a:cxn>
                  <a:cxn ang="0">
                    <a:pos x="4" y="28"/>
                  </a:cxn>
                  <a:cxn ang="0">
                    <a:pos x="1" y="22"/>
                  </a:cxn>
                  <a:cxn ang="0">
                    <a:pos x="0" y="16"/>
                  </a:cxn>
                  <a:cxn ang="0">
                    <a:pos x="0" y="16"/>
                  </a:cxn>
                  <a:cxn ang="0">
                    <a:pos x="1" y="10"/>
                  </a:cxn>
                  <a:cxn ang="0">
                    <a:pos x="4" y="4"/>
                  </a:cxn>
                  <a:cxn ang="0">
                    <a:pos x="10"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10" y="31"/>
                    </a:lnTo>
                    <a:lnTo>
                      <a:pt x="4" y="28"/>
                    </a:lnTo>
                    <a:lnTo>
                      <a:pt x="1" y="22"/>
                    </a:lnTo>
                    <a:lnTo>
                      <a:pt x="0" y="16"/>
                    </a:lnTo>
                    <a:lnTo>
                      <a:pt x="0" y="16"/>
                    </a:lnTo>
                    <a:lnTo>
                      <a:pt x="1" y="10"/>
                    </a:lnTo>
                    <a:lnTo>
                      <a:pt x="4" y="4"/>
                    </a:lnTo>
                    <a:lnTo>
                      <a:pt x="10"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1" name="Freeform 50"/>
              <p:cNvSpPr>
                <a:spLocks/>
              </p:cNvSpPr>
              <p:nvPr/>
            </p:nvSpPr>
            <p:spPr bwMode="auto">
              <a:xfrm>
                <a:off x="7759200" y="4194551"/>
                <a:ext cx="31184" cy="29349"/>
              </a:xfrm>
              <a:custGeom>
                <a:avLst/>
                <a:gdLst/>
                <a:ahLst/>
                <a:cxnLst>
                  <a:cxn ang="0">
                    <a:pos x="34" y="16"/>
                  </a:cxn>
                  <a:cxn ang="0">
                    <a:pos x="34" y="16"/>
                  </a:cxn>
                  <a:cxn ang="0">
                    <a:pos x="32" y="24"/>
                  </a:cxn>
                  <a:cxn ang="0">
                    <a:pos x="28" y="28"/>
                  </a:cxn>
                  <a:cxn ang="0">
                    <a:pos x="23" y="32"/>
                  </a:cxn>
                  <a:cxn ang="0">
                    <a:pos x="17" y="34"/>
                  </a:cxn>
                  <a:cxn ang="0">
                    <a:pos x="17" y="34"/>
                  </a:cxn>
                  <a:cxn ang="0">
                    <a:pos x="10" y="32"/>
                  </a:cxn>
                  <a:cxn ang="0">
                    <a:pos x="6" y="28"/>
                  </a:cxn>
                  <a:cxn ang="0">
                    <a:pos x="1" y="24"/>
                  </a:cxn>
                  <a:cxn ang="0">
                    <a:pos x="0" y="16"/>
                  </a:cxn>
                  <a:cxn ang="0">
                    <a:pos x="0" y="16"/>
                  </a:cxn>
                  <a:cxn ang="0">
                    <a:pos x="1" y="10"/>
                  </a:cxn>
                  <a:cxn ang="0">
                    <a:pos x="6" y="5"/>
                  </a:cxn>
                  <a:cxn ang="0">
                    <a:pos x="10" y="2"/>
                  </a:cxn>
                  <a:cxn ang="0">
                    <a:pos x="17" y="0"/>
                  </a:cxn>
                  <a:cxn ang="0">
                    <a:pos x="17" y="0"/>
                  </a:cxn>
                  <a:cxn ang="0">
                    <a:pos x="23" y="2"/>
                  </a:cxn>
                  <a:cxn ang="0">
                    <a:pos x="28" y="5"/>
                  </a:cxn>
                  <a:cxn ang="0">
                    <a:pos x="32" y="10"/>
                  </a:cxn>
                  <a:cxn ang="0">
                    <a:pos x="34" y="16"/>
                  </a:cxn>
                  <a:cxn ang="0">
                    <a:pos x="34" y="16"/>
                  </a:cxn>
                </a:cxnLst>
                <a:rect l="0" t="0" r="r" b="b"/>
                <a:pathLst>
                  <a:path w="34" h="34">
                    <a:moveTo>
                      <a:pt x="34" y="16"/>
                    </a:moveTo>
                    <a:lnTo>
                      <a:pt x="34" y="16"/>
                    </a:lnTo>
                    <a:lnTo>
                      <a:pt x="32" y="24"/>
                    </a:lnTo>
                    <a:lnTo>
                      <a:pt x="28" y="28"/>
                    </a:lnTo>
                    <a:lnTo>
                      <a:pt x="23" y="32"/>
                    </a:lnTo>
                    <a:lnTo>
                      <a:pt x="17" y="34"/>
                    </a:lnTo>
                    <a:lnTo>
                      <a:pt x="17" y="34"/>
                    </a:lnTo>
                    <a:lnTo>
                      <a:pt x="10" y="32"/>
                    </a:lnTo>
                    <a:lnTo>
                      <a:pt x="6" y="28"/>
                    </a:lnTo>
                    <a:lnTo>
                      <a:pt x="1" y="24"/>
                    </a:lnTo>
                    <a:lnTo>
                      <a:pt x="0" y="16"/>
                    </a:lnTo>
                    <a:lnTo>
                      <a:pt x="0" y="16"/>
                    </a:lnTo>
                    <a:lnTo>
                      <a:pt x="1" y="10"/>
                    </a:lnTo>
                    <a:lnTo>
                      <a:pt x="6" y="5"/>
                    </a:lnTo>
                    <a:lnTo>
                      <a:pt x="10" y="2"/>
                    </a:lnTo>
                    <a:lnTo>
                      <a:pt x="17" y="0"/>
                    </a:lnTo>
                    <a:lnTo>
                      <a:pt x="17" y="0"/>
                    </a:lnTo>
                    <a:lnTo>
                      <a:pt x="23" y="2"/>
                    </a:lnTo>
                    <a:lnTo>
                      <a:pt x="28" y="5"/>
                    </a:lnTo>
                    <a:lnTo>
                      <a:pt x="32" y="10"/>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2" name="Freeform 51"/>
              <p:cNvSpPr>
                <a:spLocks/>
              </p:cNvSpPr>
              <p:nvPr/>
            </p:nvSpPr>
            <p:spPr bwMode="auto">
              <a:xfrm>
                <a:off x="7839910" y="4234906"/>
                <a:ext cx="29349" cy="29349"/>
              </a:xfrm>
              <a:custGeom>
                <a:avLst/>
                <a:gdLst/>
                <a:ahLst/>
                <a:cxnLst>
                  <a:cxn ang="0">
                    <a:pos x="33" y="16"/>
                  </a:cxn>
                  <a:cxn ang="0">
                    <a:pos x="33" y="16"/>
                  </a:cxn>
                  <a:cxn ang="0">
                    <a:pos x="33" y="22"/>
                  </a:cxn>
                  <a:cxn ang="0">
                    <a:pos x="28" y="28"/>
                  </a:cxn>
                  <a:cxn ang="0">
                    <a:pos x="24" y="31"/>
                  </a:cxn>
                  <a:cxn ang="0">
                    <a:pos x="16" y="33"/>
                  </a:cxn>
                  <a:cxn ang="0">
                    <a:pos x="16" y="33"/>
                  </a:cxn>
                  <a:cxn ang="0">
                    <a:pos x="11" y="31"/>
                  </a:cxn>
                  <a:cxn ang="0">
                    <a:pos x="5" y="28"/>
                  </a:cxn>
                  <a:cxn ang="0">
                    <a:pos x="2" y="22"/>
                  </a:cxn>
                  <a:cxn ang="0">
                    <a:pos x="0" y="16"/>
                  </a:cxn>
                  <a:cxn ang="0">
                    <a:pos x="0" y="16"/>
                  </a:cxn>
                  <a:cxn ang="0">
                    <a:pos x="2" y="11"/>
                  </a:cxn>
                  <a:cxn ang="0">
                    <a:pos x="5" y="5"/>
                  </a:cxn>
                  <a:cxn ang="0">
                    <a:pos x="11" y="2"/>
                  </a:cxn>
                  <a:cxn ang="0">
                    <a:pos x="16" y="0"/>
                  </a:cxn>
                  <a:cxn ang="0">
                    <a:pos x="16" y="0"/>
                  </a:cxn>
                  <a:cxn ang="0">
                    <a:pos x="24" y="2"/>
                  </a:cxn>
                  <a:cxn ang="0">
                    <a:pos x="28" y="5"/>
                  </a:cxn>
                  <a:cxn ang="0">
                    <a:pos x="33" y="11"/>
                  </a:cxn>
                  <a:cxn ang="0">
                    <a:pos x="33" y="16"/>
                  </a:cxn>
                  <a:cxn ang="0">
                    <a:pos x="33" y="16"/>
                  </a:cxn>
                </a:cxnLst>
                <a:rect l="0" t="0" r="r" b="b"/>
                <a:pathLst>
                  <a:path w="33" h="33">
                    <a:moveTo>
                      <a:pt x="33" y="16"/>
                    </a:moveTo>
                    <a:lnTo>
                      <a:pt x="33" y="16"/>
                    </a:lnTo>
                    <a:lnTo>
                      <a:pt x="33" y="22"/>
                    </a:lnTo>
                    <a:lnTo>
                      <a:pt x="28" y="28"/>
                    </a:lnTo>
                    <a:lnTo>
                      <a:pt x="24" y="31"/>
                    </a:lnTo>
                    <a:lnTo>
                      <a:pt x="16" y="33"/>
                    </a:lnTo>
                    <a:lnTo>
                      <a:pt x="16" y="33"/>
                    </a:lnTo>
                    <a:lnTo>
                      <a:pt x="11" y="31"/>
                    </a:lnTo>
                    <a:lnTo>
                      <a:pt x="5" y="28"/>
                    </a:lnTo>
                    <a:lnTo>
                      <a:pt x="2" y="22"/>
                    </a:lnTo>
                    <a:lnTo>
                      <a:pt x="0" y="16"/>
                    </a:lnTo>
                    <a:lnTo>
                      <a:pt x="0" y="16"/>
                    </a:lnTo>
                    <a:lnTo>
                      <a:pt x="2" y="11"/>
                    </a:lnTo>
                    <a:lnTo>
                      <a:pt x="5" y="5"/>
                    </a:lnTo>
                    <a:lnTo>
                      <a:pt x="11" y="2"/>
                    </a:lnTo>
                    <a:lnTo>
                      <a:pt x="16" y="0"/>
                    </a:lnTo>
                    <a:lnTo>
                      <a:pt x="16" y="0"/>
                    </a:lnTo>
                    <a:lnTo>
                      <a:pt x="24" y="2"/>
                    </a:lnTo>
                    <a:lnTo>
                      <a:pt x="28" y="5"/>
                    </a:lnTo>
                    <a:lnTo>
                      <a:pt x="33" y="11"/>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3" name="Freeform 52"/>
              <p:cNvSpPr>
                <a:spLocks/>
              </p:cNvSpPr>
              <p:nvPr/>
            </p:nvSpPr>
            <p:spPr bwMode="auto">
              <a:xfrm>
                <a:off x="7801389" y="4212894"/>
                <a:ext cx="29349" cy="29349"/>
              </a:xfrm>
              <a:custGeom>
                <a:avLst/>
                <a:gdLst/>
                <a:ahLst/>
                <a:cxnLst>
                  <a:cxn ang="0">
                    <a:pos x="32" y="16"/>
                  </a:cxn>
                  <a:cxn ang="0">
                    <a:pos x="32" y="16"/>
                  </a:cxn>
                  <a:cxn ang="0">
                    <a:pos x="32" y="22"/>
                  </a:cxn>
                  <a:cxn ang="0">
                    <a:pos x="28" y="27"/>
                  </a:cxn>
                  <a:cxn ang="0">
                    <a:pos x="23" y="30"/>
                  </a:cxn>
                  <a:cxn ang="0">
                    <a:pos x="16" y="32"/>
                  </a:cxn>
                  <a:cxn ang="0">
                    <a:pos x="16" y="32"/>
                  </a:cxn>
                  <a:cxn ang="0">
                    <a:pos x="10" y="30"/>
                  </a:cxn>
                  <a:cxn ang="0">
                    <a:pos x="5" y="27"/>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2" y="10"/>
                  </a:cxn>
                  <a:cxn ang="0">
                    <a:pos x="32" y="16"/>
                  </a:cxn>
                  <a:cxn ang="0">
                    <a:pos x="32" y="16"/>
                  </a:cxn>
                </a:cxnLst>
                <a:rect l="0" t="0" r="r" b="b"/>
                <a:pathLst>
                  <a:path w="32" h="32">
                    <a:moveTo>
                      <a:pt x="32" y="16"/>
                    </a:moveTo>
                    <a:lnTo>
                      <a:pt x="32" y="16"/>
                    </a:lnTo>
                    <a:lnTo>
                      <a:pt x="32" y="22"/>
                    </a:lnTo>
                    <a:lnTo>
                      <a:pt x="28" y="27"/>
                    </a:lnTo>
                    <a:lnTo>
                      <a:pt x="23" y="30"/>
                    </a:lnTo>
                    <a:lnTo>
                      <a:pt x="16" y="32"/>
                    </a:lnTo>
                    <a:lnTo>
                      <a:pt x="16" y="32"/>
                    </a:lnTo>
                    <a:lnTo>
                      <a:pt x="10" y="30"/>
                    </a:lnTo>
                    <a:lnTo>
                      <a:pt x="5" y="27"/>
                    </a:lnTo>
                    <a:lnTo>
                      <a:pt x="2" y="22"/>
                    </a:lnTo>
                    <a:lnTo>
                      <a:pt x="0" y="16"/>
                    </a:lnTo>
                    <a:lnTo>
                      <a:pt x="0" y="16"/>
                    </a:lnTo>
                    <a:lnTo>
                      <a:pt x="2" y="10"/>
                    </a:lnTo>
                    <a:lnTo>
                      <a:pt x="5" y="4"/>
                    </a:lnTo>
                    <a:lnTo>
                      <a:pt x="10" y="1"/>
                    </a:lnTo>
                    <a:lnTo>
                      <a:pt x="16" y="0"/>
                    </a:lnTo>
                    <a:lnTo>
                      <a:pt x="16" y="0"/>
                    </a:lnTo>
                    <a:lnTo>
                      <a:pt x="23" y="1"/>
                    </a:lnTo>
                    <a:lnTo>
                      <a:pt x="28" y="4"/>
                    </a:lnTo>
                    <a:lnTo>
                      <a:pt x="32"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4" name="Freeform 53"/>
              <p:cNvSpPr>
                <a:spLocks/>
              </p:cNvSpPr>
              <p:nvPr/>
            </p:nvSpPr>
            <p:spPr bwMode="auto">
              <a:xfrm>
                <a:off x="7792218" y="4115675"/>
                <a:ext cx="29349" cy="29349"/>
              </a:xfrm>
              <a:custGeom>
                <a:avLst/>
                <a:gdLst/>
                <a:ahLst/>
                <a:cxnLst>
                  <a:cxn ang="0">
                    <a:pos x="32" y="16"/>
                  </a:cxn>
                  <a:cxn ang="0">
                    <a:pos x="32" y="16"/>
                  </a:cxn>
                  <a:cxn ang="0">
                    <a:pos x="31" y="24"/>
                  </a:cxn>
                  <a:cxn ang="0">
                    <a:pos x="28" y="28"/>
                  </a:cxn>
                  <a:cxn ang="0">
                    <a:pos x="22" y="32"/>
                  </a:cxn>
                  <a:cxn ang="0">
                    <a:pos x="16" y="34"/>
                  </a:cxn>
                  <a:cxn ang="0">
                    <a:pos x="16" y="34"/>
                  </a:cxn>
                  <a:cxn ang="0">
                    <a:pos x="10" y="32"/>
                  </a:cxn>
                  <a:cxn ang="0">
                    <a:pos x="4" y="28"/>
                  </a:cxn>
                  <a:cxn ang="0">
                    <a:pos x="1" y="24"/>
                  </a:cxn>
                  <a:cxn ang="0">
                    <a:pos x="0" y="16"/>
                  </a:cxn>
                  <a:cxn ang="0">
                    <a:pos x="0" y="16"/>
                  </a:cxn>
                  <a:cxn ang="0">
                    <a:pos x="1" y="11"/>
                  </a:cxn>
                  <a:cxn ang="0">
                    <a:pos x="4" y="6"/>
                  </a:cxn>
                  <a:cxn ang="0">
                    <a:pos x="10" y="2"/>
                  </a:cxn>
                  <a:cxn ang="0">
                    <a:pos x="16" y="0"/>
                  </a:cxn>
                  <a:cxn ang="0">
                    <a:pos x="16" y="0"/>
                  </a:cxn>
                  <a:cxn ang="0">
                    <a:pos x="22" y="2"/>
                  </a:cxn>
                  <a:cxn ang="0">
                    <a:pos x="28" y="6"/>
                  </a:cxn>
                  <a:cxn ang="0">
                    <a:pos x="31" y="11"/>
                  </a:cxn>
                  <a:cxn ang="0">
                    <a:pos x="32" y="16"/>
                  </a:cxn>
                  <a:cxn ang="0">
                    <a:pos x="32" y="16"/>
                  </a:cxn>
                </a:cxnLst>
                <a:rect l="0" t="0" r="r" b="b"/>
                <a:pathLst>
                  <a:path w="32" h="34">
                    <a:moveTo>
                      <a:pt x="32" y="16"/>
                    </a:moveTo>
                    <a:lnTo>
                      <a:pt x="32" y="16"/>
                    </a:lnTo>
                    <a:lnTo>
                      <a:pt x="31" y="24"/>
                    </a:lnTo>
                    <a:lnTo>
                      <a:pt x="28" y="28"/>
                    </a:lnTo>
                    <a:lnTo>
                      <a:pt x="22" y="32"/>
                    </a:lnTo>
                    <a:lnTo>
                      <a:pt x="16" y="34"/>
                    </a:lnTo>
                    <a:lnTo>
                      <a:pt x="16" y="34"/>
                    </a:lnTo>
                    <a:lnTo>
                      <a:pt x="10" y="32"/>
                    </a:lnTo>
                    <a:lnTo>
                      <a:pt x="4" y="28"/>
                    </a:lnTo>
                    <a:lnTo>
                      <a:pt x="1" y="24"/>
                    </a:lnTo>
                    <a:lnTo>
                      <a:pt x="0" y="16"/>
                    </a:lnTo>
                    <a:lnTo>
                      <a:pt x="0" y="16"/>
                    </a:lnTo>
                    <a:lnTo>
                      <a:pt x="1" y="11"/>
                    </a:lnTo>
                    <a:lnTo>
                      <a:pt x="4" y="6"/>
                    </a:lnTo>
                    <a:lnTo>
                      <a:pt x="10" y="2"/>
                    </a:lnTo>
                    <a:lnTo>
                      <a:pt x="16" y="0"/>
                    </a:lnTo>
                    <a:lnTo>
                      <a:pt x="16" y="0"/>
                    </a:lnTo>
                    <a:lnTo>
                      <a:pt x="22" y="2"/>
                    </a:lnTo>
                    <a:lnTo>
                      <a:pt x="28" y="6"/>
                    </a:lnTo>
                    <a:lnTo>
                      <a:pt x="31" y="11"/>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5" name="Freeform 54"/>
              <p:cNvSpPr>
                <a:spLocks/>
              </p:cNvSpPr>
              <p:nvPr/>
            </p:nvSpPr>
            <p:spPr bwMode="auto">
              <a:xfrm>
                <a:off x="7839910" y="4194551"/>
                <a:ext cx="29349" cy="29349"/>
              </a:xfrm>
              <a:custGeom>
                <a:avLst/>
                <a:gdLst/>
                <a:ahLst/>
                <a:cxnLst>
                  <a:cxn ang="0">
                    <a:pos x="33" y="16"/>
                  </a:cxn>
                  <a:cxn ang="0">
                    <a:pos x="33" y="16"/>
                  </a:cxn>
                  <a:cxn ang="0">
                    <a:pos x="33" y="23"/>
                  </a:cxn>
                  <a:cxn ang="0">
                    <a:pos x="28" y="27"/>
                  </a:cxn>
                  <a:cxn ang="0">
                    <a:pos x="24" y="32"/>
                  </a:cxn>
                  <a:cxn ang="0">
                    <a:pos x="16" y="32"/>
                  </a:cxn>
                  <a:cxn ang="0">
                    <a:pos x="16" y="32"/>
                  </a:cxn>
                  <a:cxn ang="0">
                    <a:pos x="11" y="32"/>
                  </a:cxn>
                  <a:cxn ang="0">
                    <a:pos x="5" y="27"/>
                  </a:cxn>
                  <a:cxn ang="0">
                    <a:pos x="2" y="23"/>
                  </a:cxn>
                  <a:cxn ang="0">
                    <a:pos x="0" y="16"/>
                  </a:cxn>
                  <a:cxn ang="0">
                    <a:pos x="0" y="16"/>
                  </a:cxn>
                  <a:cxn ang="0">
                    <a:pos x="2" y="10"/>
                  </a:cxn>
                  <a:cxn ang="0">
                    <a:pos x="5" y="4"/>
                  </a:cxn>
                  <a:cxn ang="0">
                    <a:pos x="11" y="1"/>
                  </a:cxn>
                  <a:cxn ang="0">
                    <a:pos x="16" y="0"/>
                  </a:cxn>
                  <a:cxn ang="0">
                    <a:pos x="16" y="0"/>
                  </a:cxn>
                  <a:cxn ang="0">
                    <a:pos x="24" y="1"/>
                  </a:cxn>
                  <a:cxn ang="0">
                    <a:pos x="28" y="4"/>
                  </a:cxn>
                  <a:cxn ang="0">
                    <a:pos x="33" y="10"/>
                  </a:cxn>
                  <a:cxn ang="0">
                    <a:pos x="33" y="16"/>
                  </a:cxn>
                  <a:cxn ang="0">
                    <a:pos x="33" y="16"/>
                  </a:cxn>
                </a:cxnLst>
                <a:rect l="0" t="0" r="r" b="b"/>
                <a:pathLst>
                  <a:path w="33" h="32">
                    <a:moveTo>
                      <a:pt x="33" y="16"/>
                    </a:moveTo>
                    <a:lnTo>
                      <a:pt x="33" y="16"/>
                    </a:lnTo>
                    <a:lnTo>
                      <a:pt x="33" y="23"/>
                    </a:lnTo>
                    <a:lnTo>
                      <a:pt x="28" y="27"/>
                    </a:lnTo>
                    <a:lnTo>
                      <a:pt x="24" y="32"/>
                    </a:lnTo>
                    <a:lnTo>
                      <a:pt x="16" y="32"/>
                    </a:lnTo>
                    <a:lnTo>
                      <a:pt x="16" y="32"/>
                    </a:lnTo>
                    <a:lnTo>
                      <a:pt x="11" y="32"/>
                    </a:lnTo>
                    <a:lnTo>
                      <a:pt x="5" y="27"/>
                    </a:lnTo>
                    <a:lnTo>
                      <a:pt x="2" y="23"/>
                    </a:lnTo>
                    <a:lnTo>
                      <a:pt x="0" y="16"/>
                    </a:lnTo>
                    <a:lnTo>
                      <a:pt x="0" y="16"/>
                    </a:lnTo>
                    <a:lnTo>
                      <a:pt x="2" y="10"/>
                    </a:lnTo>
                    <a:lnTo>
                      <a:pt x="5" y="4"/>
                    </a:lnTo>
                    <a:lnTo>
                      <a:pt x="11" y="1"/>
                    </a:lnTo>
                    <a:lnTo>
                      <a:pt x="16" y="0"/>
                    </a:lnTo>
                    <a:lnTo>
                      <a:pt x="16" y="0"/>
                    </a:lnTo>
                    <a:lnTo>
                      <a:pt x="24" y="1"/>
                    </a:lnTo>
                    <a:lnTo>
                      <a:pt x="28" y="4"/>
                    </a:lnTo>
                    <a:lnTo>
                      <a:pt x="33"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6" name="Freeform 55"/>
              <p:cNvSpPr>
                <a:spLocks/>
              </p:cNvSpPr>
              <p:nvPr/>
            </p:nvSpPr>
            <p:spPr bwMode="auto">
              <a:xfrm>
                <a:off x="7797720" y="4159699"/>
                <a:ext cx="29349" cy="31184"/>
              </a:xfrm>
              <a:custGeom>
                <a:avLst/>
                <a:gdLst/>
                <a:ahLst/>
                <a:cxnLst>
                  <a:cxn ang="0">
                    <a:pos x="32" y="16"/>
                  </a:cxn>
                  <a:cxn ang="0">
                    <a:pos x="32" y="16"/>
                  </a:cxn>
                  <a:cxn ang="0">
                    <a:pos x="30" y="23"/>
                  </a:cxn>
                  <a:cxn ang="0">
                    <a:pos x="27" y="28"/>
                  </a:cxn>
                  <a:cxn ang="0">
                    <a:pos x="22" y="32"/>
                  </a:cxn>
                  <a:cxn ang="0">
                    <a:pos x="16" y="33"/>
                  </a:cxn>
                  <a:cxn ang="0">
                    <a:pos x="16" y="33"/>
                  </a:cxn>
                  <a:cxn ang="0">
                    <a:pos x="10" y="32"/>
                  </a:cxn>
                  <a:cxn ang="0">
                    <a:pos x="4" y="28"/>
                  </a:cxn>
                  <a:cxn ang="0">
                    <a:pos x="1" y="23"/>
                  </a:cxn>
                  <a:cxn ang="0">
                    <a:pos x="0" y="16"/>
                  </a:cxn>
                  <a:cxn ang="0">
                    <a:pos x="0" y="16"/>
                  </a:cxn>
                  <a:cxn ang="0">
                    <a:pos x="1" y="10"/>
                  </a:cxn>
                  <a:cxn ang="0">
                    <a:pos x="4" y="4"/>
                  </a:cxn>
                  <a:cxn ang="0">
                    <a:pos x="10" y="1"/>
                  </a:cxn>
                  <a:cxn ang="0">
                    <a:pos x="16" y="0"/>
                  </a:cxn>
                  <a:cxn ang="0">
                    <a:pos x="16" y="0"/>
                  </a:cxn>
                  <a:cxn ang="0">
                    <a:pos x="22" y="1"/>
                  </a:cxn>
                  <a:cxn ang="0">
                    <a:pos x="27" y="4"/>
                  </a:cxn>
                  <a:cxn ang="0">
                    <a:pos x="30" y="10"/>
                  </a:cxn>
                  <a:cxn ang="0">
                    <a:pos x="32" y="16"/>
                  </a:cxn>
                  <a:cxn ang="0">
                    <a:pos x="32" y="16"/>
                  </a:cxn>
                </a:cxnLst>
                <a:rect l="0" t="0" r="r" b="b"/>
                <a:pathLst>
                  <a:path w="32" h="33">
                    <a:moveTo>
                      <a:pt x="32" y="16"/>
                    </a:moveTo>
                    <a:lnTo>
                      <a:pt x="32" y="16"/>
                    </a:lnTo>
                    <a:lnTo>
                      <a:pt x="30" y="23"/>
                    </a:lnTo>
                    <a:lnTo>
                      <a:pt x="27" y="28"/>
                    </a:lnTo>
                    <a:lnTo>
                      <a:pt x="22" y="32"/>
                    </a:lnTo>
                    <a:lnTo>
                      <a:pt x="16" y="33"/>
                    </a:lnTo>
                    <a:lnTo>
                      <a:pt x="16" y="33"/>
                    </a:lnTo>
                    <a:lnTo>
                      <a:pt x="10" y="32"/>
                    </a:lnTo>
                    <a:lnTo>
                      <a:pt x="4" y="28"/>
                    </a:lnTo>
                    <a:lnTo>
                      <a:pt x="1" y="23"/>
                    </a:lnTo>
                    <a:lnTo>
                      <a:pt x="0" y="16"/>
                    </a:lnTo>
                    <a:lnTo>
                      <a:pt x="0" y="16"/>
                    </a:lnTo>
                    <a:lnTo>
                      <a:pt x="1" y="10"/>
                    </a:lnTo>
                    <a:lnTo>
                      <a:pt x="4" y="4"/>
                    </a:lnTo>
                    <a:lnTo>
                      <a:pt x="10"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7" name="Freeform 56"/>
              <p:cNvSpPr>
                <a:spLocks/>
              </p:cNvSpPr>
              <p:nvPr/>
            </p:nvSpPr>
            <p:spPr bwMode="auto">
              <a:xfrm>
                <a:off x="7493226" y="4256917"/>
                <a:ext cx="29349" cy="29349"/>
              </a:xfrm>
              <a:custGeom>
                <a:avLst/>
                <a:gdLst/>
                <a:ahLst/>
                <a:cxnLst>
                  <a:cxn ang="0">
                    <a:pos x="33" y="16"/>
                  </a:cxn>
                  <a:cxn ang="0">
                    <a:pos x="33" y="16"/>
                  </a:cxn>
                  <a:cxn ang="0">
                    <a:pos x="31" y="22"/>
                  </a:cxn>
                  <a:cxn ang="0">
                    <a:pos x="28" y="27"/>
                  </a:cxn>
                  <a:cxn ang="0">
                    <a:pos x="22" y="30"/>
                  </a:cxn>
                  <a:cxn ang="0">
                    <a:pos x="16" y="32"/>
                  </a:cxn>
                  <a:cxn ang="0">
                    <a:pos x="16" y="32"/>
                  </a:cxn>
                  <a:cxn ang="0">
                    <a:pos x="9" y="30"/>
                  </a:cxn>
                  <a:cxn ang="0">
                    <a:pos x="5" y="27"/>
                  </a:cxn>
                  <a:cxn ang="0">
                    <a:pos x="0" y="22"/>
                  </a:cxn>
                  <a:cxn ang="0">
                    <a:pos x="0" y="16"/>
                  </a:cxn>
                  <a:cxn ang="0">
                    <a:pos x="0" y="16"/>
                  </a:cxn>
                  <a:cxn ang="0">
                    <a:pos x="0" y="10"/>
                  </a:cxn>
                  <a:cxn ang="0">
                    <a:pos x="5" y="4"/>
                  </a:cxn>
                  <a:cxn ang="0">
                    <a:pos x="9" y="1"/>
                  </a:cxn>
                  <a:cxn ang="0">
                    <a:pos x="16" y="0"/>
                  </a:cxn>
                  <a:cxn ang="0">
                    <a:pos x="16" y="0"/>
                  </a:cxn>
                  <a:cxn ang="0">
                    <a:pos x="22" y="1"/>
                  </a:cxn>
                  <a:cxn ang="0">
                    <a:pos x="28" y="4"/>
                  </a:cxn>
                  <a:cxn ang="0">
                    <a:pos x="31" y="10"/>
                  </a:cxn>
                  <a:cxn ang="0">
                    <a:pos x="33" y="16"/>
                  </a:cxn>
                  <a:cxn ang="0">
                    <a:pos x="33" y="16"/>
                  </a:cxn>
                </a:cxnLst>
                <a:rect l="0" t="0" r="r" b="b"/>
                <a:pathLst>
                  <a:path w="33" h="32">
                    <a:moveTo>
                      <a:pt x="33" y="16"/>
                    </a:moveTo>
                    <a:lnTo>
                      <a:pt x="33" y="16"/>
                    </a:lnTo>
                    <a:lnTo>
                      <a:pt x="31" y="22"/>
                    </a:lnTo>
                    <a:lnTo>
                      <a:pt x="28" y="27"/>
                    </a:lnTo>
                    <a:lnTo>
                      <a:pt x="22" y="30"/>
                    </a:lnTo>
                    <a:lnTo>
                      <a:pt x="16" y="32"/>
                    </a:lnTo>
                    <a:lnTo>
                      <a:pt x="16" y="32"/>
                    </a:lnTo>
                    <a:lnTo>
                      <a:pt x="9" y="30"/>
                    </a:lnTo>
                    <a:lnTo>
                      <a:pt x="5" y="27"/>
                    </a:lnTo>
                    <a:lnTo>
                      <a:pt x="0" y="22"/>
                    </a:lnTo>
                    <a:lnTo>
                      <a:pt x="0" y="16"/>
                    </a:lnTo>
                    <a:lnTo>
                      <a:pt x="0" y="16"/>
                    </a:lnTo>
                    <a:lnTo>
                      <a:pt x="0" y="10"/>
                    </a:lnTo>
                    <a:lnTo>
                      <a:pt x="5" y="4"/>
                    </a:lnTo>
                    <a:lnTo>
                      <a:pt x="9" y="1"/>
                    </a:lnTo>
                    <a:lnTo>
                      <a:pt x="16" y="0"/>
                    </a:lnTo>
                    <a:lnTo>
                      <a:pt x="16" y="0"/>
                    </a:lnTo>
                    <a:lnTo>
                      <a:pt x="22" y="1"/>
                    </a:lnTo>
                    <a:lnTo>
                      <a:pt x="28" y="4"/>
                    </a:lnTo>
                    <a:lnTo>
                      <a:pt x="31"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8" name="Freeform 57"/>
              <p:cNvSpPr>
                <a:spLocks/>
              </p:cNvSpPr>
              <p:nvPr/>
            </p:nvSpPr>
            <p:spPr bwMode="auto">
              <a:xfrm>
                <a:off x="6730156" y="3987274"/>
                <a:ext cx="29349" cy="29349"/>
              </a:xfrm>
              <a:custGeom>
                <a:avLst/>
                <a:gdLst/>
                <a:ahLst/>
                <a:cxnLst>
                  <a:cxn ang="0">
                    <a:pos x="32" y="18"/>
                  </a:cxn>
                  <a:cxn ang="0">
                    <a:pos x="32" y="18"/>
                  </a:cxn>
                  <a:cxn ang="0">
                    <a:pos x="32" y="24"/>
                  </a:cxn>
                  <a:cxn ang="0">
                    <a:pos x="28" y="30"/>
                  </a:cxn>
                  <a:cxn ang="0">
                    <a:pos x="23" y="32"/>
                  </a:cxn>
                  <a:cxn ang="0">
                    <a:pos x="16" y="34"/>
                  </a:cxn>
                  <a:cxn ang="0">
                    <a:pos x="16" y="34"/>
                  </a:cxn>
                  <a:cxn ang="0">
                    <a:pos x="10" y="32"/>
                  </a:cxn>
                  <a:cxn ang="0">
                    <a:pos x="5" y="30"/>
                  </a:cxn>
                  <a:cxn ang="0">
                    <a:pos x="2" y="24"/>
                  </a:cxn>
                  <a:cxn ang="0">
                    <a:pos x="0" y="18"/>
                  </a:cxn>
                  <a:cxn ang="0">
                    <a:pos x="0" y="18"/>
                  </a:cxn>
                  <a:cxn ang="0">
                    <a:pos x="2" y="11"/>
                  </a:cxn>
                  <a:cxn ang="0">
                    <a:pos x="5" y="6"/>
                  </a:cxn>
                  <a:cxn ang="0">
                    <a:pos x="10" y="2"/>
                  </a:cxn>
                  <a:cxn ang="0">
                    <a:pos x="16" y="0"/>
                  </a:cxn>
                  <a:cxn ang="0">
                    <a:pos x="16" y="0"/>
                  </a:cxn>
                  <a:cxn ang="0">
                    <a:pos x="23" y="2"/>
                  </a:cxn>
                  <a:cxn ang="0">
                    <a:pos x="28" y="6"/>
                  </a:cxn>
                  <a:cxn ang="0">
                    <a:pos x="32" y="11"/>
                  </a:cxn>
                  <a:cxn ang="0">
                    <a:pos x="32" y="18"/>
                  </a:cxn>
                  <a:cxn ang="0">
                    <a:pos x="32" y="18"/>
                  </a:cxn>
                </a:cxnLst>
                <a:rect l="0" t="0" r="r" b="b"/>
                <a:pathLst>
                  <a:path w="32" h="34">
                    <a:moveTo>
                      <a:pt x="32" y="18"/>
                    </a:moveTo>
                    <a:lnTo>
                      <a:pt x="32" y="18"/>
                    </a:lnTo>
                    <a:lnTo>
                      <a:pt x="32" y="24"/>
                    </a:lnTo>
                    <a:lnTo>
                      <a:pt x="28" y="30"/>
                    </a:lnTo>
                    <a:lnTo>
                      <a:pt x="23" y="32"/>
                    </a:lnTo>
                    <a:lnTo>
                      <a:pt x="16" y="34"/>
                    </a:lnTo>
                    <a:lnTo>
                      <a:pt x="16" y="34"/>
                    </a:lnTo>
                    <a:lnTo>
                      <a:pt x="10" y="32"/>
                    </a:lnTo>
                    <a:lnTo>
                      <a:pt x="5" y="30"/>
                    </a:lnTo>
                    <a:lnTo>
                      <a:pt x="2" y="24"/>
                    </a:lnTo>
                    <a:lnTo>
                      <a:pt x="0" y="18"/>
                    </a:lnTo>
                    <a:lnTo>
                      <a:pt x="0" y="18"/>
                    </a:lnTo>
                    <a:lnTo>
                      <a:pt x="2" y="11"/>
                    </a:lnTo>
                    <a:lnTo>
                      <a:pt x="5" y="6"/>
                    </a:lnTo>
                    <a:lnTo>
                      <a:pt x="10" y="2"/>
                    </a:lnTo>
                    <a:lnTo>
                      <a:pt x="16" y="0"/>
                    </a:lnTo>
                    <a:lnTo>
                      <a:pt x="16" y="0"/>
                    </a:lnTo>
                    <a:lnTo>
                      <a:pt x="23" y="2"/>
                    </a:lnTo>
                    <a:lnTo>
                      <a:pt x="28" y="6"/>
                    </a:lnTo>
                    <a:lnTo>
                      <a:pt x="32" y="11"/>
                    </a:lnTo>
                    <a:lnTo>
                      <a:pt x="32" y="18"/>
                    </a:lnTo>
                    <a:lnTo>
                      <a:pt x="32"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39" name="Freeform 58"/>
              <p:cNvSpPr>
                <a:spLocks/>
              </p:cNvSpPr>
              <p:nvPr/>
            </p:nvSpPr>
            <p:spPr bwMode="auto">
              <a:xfrm>
                <a:off x="6273415" y="4071652"/>
                <a:ext cx="31184" cy="31184"/>
              </a:xfrm>
              <a:custGeom>
                <a:avLst/>
                <a:gdLst/>
                <a:ahLst/>
                <a:cxnLst>
                  <a:cxn ang="0">
                    <a:pos x="34" y="16"/>
                  </a:cxn>
                  <a:cxn ang="0">
                    <a:pos x="34" y="16"/>
                  </a:cxn>
                  <a:cxn ang="0">
                    <a:pos x="32" y="23"/>
                  </a:cxn>
                  <a:cxn ang="0">
                    <a:pos x="28" y="27"/>
                  </a:cxn>
                  <a:cxn ang="0">
                    <a:pos x="23" y="32"/>
                  </a:cxn>
                  <a:cxn ang="0">
                    <a:pos x="18" y="33"/>
                  </a:cxn>
                  <a:cxn ang="0">
                    <a:pos x="18" y="33"/>
                  </a:cxn>
                  <a:cxn ang="0">
                    <a:pos x="10" y="32"/>
                  </a:cxn>
                  <a:cxn ang="0">
                    <a:pos x="6" y="27"/>
                  </a:cxn>
                  <a:cxn ang="0">
                    <a:pos x="2" y="23"/>
                  </a:cxn>
                  <a:cxn ang="0">
                    <a:pos x="0" y="16"/>
                  </a:cxn>
                  <a:cxn ang="0">
                    <a:pos x="0" y="16"/>
                  </a:cxn>
                  <a:cxn ang="0">
                    <a:pos x="2" y="10"/>
                  </a:cxn>
                  <a:cxn ang="0">
                    <a:pos x="6" y="4"/>
                  </a:cxn>
                  <a:cxn ang="0">
                    <a:pos x="10" y="1"/>
                  </a:cxn>
                  <a:cxn ang="0">
                    <a:pos x="18" y="0"/>
                  </a:cxn>
                  <a:cxn ang="0">
                    <a:pos x="18" y="0"/>
                  </a:cxn>
                  <a:cxn ang="0">
                    <a:pos x="23" y="1"/>
                  </a:cxn>
                  <a:cxn ang="0">
                    <a:pos x="28" y="4"/>
                  </a:cxn>
                  <a:cxn ang="0">
                    <a:pos x="32" y="10"/>
                  </a:cxn>
                  <a:cxn ang="0">
                    <a:pos x="34" y="16"/>
                  </a:cxn>
                  <a:cxn ang="0">
                    <a:pos x="34" y="16"/>
                  </a:cxn>
                </a:cxnLst>
                <a:rect l="0" t="0" r="r" b="b"/>
                <a:pathLst>
                  <a:path w="34" h="33">
                    <a:moveTo>
                      <a:pt x="34" y="16"/>
                    </a:moveTo>
                    <a:lnTo>
                      <a:pt x="34" y="16"/>
                    </a:lnTo>
                    <a:lnTo>
                      <a:pt x="32" y="23"/>
                    </a:lnTo>
                    <a:lnTo>
                      <a:pt x="28" y="27"/>
                    </a:lnTo>
                    <a:lnTo>
                      <a:pt x="23" y="32"/>
                    </a:lnTo>
                    <a:lnTo>
                      <a:pt x="18" y="33"/>
                    </a:lnTo>
                    <a:lnTo>
                      <a:pt x="18" y="33"/>
                    </a:lnTo>
                    <a:lnTo>
                      <a:pt x="10" y="32"/>
                    </a:lnTo>
                    <a:lnTo>
                      <a:pt x="6" y="27"/>
                    </a:lnTo>
                    <a:lnTo>
                      <a:pt x="2" y="23"/>
                    </a:lnTo>
                    <a:lnTo>
                      <a:pt x="0" y="16"/>
                    </a:lnTo>
                    <a:lnTo>
                      <a:pt x="0" y="16"/>
                    </a:lnTo>
                    <a:lnTo>
                      <a:pt x="2" y="10"/>
                    </a:lnTo>
                    <a:lnTo>
                      <a:pt x="6" y="4"/>
                    </a:lnTo>
                    <a:lnTo>
                      <a:pt x="10" y="1"/>
                    </a:lnTo>
                    <a:lnTo>
                      <a:pt x="18" y="0"/>
                    </a:lnTo>
                    <a:lnTo>
                      <a:pt x="18" y="0"/>
                    </a:lnTo>
                    <a:lnTo>
                      <a:pt x="23" y="1"/>
                    </a:lnTo>
                    <a:lnTo>
                      <a:pt x="28" y="4"/>
                    </a:lnTo>
                    <a:lnTo>
                      <a:pt x="32" y="10"/>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0" name="Freeform 59"/>
              <p:cNvSpPr>
                <a:spLocks/>
              </p:cNvSpPr>
              <p:nvPr/>
            </p:nvSpPr>
            <p:spPr bwMode="auto">
              <a:xfrm>
                <a:off x="6218386" y="4361472"/>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2" y="22"/>
                  </a:cxn>
                  <a:cxn ang="0">
                    <a:pos x="0" y="16"/>
                  </a:cxn>
                  <a:cxn ang="0">
                    <a:pos x="0" y="16"/>
                  </a:cxn>
                  <a:cxn ang="0">
                    <a:pos x="2" y="9"/>
                  </a:cxn>
                  <a:cxn ang="0">
                    <a:pos x="5" y="4"/>
                  </a:cxn>
                  <a:cxn ang="0">
                    <a:pos x="9" y="0"/>
                  </a:cxn>
                  <a:cxn ang="0">
                    <a:pos x="16" y="0"/>
                  </a:cxn>
                  <a:cxn ang="0">
                    <a:pos x="16" y="0"/>
                  </a:cxn>
                  <a:cxn ang="0">
                    <a:pos x="22" y="0"/>
                  </a:cxn>
                  <a:cxn ang="0">
                    <a:pos x="28" y="4"/>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2" y="22"/>
                    </a:lnTo>
                    <a:lnTo>
                      <a:pt x="0" y="16"/>
                    </a:lnTo>
                    <a:lnTo>
                      <a:pt x="0" y="16"/>
                    </a:lnTo>
                    <a:lnTo>
                      <a:pt x="2" y="9"/>
                    </a:lnTo>
                    <a:lnTo>
                      <a:pt x="5" y="4"/>
                    </a:lnTo>
                    <a:lnTo>
                      <a:pt x="9" y="0"/>
                    </a:lnTo>
                    <a:lnTo>
                      <a:pt x="16" y="0"/>
                    </a:lnTo>
                    <a:lnTo>
                      <a:pt x="16" y="0"/>
                    </a:lnTo>
                    <a:lnTo>
                      <a:pt x="22" y="0"/>
                    </a:lnTo>
                    <a:lnTo>
                      <a:pt x="28" y="4"/>
                    </a:lnTo>
                    <a:lnTo>
                      <a:pt x="31" y="9"/>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1" name="Freeform 60"/>
              <p:cNvSpPr>
                <a:spLocks/>
              </p:cNvSpPr>
              <p:nvPr/>
            </p:nvSpPr>
            <p:spPr bwMode="auto">
              <a:xfrm>
                <a:off x="6381638" y="4469696"/>
                <a:ext cx="29349" cy="31184"/>
              </a:xfrm>
              <a:custGeom>
                <a:avLst/>
                <a:gdLst/>
                <a:ahLst/>
                <a:cxnLst>
                  <a:cxn ang="0">
                    <a:pos x="32" y="16"/>
                  </a:cxn>
                  <a:cxn ang="0">
                    <a:pos x="32" y="16"/>
                  </a:cxn>
                  <a:cxn ang="0">
                    <a:pos x="31" y="22"/>
                  </a:cxn>
                  <a:cxn ang="0">
                    <a:pos x="28" y="28"/>
                  </a:cxn>
                  <a:cxn ang="0">
                    <a:pos x="23" y="31"/>
                  </a:cxn>
                  <a:cxn ang="0">
                    <a:pos x="16" y="32"/>
                  </a:cxn>
                  <a:cxn ang="0">
                    <a:pos x="16" y="32"/>
                  </a:cxn>
                  <a:cxn ang="0">
                    <a:pos x="10" y="31"/>
                  </a:cxn>
                  <a:cxn ang="0">
                    <a:pos x="5" y="28"/>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3" y="31"/>
                    </a:lnTo>
                    <a:lnTo>
                      <a:pt x="16" y="32"/>
                    </a:lnTo>
                    <a:lnTo>
                      <a:pt x="16" y="32"/>
                    </a:lnTo>
                    <a:lnTo>
                      <a:pt x="10" y="31"/>
                    </a:lnTo>
                    <a:lnTo>
                      <a:pt x="5" y="28"/>
                    </a:lnTo>
                    <a:lnTo>
                      <a:pt x="2" y="22"/>
                    </a:lnTo>
                    <a:lnTo>
                      <a:pt x="0" y="16"/>
                    </a:lnTo>
                    <a:lnTo>
                      <a:pt x="0" y="16"/>
                    </a:lnTo>
                    <a:lnTo>
                      <a:pt x="2" y="10"/>
                    </a:lnTo>
                    <a:lnTo>
                      <a:pt x="5" y="4"/>
                    </a:lnTo>
                    <a:lnTo>
                      <a:pt x="10" y="1"/>
                    </a:lnTo>
                    <a:lnTo>
                      <a:pt x="16" y="0"/>
                    </a:lnTo>
                    <a:lnTo>
                      <a:pt x="16" y="0"/>
                    </a:lnTo>
                    <a:lnTo>
                      <a:pt x="23" y="1"/>
                    </a:lnTo>
                    <a:lnTo>
                      <a:pt x="28" y="4"/>
                    </a:lnTo>
                    <a:lnTo>
                      <a:pt x="31"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2" name="Freeform 61"/>
              <p:cNvSpPr>
                <a:spLocks/>
              </p:cNvSpPr>
              <p:nvPr/>
            </p:nvSpPr>
            <p:spPr bwMode="auto">
              <a:xfrm>
                <a:off x="6840214" y="4748511"/>
                <a:ext cx="31184" cy="29349"/>
              </a:xfrm>
              <a:custGeom>
                <a:avLst/>
                <a:gdLst/>
                <a:ahLst/>
                <a:cxnLst>
                  <a:cxn ang="0">
                    <a:pos x="34" y="16"/>
                  </a:cxn>
                  <a:cxn ang="0">
                    <a:pos x="34" y="16"/>
                  </a:cxn>
                  <a:cxn ang="0">
                    <a:pos x="32" y="22"/>
                  </a:cxn>
                  <a:cxn ang="0">
                    <a:pos x="28" y="28"/>
                  </a:cxn>
                  <a:cxn ang="0">
                    <a:pos x="23" y="31"/>
                  </a:cxn>
                  <a:cxn ang="0">
                    <a:pos x="16" y="32"/>
                  </a:cxn>
                  <a:cxn ang="0">
                    <a:pos x="16" y="32"/>
                  </a:cxn>
                  <a:cxn ang="0">
                    <a:pos x="10" y="31"/>
                  </a:cxn>
                  <a:cxn ang="0">
                    <a:pos x="6" y="28"/>
                  </a:cxn>
                  <a:cxn ang="0">
                    <a:pos x="2" y="22"/>
                  </a:cxn>
                  <a:cxn ang="0">
                    <a:pos x="0" y="16"/>
                  </a:cxn>
                  <a:cxn ang="0">
                    <a:pos x="0" y="16"/>
                  </a:cxn>
                  <a:cxn ang="0">
                    <a:pos x="2" y="10"/>
                  </a:cxn>
                  <a:cxn ang="0">
                    <a:pos x="6" y="4"/>
                  </a:cxn>
                  <a:cxn ang="0">
                    <a:pos x="10" y="2"/>
                  </a:cxn>
                  <a:cxn ang="0">
                    <a:pos x="16" y="0"/>
                  </a:cxn>
                  <a:cxn ang="0">
                    <a:pos x="16" y="0"/>
                  </a:cxn>
                  <a:cxn ang="0">
                    <a:pos x="23" y="2"/>
                  </a:cxn>
                  <a:cxn ang="0">
                    <a:pos x="28" y="4"/>
                  </a:cxn>
                  <a:cxn ang="0">
                    <a:pos x="32" y="10"/>
                  </a:cxn>
                  <a:cxn ang="0">
                    <a:pos x="34" y="16"/>
                  </a:cxn>
                  <a:cxn ang="0">
                    <a:pos x="34" y="16"/>
                  </a:cxn>
                </a:cxnLst>
                <a:rect l="0" t="0" r="r" b="b"/>
                <a:pathLst>
                  <a:path w="34" h="32">
                    <a:moveTo>
                      <a:pt x="34" y="16"/>
                    </a:moveTo>
                    <a:lnTo>
                      <a:pt x="34" y="16"/>
                    </a:lnTo>
                    <a:lnTo>
                      <a:pt x="32" y="22"/>
                    </a:lnTo>
                    <a:lnTo>
                      <a:pt x="28" y="28"/>
                    </a:lnTo>
                    <a:lnTo>
                      <a:pt x="23" y="31"/>
                    </a:lnTo>
                    <a:lnTo>
                      <a:pt x="16" y="32"/>
                    </a:lnTo>
                    <a:lnTo>
                      <a:pt x="16" y="32"/>
                    </a:lnTo>
                    <a:lnTo>
                      <a:pt x="10" y="31"/>
                    </a:lnTo>
                    <a:lnTo>
                      <a:pt x="6" y="28"/>
                    </a:lnTo>
                    <a:lnTo>
                      <a:pt x="2" y="22"/>
                    </a:lnTo>
                    <a:lnTo>
                      <a:pt x="0" y="16"/>
                    </a:lnTo>
                    <a:lnTo>
                      <a:pt x="0" y="16"/>
                    </a:lnTo>
                    <a:lnTo>
                      <a:pt x="2" y="10"/>
                    </a:lnTo>
                    <a:lnTo>
                      <a:pt x="6" y="4"/>
                    </a:lnTo>
                    <a:lnTo>
                      <a:pt x="10" y="2"/>
                    </a:lnTo>
                    <a:lnTo>
                      <a:pt x="16" y="0"/>
                    </a:lnTo>
                    <a:lnTo>
                      <a:pt x="16" y="0"/>
                    </a:lnTo>
                    <a:lnTo>
                      <a:pt x="23" y="2"/>
                    </a:lnTo>
                    <a:lnTo>
                      <a:pt x="28" y="4"/>
                    </a:lnTo>
                    <a:lnTo>
                      <a:pt x="32" y="10"/>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3" name="Freeform 62"/>
              <p:cNvSpPr>
                <a:spLocks/>
              </p:cNvSpPr>
              <p:nvPr/>
            </p:nvSpPr>
            <p:spPr bwMode="auto">
              <a:xfrm>
                <a:off x="6697138" y="5003478"/>
                <a:ext cx="29349" cy="31184"/>
              </a:xfrm>
              <a:custGeom>
                <a:avLst/>
                <a:gdLst/>
                <a:ahLst/>
                <a:cxnLst>
                  <a:cxn ang="0">
                    <a:pos x="32" y="18"/>
                  </a:cxn>
                  <a:cxn ang="0">
                    <a:pos x="32" y="18"/>
                  </a:cxn>
                  <a:cxn ang="0">
                    <a:pos x="31" y="24"/>
                  </a:cxn>
                  <a:cxn ang="0">
                    <a:pos x="28" y="30"/>
                  </a:cxn>
                  <a:cxn ang="0">
                    <a:pos x="22" y="32"/>
                  </a:cxn>
                  <a:cxn ang="0">
                    <a:pos x="16" y="34"/>
                  </a:cxn>
                  <a:cxn ang="0">
                    <a:pos x="16" y="34"/>
                  </a:cxn>
                  <a:cxn ang="0">
                    <a:pos x="9" y="32"/>
                  </a:cxn>
                  <a:cxn ang="0">
                    <a:pos x="5" y="30"/>
                  </a:cxn>
                  <a:cxn ang="0">
                    <a:pos x="2" y="24"/>
                  </a:cxn>
                  <a:cxn ang="0">
                    <a:pos x="0" y="18"/>
                  </a:cxn>
                  <a:cxn ang="0">
                    <a:pos x="0" y="18"/>
                  </a:cxn>
                  <a:cxn ang="0">
                    <a:pos x="2" y="11"/>
                  </a:cxn>
                  <a:cxn ang="0">
                    <a:pos x="5" y="6"/>
                  </a:cxn>
                  <a:cxn ang="0">
                    <a:pos x="9" y="2"/>
                  </a:cxn>
                  <a:cxn ang="0">
                    <a:pos x="16" y="0"/>
                  </a:cxn>
                  <a:cxn ang="0">
                    <a:pos x="16" y="0"/>
                  </a:cxn>
                  <a:cxn ang="0">
                    <a:pos x="22" y="2"/>
                  </a:cxn>
                  <a:cxn ang="0">
                    <a:pos x="28" y="6"/>
                  </a:cxn>
                  <a:cxn ang="0">
                    <a:pos x="31" y="11"/>
                  </a:cxn>
                  <a:cxn ang="0">
                    <a:pos x="32" y="18"/>
                  </a:cxn>
                  <a:cxn ang="0">
                    <a:pos x="32" y="18"/>
                  </a:cxn>
                </a:cxnLst>
                <a:rect l="0" t="0" r="r" b="b"/>
                <a:pathLst>
                  <a:path w="32" h="34">
                    <a:moveTo>
                      <a:pt x="32" y="18"/>
                    </a:moveTo>
                    <a:lnTo>
                      <a:pt x="32" y="18"/>
                    </a:lnTo>
                    <a:lnTo>
                      <a:pt x="31" y="24"/>
                    </a:lnTo>
                    <a:lnTo>
                      <a:pt x="28" y="30"/>
                    </a:lnTo>
                    <a:lnTo>
                      <a:pt x="22" y="32"/>
                    </a:lnTo>
                    <a:lnTo>
                      <a:pt x="16" y="34"/>
                    </a:lnTo>
                    <a:lnTo>
                      <a:pt x="16" y="34"/>
                    </a:lnTo>
                    <a:lnTo>
                      <a:pt x="9" y="32"/>
                    </a:lnTo>
                    <a:lnTo>
                      <a:pt x="5" y="30"/>
                    </a:lnTo>
                    <a:lnTo>
                      <a:pt x="2" y="24"/>
                    </a:lnTo>
                    <a:lnTo>
                      <a:pt x="0" y="18"/>
                    </a:lnTo>
                    <a:lnTo>
                      <a:pt x="0" y="18"/>
                    </a:lnTo>
                    <a:lnTo>
                      <a:pt x="2" y="11"/>
                    </a:lnTo>
                    <a:lnTo>
                      <a:pt x="5" y="6"/>
                    </a:lnTo>
                    <a:lnTo>
                      <a:pt x="9" y="2"/>
                    </a:lnTo>
                    <a:lnTo>
                      <a:pt x="16" y="0"/>
                    </a:lnTo>
                    <a:lnTo>
                      <a:pt x="16" y="0"/>
                    </a:lnTo>
                    <a:lnTo>
                      <a:pt x="22" y="2"/>
                    </a:lnTo>
                    <a:lnTo>
                      <a:pt x="28" y="6"/>
                    </a:lnTo>
                    <a:lnTo>
                      <a:pt x="31" y="11"/>
                    </a:lnTo>
                    <a:lnTo>
                      <a:pt x="32" y="18"/>
                    </a:lnTo>
                    <a:lnTo>
                      <a:pt x="32"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4" name="Freeform 63"/>
              <p:cNvSpPr>
                <a:spLocks/>
              </p:cNvSpPr>
              <p:nvPr/>
            </p:nvSpPr>
            <p:spPr bwMode="auto">
              <a:xfrm>
                <a:off x="7671154" y="4130350"/>
                <a:ext cx="29349" cy="29349"/>
              </a:xfrm>
              <a:custGeom>
                <a:avLst/>
                <a:gdLst/>
                <a:ahLst/>
                <a:cxnLst>
                  <a:cxn ang="0">
                    <a:pos x="34" y="16"/>
                  </a:cxn>
                  <a:cxn ang="0">
                    <a:pos x="34" y="16"/>
                  </a:cxn>
                  <a:cxn ang="0">
                    <a:pos x="32" y="22"/>
                  </a:cxn>
                  <a:cxn ang="0">
                    <a:pos x="28" y="27"/>
                  </a:cxn>
                  <a:cxn ang="0">
                    <a:pos x="24" y="30"/>
                  </a:cxn>
                  <a:cxn ang="0">
                    <a:pos x="16" y="32"/>
                  </a:cxn>
                  <a:cxn ang="0">
                    <a:pos x="16" y="32"/>
                  </a:cxn>
                  <a:cxn ang="0">
                    <a:pos x="11" y="30"/>
                  </a:cxn>
                  <a:cxn ang="0">
                    <a:pos x="6" y="27"/>
                  </a:cxn>
                  <a:cxn ang="0">
                    <a:pos x="2" y="22"/>
                  </a:cxn>
                  <a:cxn ang="0">
                    <a:pos x="0" y="16"/>
                  </a:cxn>
                  <a:cxn ang="0">
                    <a:pos x="0" y="16"/>
                  </a:cxn>
                  <a:cxn ang="0">
                    <a:pos x="2" y="10"/>
                  </a:cxn>
                  <a:cxn ang="0">
                    <a:pos x="6" y="4"/>
                  </a:cxn>
                  <a:cxn ang="0">
                    <a:pos x="11" y="1"/>
                  </a:cxn>
                  <a:cxn ang="0">
                    <a:pos x="16" y="0"/>
                  </a:cxn>
                  <a:cxn ang="0">
                    <a:pos x="16" y="0"/>
                  </a:cxn>
                  <a:cxn ang="0">
                    <a:pos x="24" y="1"/>
                  </a:cxn>
                  <a:cxn ang="0">
                    <a:pos x="28" y="4"/>
                  </a:cxn>
                  <a:cxn ang="0">
                    <a:pos x="32" y="10"/>
                  </a:cxn>
                  <a:cxn ang="0">
                    <a:pos x="34" y="16"/>
                  </a:cxn>
                  <a:cxn ang="0">
                    <a:pos x="34" y="16"/>
                  </a:cxn>
                </a:cxnLst>
                <a:rect l="0" t="0" r="r" b="b"/>
                <a:pathLst>
                  <a:path w="34" h="32">
                    <a:moveTo>
                      <a:pt x="34" y="16"/>
                    </a:moveTo>
                    <a:lnTo>
                      <a:pt x="34" y="16"/>
                    </a:lnTo>
                    <a:lnTo>
                      <a:pt x="32" y="22"/>
                    </a:lnTo>
                    <a:lnTo>
                      <a:pt x="28" y="27"/>
                    </a:lnTo>
                    <a:lnTo>
                      <a:pt x="24" y="30"/>
                    </a:lnTo>
                    <a:lnTo>
                      <a:pt x="16" y="32"/>
                    </a:lnTo>
                    <a:lnTo>
                      <a:pt x="16" y="32"/>
                    </a:lnTo>
                    <a:lnTo>
                      <a:pt x="11" y="30"/>
                    </a:lnTo>
                    <a:lnTo>
                      <a:pt x="6" y="27"/>
                    </a:lnTo>
                    <a:lnTo>
                      <a:pt x="2" y="22"/>
                    </a:lnTo>
                    <a:lnTo>
                      <a:pt x="0" y="16"/>
                    </a:lnTo>
                    <a:lnTo>
                      <a:pt x="0" y="16"/>
                    </a:lnTo>
                    <a:lnTo>
                      <a:pt x="2" y="10"/>
                    </a:lnTo>
                    <a:lnTo>
                      <a:pt x="6" y="4"/>
                    </a:lnTo>
                    <a:lnTo>
                      <a:pt x="11" y="1"/>
                    </a:lnTo>
                    <a:lnTo>
                      <a:pt x="16" y="0"/>
                    </a:lnTo>
                    <a:lnTo>
                      <a:pt x="16" y="0"/>
                    </a:lnTo>
                    <a:lnTo>
                      <a:pt x="24" y="1"/>
                    </a:lnTo>
                    <a:lnTo>
                      <a:pt x="28" y="4"/>
                    </a:lnTo>
                    <a:lnTo>
                      <a:pt x="32" y="10"/>
                    </a:lnTo>
                    <a:lnTo>
                      <a:pt x="34" y="16"/>
                    </a:lnTo>
                    <a:lnTo>
                      <a:pt x="34"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5" name="Freeform 64"/>
              <p:cNvSpPr>
                <a:spLocks/>
              </p:cNvSpPr>
              <p:nvPr/>
            </p:nvSpPr>
            <p:spPr bwMode="auto">
              <a:xfrm>
                <a:off x="7650976" y="3990943"/>
                <a:ext cx="29349" cy="31184"/>
              </a:xfrm>
              <a:custGeom>
                <a:avLst/>
                <a:gdLst/>
                <a:ahLst/>
                <a:cxnLst>
                  <a:cxn ang="0">
                    <a:pos x="32" y="17"/>
                  </a:cxn>
                  <a:cxn ang="0">
                    <a:pos x="32" y="17"/>
                  </a:cxn>
                  <a:cxn ang="0">
                    <a:pos x="32" y="23"/>
                  </a:cxn>
                  <a:cxn ang="0">
                    <a:pos x="28" y="29"/>
                  </a:cxn>
                  <a:cxn ang="0">
                    <a:pos x="23" y="32"/>
                  </a:cxn>
                  <a:cxn ang="0">
                    <a:pos x="16" y="33"/>
                  </a:cxn>
                  <a:cxn ang="0">
                    <a:pos x="16" y="33"/>
                  </a:cxn>
                  <a:cxn ang="0">
                    <a:pos x="10" y="32"/>
                  </a:cxn>
                  <a:cxn ang="0">
                    <a:pos x="4" y="29"/>
                  </a:cxn>
                  <a:cxn ang="0">
                    <a:pos x="1" y="23"/>
                  </a:cxn>
                  <a:cxn ang="0">
                    <a:pos x="0" y="17"/>
                  </a:cxn>
                  <a:cxn ang="0">
                    <a:pos x="0" y="17"/>
                  </a:cxn>
                  <a:cxn ang="0">
                    <a:pos x="1" y="10"/>
                  </a:cxn>
                  <a:cxn ang="0">
                    <a:pos x="4" y="6"/>
                  </a:cxn>
                  <a:cxn ang="0">
                    <a:pos x="10" y="1"/>
                  </a:cxn>
                  <a:cxn ang="0">
                    <a:pos x="16" y="0"/>
                  </a:cxn>
                  <a:cxn ang="0">
                    <a:pos x="16" y="0"/>
                  </a:cxn>
                  <a:cxn ang="0">
                    <a:pos x="23" y="1"/>
                  </a:cxn>
                  <a:cxn ang="0">
                    <a:pos x="28" y="6"/>
                  </a:cxn>
                  <a:cxn ang="0">
                    <a:pos x="32" y="10"/>
                  </a:cxn>
                  <a:cxn ang="0">
                    <a:pos x="32" y="17"/>
                  </a:cxn>
                  <a:cxn ang="0">
                    <a:pos x="32" y="17"/>
                  </a:cxn>
                </a:cxnLst>
                <a:rect l="0" t="0" r="r" b="b"/>
                <a:pathLst>
                  <a:path w="32" h="33">
                    <a:moveTo>
                      <a:pt x="32" y="17"/>
                    </a:moveTo>
                    <a:lnTo>
                      <a:pt x="32" y="17"/>
                    </a:lnTo>
                    <a:lnTo>
                      <a:pt x="32" y="23"/>
                    </a:lnTo>
                    <a:lnTo>
                      <a:pt x="28" y="29"/>
                    </a:lnTo>
                    <a:lnTo>
                      <a:pt x="23" y="32"/>
                    </a:lnTo>
                    <a:lnTo>
                      <a:pt x="16" y="33"/>
                    </a:lnTo>
                    <a:lnTo>
                      <a:pt x="16" y="33"/>
                    </a:lnTo>
                    <a:lnTo>
                      <a:pt x="10" y="32"/>
                    </a:lnTo>
                    <a:lnTo>
                      <a:pt x="4" y="29"/>
                    </a:lnTo>
                    <a:lnTo>
                      <a:pt x="1" y="23"/>
                    </a:lnTo>
                    <a:lnTo>
                      <a:pt x="0" y="17"/>
                    </a:lnTo>
                    <a:lnTo>
                      <a:pt x="0" y="17"/>
                    </a:lnTo>
                    <a:lnTo>
                      <a:pt x="1" y="10"/>
                    </a:lnTo>
                    <a:lnTo>
                      <a:pt x="4" y="6"/>
                    </a:lnTo>
                    <a:lnTo>
                      <a:pt x="10" y="1"/>
                    </a:lnTo>
                    <a:lnTo>
                      <a:pt x="16" y="0"/>
                    </a:lnTo>
                    <a:lnTo>
                      <a:pt x="16" y="0"/>
                    </a:lnTo>
                    <a:lnTo>
                      <a:pt x="23" y="1"/>
                    </a:lnTo>
                    <a:lnTo>
                      <a:pt x="28" y="6"/>
                    </a:lnTo>
                    <a:lnTo>
                      <a:pt x="32" y="10"/>
                    </a:lnTo>
                    <a:lnTo>
                      <a:pt x="32" y="17"/>
                    </a:lnTo>
                    <a:lnTo>
                      <a:pt x="32"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6" name="Freeform 65"/>
              <p:cNvSpPr>
                <a:spLocks/>
              </p:cNvSpPr>
              <p:nvPr/>
            </p:nvSpPr>
            <p:spPr bwMode="auto">
              <a:xfrm>
                <a:off x="7706005" y="4005617"/>
                <a:ext cx="31184" cy="31184"/>
              </a:xfrm>
              <a:custGeom>
                <a:avLst/>
                <a:gdLst/>
                <a:ahLst/>
                <a:cxnLst>
                  <a:cxn ang="0">
                    <a:pos x="33" y="17"/>
                  </a:cxn>
                  <a:cxn ang="0">
                    <a:pos x="33" y="17"/>
                  </a:cxn>
                  <a:cxn ang="0">
                    <a:pos x="32" y="23"/>
                  </a:cxn>
                  <a:cxn ang="0">
                    <a:pos x="27" y="29"/>
                  </a:cxn>
                  <a:cxn ang="0">
                    <a:pos x="23" y="32"/>
                  </a:cxn>
                  <a:cxn ang="0">
                    <a:pos x="16" y="33"/>
                  </a:cxn>
                  <a:cxn ang="0">
                    <a:pos x="16" y="33"/>
                  </a:cxn>
                  <a:cxn ang="0">
                    <a:pos x="10" y="32"/>
                  </a:cxn>
                  <a:cxn ang="0">
                    <a:pos x="6" y="29"/>
                  </a:cxn>
                  <a:cxn ang="0">
                    <a:pos x="1" y="23"/>
                  </a:cxn>
                  <a:cxn ang="0">
                    <a:pos x="0" y="17"/>
                  </a:cxn>
                  <a:cxn ang="0">
                    <a:pos x="0" y="17"/>
                  </a:cxn>
                  <a:cxn ang="0">
                    <a:pos x="1" y="10"/>
                  </a:cxn>
                  <a:cxn ang="0">
                    <a:pos x="6" y="6"/>
                  </a:cxn>
                  <a:cxn ang="0">
                    <a:pos x="10" y="1"/>
                  </a:cxn>
                  <a:cxn ang="0">
                    <a:pos x="16" y="0"/>
                  </a:cxn>
                  <a:cxn ang="0">
                    <a:pos x="16" y="0"/>
                  </a:cxn>
                  <a:cxn ang="0">
                    <a:pos x="23" y="1"/>
                  </a:cxn>
                  <a:cxn ang="0">
                    <a:pos x="27" y="6"/>
                  </a:cxn>
                  <a:cxn ang="0">
                    <a:pos x="32" y="10"/>
                  </a:cxn>
                  <a:cxn ang="0">
                    <a:pos x="33" y="17"/>
                  </a:cxn>
                  <a:cxn ang="0">
                    <a:pos x="33" y="17"/>
                  </a:cxn>
                </a:cxnLst>
                <a:rect l="0" t="0" r="r" b="b"/>
                <a:pathLst>
                  <a:path w="33" h="33">
                    <a:moveTo>
                      <a:pt x="33" y="17"/>
                    </a:moveTo>
                    <a:lnTo>
                      <a:pt x="33" y="17"/>
                    </a:lnTo>
                    <a:lnTo>
                      <a:pt x="32" y="23"/>
                    </a:lnTo>
                    <a:lnTo>
                      <a:pt x="27" y="29"/>
                    </a:lnTo>
                    <a:lnTo>
                      <a:pt x="23" y="32"/>
                    </a:lnTo>
                    <a:lnTo>
                      <a:pt x="16" y="33"/>
                    </a:lnTo>
                    <a:lnTo>
                      <a:pt x="16" y="33"/>
                    </a:lnTo>
                    <a:lnTo>
                      <a:pt x="10" y="32"/>
                    </a:lnTo>
                    <a:lnTo>
                      <a:pt x="6" y="29"/>
                    </a:lnTo>
                    <a:lnTo>
                      <a:pt x="1" y="23"/>
                    </a:lnTo>
                    <a:lnTo>
                      <a:pt x="0" y="17"/>
                    </a:lnTo>
                    <a:lnTo>
                      <a:pt x="0" y="17"/>
                    </a:lnTo>
                    <a:lnTo>
                      <a:pt x="1" y="10"/>
                    </a:lnTo>
                    <a:lnTo>
                      <a:pt x="6" y="6"/>
                    </a:lnTo>
                    <a:lnTo>
                      <a:pt x="10" y="1"/>
                    </a:lnTo>
                    <a:lnTo>
                      <a:pt x="16" y="0"/>
                    </a:lnTo>
                    <a:lnTo>
                      <a:pt x="16" y="0"/>
                    </a:lnTo>
                    <a:lnTo>
                      <a:pt x="23" y="1"/>
                    </a:lnTo>
                    <a:lnTo>
                      <a:pt x="27" y="6"/>
                    </a:lnTo>
                    <a:lnTo>
                      <a:pt x="32" y="10"/>
                    </a:lnTo>
                    <a:lnTo>
                      <a:pt x="33" y="17"/>
                    </a:lnTo>
                    <a:lnTo>
                      <a:pt x="33"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7" name="Freeform 66"/>
              <p:cNvSpPr>
                <a:spLocks/>
              </p:cNvSpPr>
              <p:nvPr/>
            </p:nvSpPr>
            <p:spPr bwMode="auto">
              <a:xfrm>
                <a:off x="7821567" y="3992778"/>
                <a:ext cx="29349" cy="31184"/>
              </a:xfrm>
              <a:custGeom>
                <a:avLst/>
                <a:gdLst/>
                <a:ahLst/>
                <a:cxnLst>
                  <a:cxn ang="0">
                    <a:pos x="32" y="17"/>
                  </a:cxn>
                  <a:cxn ang="0">
                    <a:pos x="32" y="17"/>
                  </a:cxn>
                  <a:cxn ang="0">
                    <a:pos x="31" y="23"/>
                  </a:cxn>
                  <a:cxn ang="0">
                    <a:pos x="28" y="27"/>
                  </a:cxn>
                  <a:cxn ang="0">
                    <a:pos x="22" y="32"/>
                  </a:cxn>
                  <a:cxn ang="0">
                    <a:pos x="16" y="33"/>
                  </a:cxn>
                  <a:cxn ang="0">
                    <a:pos x="16" y="33"/>
                  </a:cxn>
                  <a:cxn ang="0">
                    <a:pos x="10" y="32"/>
                  </a:cxn>
                  <a:cxn ang="0">
                    <a:pos x="4" y="27"/>
                  </a:cxn>
                  <a:cxn ang="0">
                    <a:pos x="1" y="23"/>
                  </a:cxn>
                  <a:cxn ang="0">
                    <a:pos x="0" y="17"/>
                  </a:cxn>
                  <a:cxn ang="0">
                    <a:pos x="0" y="17"/>
                  </a:cxn>
                  <a:cxn ang="0">
                    <a:pos x="1"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7"/>
                    </a:lnTo>
                    <a:lnTo>
                      <a:pt x="22" y="32"/>
                    </a:lnTo>
                    <a:lnTo>
                      <a:pt x="16" y="33"/>
                    </a:lnTo>
                    <a:lnTo>
                      <a:pt x="16" y="33"/>
                    </a:lnTo>
                    <a:lnTo>
                      <a:pt x="10" y="32"/>
                    </a:lnTo>
                    <a:lnTo>
                      <a:pt x="4" y="27"/>
                    </a:lnTo>
                    <a:lnTo>
                      <a:pt x="1" y="23"/>
                    </a:lnTo>
                    <a:lnTo>
                      <a:pt x="0" y="17"/>
                    </a:lnTo>
                    <a:lnTo>
                      <a:pt x="0" y="17"/>
                    </a:lnTo>
                    <a:lnTo>
                      <a:pt x="1"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8" name="Freeform 67"/>
              <p:cNvSpPr>
                <a:spLocks/>
              </p:cNvSpPr>
              <p:nvPr/>
            </p:nvSpPr>
            <p:spPr bwMode="auto">
              <a:xfrm>
                <a:off x="7726183" y="4121179"/>
                <a:ext cx="29349" cy="29349"/>
              </a:xfrm>
              <a:custGeom>
                <a:avLst/>
                <a:gdLst/>
                <a:ahLst/>
                <a:cxnLst>
                  <a:cxn ang="0">
                    <a:pos x="32" y="16"/>
                  </a:cxn>
                  <a:cxn ang="0">
                    <a:pos x="32" y="16"/>
                  </a:cxn>
                  <a:cxn ang="0">
                    <a:pos x="30" y="21"/>
                  </a:cxn>
                  <a:cxn ang="0">
                    <a:pos x="27" y="27"/>
                  </a:cxn>
                  <a:cxn ang="0">
                    <a:pos x="21" y="30"/>
                  </a:cxn>
                  <a:cxn ang="0">
                    <a:pos x="16" y="32"/>
                  </a:cxn>
                  <a:cxn ang="0">
                    <a:pos x="16" y="32"/>
                  </a:cxn>
                  <a:cxn ang="0">
                    <a:pos x="8" y="30"/>
                  </a:cxn>
                  <a:cxn ang="0">
                    <a:pos x="4" y="27"/>
                  </a:cxn>
                  <a:cxn ang="0">
                    <a:pos x="0" y="21"/>
                  </a:cxn>
                  <a:cxn ang="0">
                    <a:pos x="0" y="16"/>
                  </a:cxn>
                  <a:cxn ang="0">
                    <a:pos x="0" y="16"/>
                  </a:cxn>
                  <a:cxn ang="0">
                    <a:pos x="0" y="10"/>
                  </a:cxn>
                  <a:cxn ang="0">
                    <a:pos x="4" y="4"/>
                  </a:cxn>
                  <a:cxn ang="0">
                    <a:pos x="8" y="1"/>
                  </a:cxn>
                  <a:cxn ang="0">
                    <a:pos x="16" y="0"/>
                  </a:cxn>
                  <a:cxn ang="0">
                    <a:pos x="16" y="0"/>
                  </a:cxn>
                  <a:cxn ang="0">
                    <a:pos x="21" y="1"/>
                  </a:cxn>
                  <a:cxn ang="0">
                    <a:pos x="27" y="4"/>
                  </a:cxn>
                  <a:cxn ang="0">
                    <a:pos x="30" y="10"/>
                  </a:cxn>
                  <a:cxn ang="0">
                    <a:pos x="32" y="16"/>
                  </a:cxn>
                  <a:cxn ang="0">
                    <a:pos x="32" y="16"/>
                  </a:cxn>
                </a:cxnLst>
                <a:rect l="0" t="0" r="r" b="b"/>
                <a:pathLst>
                  <a:path w="32" h="32">
                    <a:moveTo>
                      <a:pt x="32" y="16"/>
                    </a:moveTo>
                    <a:lnTo>
                      <a:pt x="32" y="16"/>
                    </a:lnTo>
                    <a:lnTo>
                      <a:pt x="30" y="21"/>
                    </a:lnTo>
                    <a:lnTo>
                      <a:pt x="27" y="27"/>
                    </a:lnTo>
                    <a:lnTo>
                      <a:pt x="21" y="30"/>
                    </a:lnTo>
                    <a:lnTo>
                      <a:pt x="16" y="32"/>
                    </a:lnTo>
                    <a:lnTo>
                      <a:pt x="16" y="32"/>
                    </a:lnTo>
                    <a:lnTo>
                      <a:pt x="8" y="30"/>
                    </a:lnTo>
                    <a:lnTo>
                      <a:pt x="4" y="27"/>
                    </a:lnTo>
                    <a:lnTo>
                      <a:pt x="0" y="21"/>
                    </a:lnTo>
                    <a:lnTo>
                      <a:pt x="0" y="16"/>
                    </a:lnTo>
                    <a:lnTo>
                      <a:pt x="0" y="16"/>
                    </a:lnTo>
                    <a:lnTo>
                      <a:pt x="0" y="10"/>
                    </a:lnTo>
                    <a:lnTo>
                      <a:pt x="4" y="4"/>
                    </a:lnTo>
                    <a:lnTo>
                      <a:pt x="8" y="1"/>
                    </a:lnTo>
                    <a:lnTo>
                      <a:pt x="16" y="0"/>
                    </a:lnTo>
                    <a:lnTo>
                      <a:pt x="16" y="0"/>
                    </a:lnTo>
                    <a:lnTo>
                      <a:pt x="21" y="1"/>
                    </a:lnTo>
                    <a:lnTo>
                      <a:pt x="27" y="4"/>
                    </a:lnTo>
                    <a:lnTo>
                      <a:pt x="30"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49" name="Freeform 68"/>
              <p:cNvSpPr>
                <a:spLocks/>
              </p:cNvSpPr>
              <p:nvPr/>
            </p:nvSpPr>
            <p:spPr bwMode="auto">
              <a:xfrm>
                <a:off x="8824930" y="4640286"/>
                <a:ext cx="29349" cy="31184"/>
              </a:xfrm>
              <a:custGeom>
                <a:avLst/>
                <a:gdLst/>
                <a:ahLst/>
                <a:cxnLst>
                  <a:cxn ang="0">
                    <a:pos x="32" y="16"/>
                  </a:cxn>
                  <a:cxn ang="0">
                    <a:pos x="32" y="16"/>
                  </a:cxn>
                  <a:cxn ang="0">
                    <a:pos x="30" y="23"/>
                  </a:cxn>
                  <a:cxn ang="0">
                    <a:pos x="27" y="28"/>
                  </a:cxn>
                  <a:cxn ang="0">
                    <a:pos x="22" y="32"/>
                  </a:cxn>
                  <a:cxn ang="0">
                    <a:pos x="16" y="34"/>
                  </a:cxn>
                  <a:cxn ang="0">
                    <a:pos x="16" y="34"/>
                  </a:cxn>
                  <a:cxn ang="0">
                    <a:pos x="8" y="32"/>
                  </a:cxn>
                  <a:cxn ang="0">
                    <a:pos x="4" y="28"/>
                  </a:cxn>
                  <a:cxn ang="0">
                    <a:pos x="0" y="23"/>
                  </a:cxn>
                  <a:cxn ang="0">
                    <a:pos x="0" y="16"/>
                  </a:cxn>
                  <a:cxn ang="0">
                    <a:pos x="0" y="16"/>
                  </a:cxn>
                  <a:cxn ang="0">
                    <a:pos x="0" y="10"/>
                  </a:cxn>
                  <a:cxn ang="0">
                    <a:pos x="4" y="4"/>
                  </a:cxn>
                  <a:cxn ang="0">
                    <a:pos x="8" y="1"/>
                  </a:cxn>
                  <a:cxn ang="0">
                    <a:pos x="16" y="0"/>
                  </a:cxn>
                  <a:cxn ang="0">
                    <a:pos x="16" y="0"/>
                  </a:cxn>
                  <a:cxn ang="0">
                    <a:pos x="22" y="1"/>
                  </a:cxn>
                  <a:cxn ang="0">
                    <a:pos x="27" y="4"/>
                  </a:cxn>
                  <a:cxn ang="0">
                    <a:pos x="30" y="10"/>
                  </a:cxn>
                  <a:cxn ang="0">
                    <a:pos x="32" y="16"/>
                  </a:cxn>
                  <a:cxn ang="0">
                    <a:pos x="32" y="16"/>
                  </a:cxn>
                </a:cxnLst>
                <a:rect l="0" t="0" r="r" b="b"/>
                <a:pathLst>
                  <a:path w="32" h="34">
                    <a:moveTo>
                      <a:pt x="32" y="16"/>
                    </a:moveTo>
                    <a:lnTo>
                      <a:pt x="32" y="16"/>
                    </a:lnTo>
                    <a:lnTo>
                      <a:pt x="30" y="23"/>
                    </a:lnTo>
                    <a:lnTo>
                      <a:pt x="27" y="28"/>
                    </a:lnTo>
                    <a:lnTo>
                      <a:pt x="22" y="32"/>
                    </a:lnTo>
                    <a:lnTo>
                      <a:pt x="16" y="34"/>
                    </a:lnTo>
                    <a:lnTo>
                      <a:pt x="16" y="34"/>
                    </a:lnTo>
                    <a:lnTo>
                      <a:pt x="8" y="32"/>
                    </a:lnTo>
                    <a:lnTo>
                      <a:pt x="4" y="28"/>
                    </a:lnTo>
                    <a:lnTo>
                      <a:pt x="0" y="23"/>
                    </a:lnTo>
                    <a:lnTo>
                      <a:pt x="0" y="16"/>
                    </a:lnTo>
                    <a:lnTo>
                      <a:pt x="0" y="16"/>
                    </a:lnTo>
                    <a:lnTo>
                      <a:pt x="0" y="10"/>
                    </a:lnTo>
                    <a:lnTo>
                      <a:pt x="4" y="4"/>
                    </a:lnTo>
                    <a:lnTo>
                      <a:pt x="8"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50" name="Freeform 69"/>
              <p:cNvSpPr>
                <a:spLocks/>
              </p:cNvSpPr>
              <p:nvPr/>
            </p:nvSpPr>
            <p:spPr bwMode="auto">
              <a:xfrm>
                <a:off x="8857948" y="4530228"/>
                <a:ext cx="31184" cy="29349"/>
              </a:xfrm>
              <a:custGeom>
                <a:avLst/>
                <a:gdLst/>
                <a:ahLst/>
                <a:cxnLst>
                  <a:cxn ang="0">
                    <a:pos x="33" y="16"/>
                  </a:cxn>
                  <a:cxn ang="0">
                    <a:pos x="33" y="16"/>
                  </a:cxn>
                  <a:cxn ang="0">
                    <a:pos x="32" y="23"/>
                  </a:cxn>
                  <a:cxn ang="0">
                    <a:pos x="27" y="28"/>
                  </a:cxn>
                  <a:cxn ang="0">
                    <a:pos x="23" y="32"/>
                  </a:cxn>
                  <a:cxn ang="0">
                    <a:pos x="17" y="34"/>
                  </a:cxn>
                  <a:cxn ang="0">
                    <a:pos x="17" y="34"/>
                  </a:cxn>
                  <a:cxn ang="0">
                    <a:pos x="10" y="32"/>
                  </a:cxn>
                  <a:cxn ang="0">
                    <a:pos x="6" y="28"/>
                  </a:cxn>
                  <a:cxn ang="0">
                    <a:pos x="1" y="23"/>
                  </a:cxn>
                  <a:cxn ang="0">
                    <a:pos x="0" y="16"/>
                  </a:cxn>
                  <a:cxn ang="0">
                    <a:pos x="0" y="16"/>
                  </a:cxn>
                  <a:cxn ang="0">
                    <a:pos x="1" y="10"/>
                  </a:cxn>
                  <a:cxn ang="0">
                    <a:pos x="6" y="6"/>
                  </a:cxn>
                  <a:cxn ang="0">
                    <a:pos x="10" y="2"/>
                  </a:cxn>
                  <a:cxn ang="0">
                    <a:pos x="17" y="0"/>
                  </a:cxn>
                  <a:cxn ang="0">
                    <a:pos x="17" y="0"/>
                  </a:cxn>
                  <a:cxn ang="0">
                    <a:pos x="23" y="2"/>
                  </a:cxn>
                  <a:cxn ang="0">
                    <a:pos x="27" y="6"/>
                  </a:cxn>
                  <a:cxn ang="0">
                    <a:pos x="32" y="10"/>
                  </a:cxn>
                  <a:cxn ang="0">
                    <a:pos x="33" y="16"/>
                  </a:cxn>
                  <a:cxn ang="0">
                    <a:pos x="33" y="16"/>
                  </a:cxn>
                </a:cxnLst>
                <a:rect l="0" t="0" r="r" b="b"/>
                <a:pathLst>
                  <a:path w="33" h="34">
                    <a:moveTo>
                      <a:pt x="33" y="16"/>
                    </a:moveTo>
                    <a:lnTo>
                      <a:pt x="33" y="16"/>
                    </a:lnTo>
                    <a:lnTo>
                      <a:pt x="32" y="23"/>
                    </a:lnTo>
                    <a:lnTo>
                      <a:pt x="27" y="28"/>
                    </a:lnTo>
                    <a:lnTo>
                      <a:pt x="23" y="32"/>
                    </a:lnTo>
                    <a:lnTo>
                      <a:pt x="17" y="34"/>
                    </a:lnTo>
                    <a:lnTo>
                      <a:pt x="17" y="34"/>
                    </a:lnTo>
                    <a:lnTo>
                      <a:pt x="10" y="32"/>
                    </a:lnTo>
                    <a:lnTo>
                      <a:pt x="6" y="28"/>
                    </a:lnTo>
                    <a:lnTo>
                      <a:pt x="1" y="23"/>
                    </a:lnTo>
                    <a:lnTo>
                      <a:pt x="0" y="16"/>
                    </a:lnTo>
                    <a:lnTo>
                      <a:pt x="0" y="16"/>
                    </a:lnTo>
                    <a:lnTo>
                      <a:pt x="1" y="10"/>
                    </a:lnTo>
                    <a:lnTo>
                      <a:pt x="6" y="6"/>
                    </a:lnTo>
                    <a:lnTo>
                      <a:pt x="10" y="2"/>
                    </a:lnTo>
                    <a:lnTo>
                      <a:pt x="17" y="0"/>
                    </a:lnTo>
                    <a:lnTo>
                      <a:pt x="17" y="0"/>
                    </a:lnTo>
                    <a:lnTo>
                      <a:pt x="23" y="2"/>
                    </a:lnTo>
                    <a:lnTo>
                      <a:pt x="27" y="6"/>
                    </a:lnTo>
                    <a:lnTo>
                      <a:pt x="32" y="10"/>
                    </a:lnTo>
                    <a:lnTo>
                      <a:pt x="33" y="16"/>
                    </a:lnTo>
                    <a:lnTo>
                      <a:pt x="33" y="16"/>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sp>
            <p:nvSpPr>
              <p:cNvPr id="51" name="Freeform 70"/>
              <p:cNvSpPr>
                <a:spLocks/>
              </p:cNvSpPr>
              <p:nvPr/>
            </p:nvSpPr>
            <p:spPr bwMode="auto">
              <a:xfrm>
                <a:off x="8982680" y="4401827"/>
                <a:ext cx="29349" cy="29349"/>
              </a:xfrm>
              <a:custGeom>
                <a:avLst/>
                <a:gdLst/>
                <a:ahLst/>
                <a:cxnLst>
                  <a:cxn ang="0">
                    <a:pos x="32" y="18"/>
                  </a:cxn>
                  <a:cxn ang="0">
                    <a:pos x="32" y="18"/>
                  </a:cxn>
                  <a:cxn ang="0">
                    <a:pos x="31" y="23"/>
                  </a:cxn>
                  <a:cxn ang="0">
                    <a:pos x="28" y="29"/>
                  </a:cxn>
                  <a:cxn ang="0">
                    <a:pos x="22" y="32"/>
                  </a:cxn>
                  <a:cxn ang="0">
                    <a:pos x="16" y="34"/>
                  </a:cxn>
                  <a:cxn ang="0">
                    <a:pos x="16" y="34"/>
                  </a:cxn>
                  <a:cxn ang="0">
                    <a:pos x="10" y="32"/>
                  </a:cxn>
                  <a:cxn ang="0">
                    <a:pos x="5" y="29"/>
                  </a:cxn>
                  <a:cxn ang="0">
                    <a:pos x="2" y="23"/>
                  </a:cxn>
                  <a:cxn ang="0">
                    <a:pos x="0" y="18"/>
                  </a:cxn>
                  <a:cxn ang="0">
                    <a:pos x="0" y="18"/>
                  </a:cxn>
                  <a:cxn ang="0">
                    <a:pos x="2" y="10"/>
                  </a:cxn>
                  <a:cxn ang="0">
                    <a:pos x="5" y="6"/>
                  </a:cxn>
                  <a:cxn ang="0">
                    <a:pos x="10" y="2"/>
                  </a:cxn>
                  <a:cxn ang="0">
                    <a:pos x="16" y="0"/>
                  </a:cxn>
                  <a:cxn ang="0">
                    <a:pos x="16" y="0"/>
                  </a:cxn>
                  <a:cxn ang="0">
                    <a:pos x="22" y="2"/>
                  </a:cxn>
                  <a:cxn ang="0">
                    <a:pos x="28" y="6"/>
                  </a:cxn>
                  <a:cxn ang="0">
                    <a:pos x="31" y="10"/>
                  </a:cxn>
                  <a:cxn ang="0">
                    <a:pos x="32" y="18"/>
                  </a:cxn>
                  <a:cxn ang="0">
                    <a:pos x="32" y="18"/>
                  </a:cxn>
                </a:cxnLst>
                <a:rect l="0" t="0" r="r" b="b"/>
                <a:pathLst>
                  <a:path w="32" h="34">
                    <a:moveTo>
                      <a:pt x="32" y="18"/>
                    </a:moveTo>
                    <a:lnTo>
                      <a:pt x="32" y="18"/>
                    </a:lnTo>
                    <a:lnTo>
                      <a:pt x="31" y="23"/>
                    </a:lnTo>
                    <a:lnTo>
                      <a:pt x="28" y="29"/>
                    </a:lnTo>
                    <a:lnTo>
                      <a:pt x="22" y="32"/>
                    </a:lnTo>
                    <a:lnTo>
                      <a:pt x="16" y="34"/>
                    </a:lnTo>
                    <a:lnTo>
                      <a:pt x="16" y="34"/>
                    </a:lnTo>
                    <a:lnTo>
                      <a:pt x="10" y="32"/>
                    </a:lnTo>
                    <a:lnTo>
                      <a:pt x="5" y="29"/>
                    </a:lnTo>
                    <a:lnTo>
                      <a:pt x="2" y="23"/>
                    </a:lnTo>
                    <a:lnTo>
                      <a:pt x="0" y="18"/>
                    </a:lnTo>
                    <a:lnTo>
                      <a:pt x="0" y="18"/>
                    </a:lnTo>
                    <a:lnTo>
                      <a:pt x="2" y="10"/>
                    </a:lnTo>
                    <a:lnTo>
                      <a:pt x="5" y="6"/>
                    </a:lnTo>
                    <a:lnTo>
                      <a:pt x="10" y="2"/>
                    </a:lnTo>
                    <a:lnTo>
                      <a:pt x="16" y="0"/>
                    </a:lnTo>
                    <a:lnTo>
                      <a:pt x="16" y="0"/>
                    </a:lnTo>
                    <a:lnTo>
                      <a:pt x="22" y="2"/>
                    </a:lnTo>
                    <a:lnTo>
                      <a:pt x="28" y="6"/>
                    </a:lnTo>
                    <a:lnTo>
                      <a:pt x="31" y="10"/>
                    </a:lnTo>
                    <a:lnTo>
                      <a:pt x="32" y="18"/>
                    </a:lnTo>
                    <a:lnTo>
                      <a:pt x="32" y="18"/>
                    </a:lnTo>
                    <a:close/>
                  </a:path>
                </a:pathLst>
              </a:custGeom>
              <a:grpFill/>
              <a:ln w="9525">
                <a:noFill/>
                <a:round/>
                <a:headEnd/>
                <a:tailEnd/>
              </a:ln>
            </p:spPr>
            <p:txBody>
              <a:bodyPr/>
              <a:lstStyle/>
              <a:p>
                <a:pPr defTabSz="914139" fontAlgn="auto">
                  <a:spcBef>
                    <a:spcPts val="0"/>
                  </a:spcBef>
                  <a:spcAft>
                    <a:spcPts val="0"/>
                  </a:spcAft>
                  <a:defRPr/>
                </a:pPr>
                <a:endParaRPr lang="en-US" sz="1800" dirty="0">
                  <a:latin typeface="+mn-lt"/>
                  <a:cs typeface="+mn-cs"/>
                </a:endParaRPr>
              </a:p>
            </p:txBody>
          </p:sp>
        </p:grpSp>
      </p:grpSp>
      <p:sp>
        <p:nvSpPr>
          <p:cNvPr id="73" name="Rectangle 12"/>
          <p:cNvSpPr>
            <a:spLocks noChangeArrowheads="1"/>
          </p:cNvSpPr>
          <p:nvPr>
            <p:custDataLst>
              <p:tags r:id="rId3"/>
            </p:custDataLst>
          </p:nvPr>
        </p:nvSpPr>
        <p:spPr bwMode="auto">
          <a:xfrm>
            <a:off x="8369544" y="5787182"/>
            <a:ext cx="2921001" cy="222035"/>
          </a:xfrm>
          <a:prstGeom prst="rect">
            <a:avLst/>
          </a:prstGeom>
          <a:noFill/>
          <a:ln w="9525">
            <a:noFill/>
            <a:miter lim="800000"/>
            <a:headEnd/>
            <a:tailEnd/>
          </a:ln>
        </p:spPr>
        <p:txBody>
          <a:bodyPr lIns="18504" tIns="18504" rIns="185053" bIns="18504" anchor="b">
            <a:spAutoFit/>
          </a:bodyPr>
          <a:lstStyle/>
          <a:p>
            <a:pPr algn="r"/>
            <a:r>
              <a:rPr lang="en-US" sz="400" dirty="0">
                <a:latin typeface="Trebuchet MS" pitchFamily="34" charset="0"/>
              </a:rPr>
              <a:t>The information contained in this presentation is proprietary.</a:t>
            </a:r>
          </a:p>
          <a:p>
            <a:pPr algn="r"/>
            <a:r>
              <a:rPr lang="en-US" sz="400" dirty="0">
                <a:latin typeface="Trebuchet MS" pitchFamily="34" charset="0"/>
              </a:rPr>
              <a:t>© 2015 Capgemini. All rights reserved.</a:t>
            </a:r>
          </a:p>
          <a:p>
            <a:pPr algn="r"/>
            <a:r>
              <a:rPr lang="en-US" sz="400" i="1" dirty="0">
                <a:latin typeface="Trebuchet MS" pitchFamily="34" charset="0"/>
              </a:rPr>
              <a:t>Rightshore</a:t>
            </a:r>
            <a:r>
              <a:rPr lang="en-US" sz="400" i="1" baseline="30000" dirty="0">
                <a:latin typeface="Trebuchet MS" pitchFamily="34" charset="0"/>
              </a:rPr>
              <a:t>®</a:t>
            </a:r>
            <a:r>
              <a:rPr lang="en-US" sz="400" i="1" dirty="0">
                <a:latin typeface="Trebuchet MS" pitchFamily="34" charset="0"/>
              </a:rPr>
              <a:t> is a trademark belonging to Capgemini.</a:t>
            </a:r>
            <a:endParaRPr lang="en-US" sz="400" dirty="0">
              <a:latin typeface="Trebuchet MS" pitchFamily="34" charset="0"/>
            </a:endParaRPr>
          </a:p>
        </p:txBody>
      </p:sp>
      <p:sp>
        <p:nvSpPr>
          <p:cNvPr id="74" name="Rectangle 13">
            <a:hlinkClick r:id="rId13"/>
          </p:cNvPr>
          <p:cNvSpPr>
            <a:spLocks noChangeArrowheads="1"/>
          </p:cNvSpPr>
          <p:nvPr>
            <p:custDataLst>
              <p:tags r:id="rId4"/>
            </p:custDataLst>
          </p:nvPr>
        </p:nvSpPr>
        <p:spPr bwMode="auto">
          <a:xfrm>
            <a:off x="9680112" y="5251516"/>
            <a:ext cx="1610430" cy="209975"/>
          </a:xfrm>
          <a:prstGeom prst="rect">
            <a:avLst/>
          </a:prstGeom>
          <a:noFill/>
          <a:ln w="9525">
            <a:noFill/>
            <a:miter lim="800000"/>
            <a:headEnd/>
            <a:tailEnd/>
          </a:ln>
        </p:spPr>
        <p:txBody>
          <a:bodyPr wrap="none" lIns="20152" tIns="20152" rIns="201516" bIns="20152" anchor="b">
            <a:spAutoFit/>
          </a:bodyPr>
          <a:lstStyle/>
          <a:p>
            <a:pPr algn="r"/>
            <a:r>
              <a:rPr lang="en-US" sz="1100" b="1" dirty="0"/>
              <a:t>www.capgemini.com</a:t>
            </a:r>
          </a:p>
        </p:txBody>
      </p:sp>
      <p:pic>
        <p:nvPicPr>
          <p:cNvPr id="75" name="Picture 3" descr="C:\Users\UserSim\Desktop\DS_icons\128x128 shadows\facebook.png">
            <a:hlinkClick r:id="rId14"/>
          </p:cNvPr>
          <p:cNvPicPr>
            <a:picLocks noChangeAspect="1" noChangeArrowheads="1"/>
          </p:cNvPicPr>
          <p:nvPr>
            <p:custDataLst>
              <p:tags r:id="rId5"/>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9979265" y="5523892"/>
            <a:ext cx="185208" cy="175521"/>
          </a:xfrm>
          <a:prstGeom prst="rect">
            <a:avLst/>
          </a:prstGeom>
          <a:noFill/>
          <a:ln w="9525">
            <a:noFill/>
            <a:miter lim="800000"/>
            <a:headEnd/>
            <a:tailEnd/>
          </a:ln>
        </p:spPr>
      </p:pic>
      <p:pic>
        <p:nvPicPr>
          <p:cNvPr id="76" name="Picture 4" descr="C:\Users\UserSim\Desktop\DS_icons\128x128 shadows\linkedin.png">
            <a:hlinkClick r:id="rId16"/>
          </p:cNvPr>
          <p:cNvPicPr>
            <a:picLocks noChangeAspect="1" noChangeArrowheads="1"/>
          </p:cNvPicPr>
          <p:nvPr>
            <p:custDataLst>
              <p:tags r:id="rId6"/>
            </p:custDataLst>
          </p:nvPr>
        </p:nvPicPr>
        <p:blipFill>
          <a:blip r:embed="rId17" cstate="email">
            <a:extLst>
              <a:ext uri="{28A0092B-C50C-407E-A947-70E740481C1C}">
                <a14:useLocalDpi xmlns:a14="http://schemas.microsoft.com/office/drawing/2010/main" val="0"/>
              </a:ext>
            </a:extLst>
          </a:blip>
          <a:srcRect/>
          <a:stretch>
            <a:fillRect/>
          </a:stretch>
        </p:blipFill>
        <p:spPr bwMode="auto">
          <a:xfrm>
            <a:off x="10202573" y="5523874"/>
            <a:ext cx="188384" cy="177636"/>
          </a:xfrm>
          <a:prstGeom prst="rect">
            <a:avLst/>
          </a:prstGeom>
          <a:noFill/>
          <a:ln w="9525">
            <a:noFill/>
            <a:miter lim="800000"/>
            <a:headEnd/>
            <a:tailEnd/>
          </a:ln>
        </p:spPr>
      </p:pic>
      <p:pic>
        <p:nvPicPr>
          <p:cNvPr id="77" name="Picture 5" descr="C:\Users\UserSim\Desktop\DS_icons\128x128 shadows\twitter.png">
            <a:hlinkClick r:id="rId18"/>
          </p:cNvPr>
          <p:cNvPicPr>
            <a:picLocks noChangeAspect="1" noChangeArrowheads="1"/>
          </p:cNvPicPr>
          <p:nvPr>
            <p:custDataLst>
              <p:tags r:id="rId7"/>
            </p:custDataLst>
          </p:nvPr>
        </p:nvPicPr>
        <p:blipFill>
          <a:blip r:embed="rId19" cstate="email">
            <a:extLst>
              <a:ext uri="{28A0092B-C50C-407E-A947-70E740481C1C}">
                <a14:useLocalDpi xmlns:a14="http://schemas.microsoft.com/office/drawing/2010/main" val="0"/>
              </a:ext>
            </a:extLst>
          </a:blip>
          <a:srcRect/>
          <a:stretch>
            <a:fillRect/>
          </a:stretch>
        </p:blipFill>
        <p:spPr bwMode="auto">
          <a:xfrm>
            <a:off x="10622740" y="5523874"/>
            <a:ext cx="187325" cy="177636"/>
          </a:xfrm>
          <a:prstGeom prst="rect">
            <a:avLst/>
          </a:prstGeom>
          <a:noFill/>
          <a:ln w="9525">
            <a:noFill/>
            <a:miter lim="800000"/>
            <a:headEnd/>
            <a:tailEnd/>
          </a:ln>
        </p:spPr>
      </p:pic>
      <p:pic>
        <p:nvPicPr>
          <p:cNvPr id="78" name="Picture 6" descr="C:\Users\UserSim\Desktop\DS_icons\128x128 shadows\youtube.png">
            <a:hlinkClick r:id="rId20"/>
          </p:cNvPr>
          <p:cNvPicPr>
            <a:picLocks noChangeAspect="1" noChangeArrowheads="1"/>
          </p:cNvPicPr>
          <p:nvPr>
            <p:custDataLst>
              <p:tags r:id="rId8"/>
            </p:custDataLst>
          </p:nvPr>
        </p:nvPicPr>
        <p:blipFill>
          <a:blip r:embed="rId21" cstate="email">
            <a:extLst>
              <a:ext uri="{28A0092B-C50C-407E-A947-70E740481C1C}">
                <a14:useLocalDpi xmlns:a14="http://schemas.microsoft.com/office/drawing/2010/main" val="0"/>
              </a:ext>
            </a:extLst>
          </a:blip>
          <a:srcRect/>
          <a:stretch>
            <a:fillRect/>
          </a:stretch>
        </p:blipFill>
        <p:spPr bwMode="auto">
          <a:xfrm>
            <a:off x="10848165" y="5523874"/>
            <a:ext cx="187327" cy="177636"/>
          </a:xfrm>
          <a:prstGeom prst="rect">
            <a:avLst/>
          </a:prstGeom>
          <a:noFill/>
          <a:ln w="9525">
            <a:noFill/>
            <a:miter lim="800000"/>
            <a:headEnd/>
            <a:tailEnd/>
          </a:ln>
        </p:spPr>
      </p:pic>
      <p:pic>
        <p:nvPicPr>
          <p:cNvPr id="79" name="Image 22" descr="Picto_Slideshare.gif">
            <a:hlinkClick r:id="rId22"/>
          </p:cNvPr>
          <p:cNvPicPr preferRelativeResize="0">
            <a:picLocks/>
          </p:cNvPicPr>
          <p:nvPr>
            <p:custDataLst>
              <p:tags r:id="rId9"/>
            </p:custDataLst>
          </p:nvPr>
        </p:nvPicPr>
        <p:blipFill>
          <a:blip r:embed="rId23" cstate="print">
            <a:extLst>
              <a:ext uri="{28A0092B-C50C-407E-A947-70E740481C1C}">
                <a14:useLocalDpi xmlns:a14="http://schemas.microsoft.com/office/drawing/2010/main" val="0"/>
              </a:ext>
            </a:extLst>
          </a:blip>
          <a:srcRect l="4793" t="6316" r="5718" b="7969"/>
          <a:stretch>
            <a:fillRect/>
          </a:stretch>
        </p:blipFill>
        <p:spPr>
          <a:xfrm>
            <a:off x="10428657" y="5523931"/>
            <a:ext cx="155575" cy="158603"/>
          </a:xfrm>
          <a:prstGeom prst="roundRect">
            <a:avLst/>
          </a:prstGeom>
          <a:effectLst>
            <a:outerShdw blurRad="38100" dist="25400" dir="5400000" sx="98000" sy="98000" algn="t" rotWithShape="0">
              <a:schemeClr val="tx2">
                <a:alpha val="51000"/>
              </a:schemeClr>
            </a:outerShdw>
          </a:effectLst>
        </p:spPr>
      </p:pic>
      <p:pic>
        <p:nvPicPr>
          <p:cNvPr id="80" name="Picture 26" descr="Capgemini logo black.png"/>
          <p:cNvPicPr>
            <a:picLocks noChangeAspect="1"/>
          </p:cNvPicPr>
          <p:nvPr/>
        </p:nvPicPr>
        <p:blipFill>
          <a:blip r:embed="rId24" cstate="email">
            <a:extLst>
              <a:ext uri="{28A0092B-C50C-407E-A947-70E740481C1C}">
                <a14:useLocalDpi xmlns:a14="http://schemas.microsoft.com/office/drawing/2010/main" val="0"/>
              </a:ext>
            </a:extLst>
          </a:blip>
          <a:srcRect/>
          <a:stretch>
            <a:fillRect/>
          </a:stretch>
        </p:blipFill>
        <p:spPr bwMode="auto">
          <a:xfrm>
            <a:off x="1111019" y="551344"/>
            <a:ext cx="2296684" cy="532906"/>
          </a:xfrm>
          <a:prstGeom prst="rect">
            <a:avLst/>
          </a:prstGeom>
          <a:noFill/>
          <a:ln w="9525">
            <a:noFill/>
            <a:miter lim="800000"/>
            <a:headEnd/>
            <a:tailEnd/>
          </a:ln>
        </p:spPr>
      </p:pic>
      <p:pic>
        <p:nvPicPr>
          <p:cNvPr id="81" name="Picture 6" descr="D:\My Work\GSLs\TEMPLATES\DCE\Digital Service Final VI approved from Group 10 Dec\Icons and Logo Illustrations\Slogan_PMRC_cmyk_Capgemini_Black.png"/>
          <p:cNvPicPr>
            <a:picLocks noChangeAspect="1" noChangeArrowheads="1"/>
          </p:cNvPicPr>
          <p:nvPr/>
        </p:nvPicPr>
        <p:blipFill>
          <a:blip r:embed="rId25" cstate="email">
            <a:extLst>
              <a:ext uri="{28A0092B-C50C-407E-A947-70E740481C1C}">
                <a14:useLocalDpi xmlns:a14="http://schemas.microsoft.com/office/drawing/2010/main" val="0"/>
              </a:ext>
            </a:extLst>
          </a:blip>
          <a:srcRect/>
          <a:stretch>
            <a:fillRect/>
          </a:stretch>
        </p:blipFill>
        <p:spPr bwMode="auto">
          <a:xfrm>
            <a:off x="6310877" y="708430"/>
            <a:ext cx="4117780" cy="336239"/>
          </a:xfrm>
          <a:prstGeom prst="rect">
            <a:avLst/>
          </a:prstGeom>
          <a:noFill/>
          <a:ln w="9525">
            <a:noFill/>
            <a:miter lim="800000"/>
            <a:headEnd/>
            <a:tailEnd/>
          </a:ln>
        </p:spPr>
      </p:pic>
    </p:spTree>
    <p:extLst>
      <p:ext uri="{BB962C8B-B14F-4D97-AF65-F5344CB8AC3E}">
        <p14:creationId xmlns:p14="http://schemas.microsoft.com/office/powerpoint/2010/main" val="2558341478"/>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6" name="Image 5" descr="Getty_542651871_ppt.jpg"/>
          <p:cNvPicPr>
            <a:picLocks noChangeAspect="1"/>
          </p:cNvPicPr>
          <p:nvPr/>
        </p:nvPicPr>
        <p:blipFill>
          <a:blip r:embed="rId2" cstate="print"/>
          <a:stretch>
            <a:fillRect/>
          </a:stretch>
        </p:blipFill>
        <p:spPr>
          <a:xfrm>
            <a:off x="0" y="-1274064"/>
            <a:ext cx="12192000" cy="8132064"/>
          </a:xfrm>
          <a:prstGeom prst="rect">
            <a:avLst/>
          </a:prstGeom>
        </p:spPr>
      </p:pic>
      <p:pic>
        <p:nvPicPr>
          <p:cNvPr id="5" name="Picture 4" descr="capgemini.png"/>
          <p:cNvPicPr>
            <a:picLocks noChangeAspect="1"/>
          </p:cNvPicPr>
          <p:nvPr/>
        </p:nvPicPr>
        <p:blipFill>
          <a:blip r:embed="rId3" cstate="screen">
            <a:duotone>
              <a:schemeClr val="bg2">
                <a:shade val="45000"/>
                <a:satMod val="135000"/>
              </a:schemeClr>
              <a:prstClr val="white"/>
            </a:duotone>
          </a:blip>
          <a:stretch>
            <a:fillRect/>
          </a:stretch>
        </p:blipFill>
        <p:spPr>
          <a:xfrm>
            <a:off x="764824" y="430308"/>
            <a:ext cx="2295877" cy="538097"/>
          </a:xfrm>
          <a:prstGeom prst="rect">
            <a:avLst/>
          </a:prstGeom>
        </p:spPr>
      </p:pic>
      <p:sp>
        <p:nvSpPr>
          <p:cNvPr id="2" name="Title 1"/>
          <p:cNvSpPr>
            <a:spLocks noGrp="1"/>
          </p:cNvSpPr>
          <p:nvPr>
            <p:ph type="ctrTitle"/>
          </p:nvPr>
        </p:nvSpPr>
        <p:spPr>
          <a:xfrm>
            <a:off x="3657600" y="3343279"/>
            <a:ext cx="8559800" cy="1470025"/>
          </a:xfrm>
          <a:prstGeom prst="rect">
            <a:avLst/>
          </a:prstGeom>
          <a:solidFill>
            <a:schemeClr val="bg1">
              <a:lumMod val="85000"/>
              <a:alpha val="66000"/>
            </a:schemeClr>
          </a:solidFill>
        </p:spPr>
        <p:txBody>
          <a:bodyPr lIns="0" tIns="302274" rIns="221668" bIns="302274">
            <a:noAutofit/>
          </a:bodyPr>
          <a:lstStyle>
            <a:lvl1pPr algn="r">
              <a:defRPr sz="3400">
                <a:solidFill>
                  <a:schemeClr val="bg1"/>
                </a:solidFill>
              </a:defRPr>
            </a:lvl1pPr>
          </a:lstStyle>
          <a:p>
            <a:r>
              <a:rPr lang="fr-FR"/>
              <a:t>Modifiez le style du titre</a:t>
            </a:r>
            <a:endParaRPr lang="en-US" dirty="0"/>
          </a:p>
        </p:txBody>
      </p:sp>
      <p:sp>
        <p:nvSpPr>
          <p:cNvPr id="3" name="Subtitle 2"/>
          <p:cNvSpPr>
            <a:spLocks noGrp="1"/>
          </p:cNvSpPr>
          <p:nvPr>
            <p:ph type="subTitle" idx="1"/>
          </p:nvPr>
        </p:nvSpPr>
        <p:spPr>
          <a:xfrm>
            <a:off x="3683000" y="5105400"/>
            <a:ext cx="8534400" cy="1752600"/>
          </a:xfrm>
          <a:prstGeom prst="rect">
            <a:avLst/>
          </a:prstGeom>
        </p:spPr>
        <p:txBody>
          <a:bodyPr lIns="0" rIns="221668">
            <a:normAutofit/>
          </a:bodyPr>
          <a:lstStyle>
            <a:lvl1pPr marL="0" indent="0" algn="r">
              <a:buNone/>
              <a:defRPr sz="1800">
                <a:solidFill>
                  <a:schemeClr val="bg1"/>
                </a:solidFill>
                <a:latin typeface="Segoe UI Light" pitchFamily="34" charset="0"/>
              </a:defRPr>
            </a:lvl1pPr>
            <a:lvl2pPr marL="511839" indent="0" algn="ctr">
              <a:buNone/>
              <a:defRPr>
                <a:solidFill>
                  <a:schemeClr val="tx1">
                    <a:tint val="75000"/>
                  </a:schemeClr>
                </a:solidFill>
              </a:defRPr>
            </a:lvl2pPr>
            <a:lvl3pPr marL="1023677" indent="0" algn="ctr">
              <a:buNone/>
              <a:defRPr>
                <a:solidFill>
                  <a:schemeClr val="tx1">
                    <a:tint val="75000"/>
                  </a:schemeClr>
                </a:solidFill>
              </a:defRPr>
            </a:lvl3pPr>
            <a:lvl4pPr marL="1535515" indent="0" algn="ctr">
              <a:buNone/>
              <a:defRPr>
                <a:solidFill>
                  <a:schemeClr val="tx1">
                    <a:tint val="75000"/>
                  </a:schemeClr>
                </a:solidFill>
              </a:defRPr>
            </a:lvl4pPr>
            <a:lvl5pPr marL="2047354" indent="0" algn="ctr">
              <a:buNone/>
              <a:defRPr>
                <a:solidFill>
                  <a:schemeClr val="tx1">
                    <a:tint val="75000"/>
                  </a:schemeClr>
                </a:solidFill>
              </a:defRPr>
            </a:lvl5pPr>
            <a:lvl6pPr marL="2559192" indent="0" algn="ctr">
              <a:buNone/>
              <a:defRPr>
                <a:solidFill>
                  <a:schemeClr val="tx1">
                    <a:tint val="75000"/>
                  </a:schemeClr>
                </a:solidFill>
              </a:defRPr>
            </a:lvl6pPr>
            <a:lvl7pPr marL="3071031" indent="0" algn="ctr">
              <a:buNone/>
              <a:defRPr>
                <a:solidFill>
                  <a:schemeClr val="tx1">
                    <a:tint val="75000"/>
                  </a:schemeClr>
                </a:solidFill>
              </a:defRPr>
            </a:lvl7pPr>
            <a:lvl8pPr marL="3582868" indent="0" algn="ctr">
              <a:buNone/>
              <a:defRPr>
                <a:solidFill>
                  <a:schemeClr val="tx1">
                    <a:tint val="75000"/>
                  </a:schemeClr>
                </a:solidFill>
              </a:defRPr>
            </a:lvl8pPr>
            <a:lvl9pPr marL="4094707" indent="0" algn="ctr">
              <a:buNone/>
              <a:defRPr>
                <a:solidFill>
                  <a:schemeClr val="tx1">
                    <a:tint val="75000"/>
                  </a:schemeClr>
                </a:solidFill>
              </a:defRPr>
            </a:lvl9pPr>
          </a:lstStyle>
          <a:p>
            <a:r>
              <a:rPr lang="fr-FR"/>
              <a:t>Modifiez le style des sous-titres du masque</a:t>
            </a:r>
            <a:endParaRPr lang="en-US" dirty="0"/>
          </a:p>
        </p:txBody>
      </p:sp>
    </p:spTree>
    <p:extLst>
      <p:ext uri="{BB962C8B-B14F-4D97-AF65-F5344CB8AC3E}">
        <p14:creationId xmlns:p14="http://schemas.microsoft.com/office/powerpoint/2010/main" val="294877356"/>
      </p:ext>
    </p:extLst>
  </p:cSld>
  <p:clrMapOvr>
    <a:masterClrMapping/>
  </p:clrMapOvr>
  <p:transition>
    <p:push/>
  </p:transition>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1_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fr-FR"/>
              <a:t>Modifiez le style du titre</a:t>
            </a:r>
            <a:endParaRPr lang="en-US"/>
          </a:p>
        </p:txBody>
      </p:sp>
      <p:sp>
        <p:nvSpPr>
          <p:cNvPr id="6" name="Slide Number Placeholder 5"/>
          <p:cNvSpPr txBox="1">
            <a:spLocks/>
          </p:cNvSpPr>
          <p:nvPr/>
        </p:nvSpPr>
        <p:spPr>
          <a:xfrm>
            <a:off x="8832304" y="6277261"/>
            <a:ext cx="2844800" cy="365125"/>
          </a:xfrm>
          <a:prstGeom prst="rect">
            <a:avLst/>
          </a:prstGeom>
        </p:spPr>
        <p:txBody>
          <a:bodyPr vert="horz" lIns="102168" tIns="51074" rIns="102168" bIns="51074" rtlCol="0" anchor="ctr"/>
          <a:lstStyle>
            <a:lvl1pPr algn="r">
              <a:defRPr sz="1200">
                <a:solidFill>
                  <a:schemeClr val="tx1">
                    <a:tint val="75000"/>
                  </a:schemeClr>
                </a:solidFill>
              </a:defRPr>
            </a:lvl1pPr>
          </a:lstStyle>
          <a:p>
            <a:pPr lvl="0">
              <a:defRPr sz="1800">
                <a:solidFill>
                  <a:srgbClr val="000000"/>
                </a:solidFill>
              </a:defRPr>
            </a:pPr>
            <a:r>
              <a:rPr lang="en-US" sz="800" dirty="0">
                <a:solidFill>
                  <a:schemeClr val="tx1">
                    <a:lumMod val="60000"/>
                    <a:lumOff val="40000"/>
                  </a:schemeClr>
                </a:solidFill>
                <a:latin typeface="Calibri" pitchFamily="34" charset="0"/>
              </a:rPr>
              <a:t>Copyright © </a:t>
            </a:r>
            <a:r>
              <a:rPr lang="en-US" sz="800" dirty="0" err="1">
                <a:solidFill>
                  <a:schemeClr val="tx1">
                    <a:lumMod val="60000"/>
                    <a:lumOff val="40000"/>
                  </a:schemeClr>
                </a:solidFill>
                <a:latin typeface="Calibri" pitchFamily="34" charset="0"/>
              </a:rPr>
              <a:t>Capgemini</a:t>
            </a:r>
            <a:r>
              <a:rPr lang="en-US" sz="800" dirty="0">
                <a:solidFill>
                  <a:schemeClr val="tx1">
                    <a:lumMod val="60000"/>
                    <a:lumOff val="40000"/>
                  </a:schemeClr>
                </a:solidFill>
                <a:latin typeface="Calibri" pitchFamily="34" charset="0"/>
              </a:rPr>
              <a:t> 2016. All Rights Reserved</a:t>
            </a:r>
          </a:p>
        </p:txBody>
      </p:sp>
      <p:pic>
        <p:nvPicPr>
          <p:cNvPr id="9" name="Picture 103" descr="C:\Users\UserSim\Desktop\Capgemini\Capgemini_logo_cmyk.png"/>
          <p:cNvPicPr>
            <a:picLocks noChangeAspect="1" noChangeArrowheads="1"/>
          </p:cNvPicPr>
          <p:nvPr>
            <p:custDataLst>
              <p:tags r:id="rId1"/>
            </p:custDataLst>
          </p:nvPr>
        </p:nvPicPr>
        <p:blipFill>
          <a:blip r:embed="rId3" cstate="print">
            <a:extLst>
              <a:ext uri="{28A0092B-C50C-407E-A947-70E740481C1C}">
                <a14:useLocalDpi xmlns:a14="http://schemas.microsoft.com/office/drawing/2010/main"/>
              </a:ext>
            </a:extLst>
          </a:blip>
          <a:srcRect/>
          <a:stretch>
            <a:fillRect/>
          </a:stretch>
        </p:blipFill>
        <p:spPr bwMode="auto">
          <a:xfrm>
            <a:off x="671398" y="6251288"/>
            <a:ext cx="1632181" cy="37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1817386"/>
      </p:ext>
    </p:extLst>
  </p:cSld>
  <p:clrMapOvr>
    <a:masterClrMapping/>
  </p:clrMapOvr>
  <mc:AlternateContent xmlns:mc="http://schemas.openxmlformats.org/markup-compatibility/2006" xmlns:p14="http://schemas.microsoft.com/office/powerpoint/2010/main">
    <mc:Choice Requires="p14">
      <p:transition p14:dur="150">
        <p:push/>
      </p:transition>
    </mc:Choice>
    <mc:Fallback xmlns="">
      <p:transition>
        <p:push/>
      </p:transition>
    </mc:Fallback>
  </mc:AlternateContent>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Sous titre blanc">
    <p:spTree>
      <p:nvGrpSpPr>
        <p:cNvPr id="1" name=""/>
        <p:cNvGrpSpPr/>
        <p:nvPr/>
      </p:nvGrpSpPr>
      <p:grpSpPr>
        <a:xfrm>
          <a:off x="0" y="0"/>
          <a:ext cx="0" cy="0"/>
          <a:chOff x="0" y="0"/>
          <a:chExt cx="0" cy="0"/>
        </a:xfrm>
      </p:grpSpPr>
      <p:sp>
        <p:nvSpPr>
          <p:cNvPr id="8" name="Titre 6"/>
          <p:cNvSpPr>
            <a:spLocks noGrp="1"/>
          </p:cNvSpPr>
          <p:nvPr>
            <p:ph type="title" hasCustomPrompt="1"/>
          </p:nvPr>
        </p:nvSpPr>
        <p:spPr>
          <a:xfrm>
            <a:off x="719410" y="687171"/>
            <a:ext cx="9043449" cy="479781"/>
          </a:xfrm>
          <a:prstGeom prst="rect">
            <a:avLst/>
          </a:prstGeom>
        </p:spPr>
        <p:txBody>
          <a:bodyPr lIns="102381" tIns="51189" rIns="102381" bIns="51189">
            <a:noAutofit/>
          </a:bodyPr>
          <a:lstStyle>
            <a:lvl1pPr>
              <a:defRPr sz="2000" b="0" i="0">
                <a:solidFill>
                  <a:schemeClr val="tx1"/>
                </a:solidFill>
                <a:latin typeface="Roboto" charset="0"/>
                <a:ea typeface="Roboto" charset="0"/>
                <a:cs typeface="Roboto" charset="0"/>
              </a:defRPr>
            </a:lvl1pPr>
          </a:lstStyle>
          <a:p>
            <a:r>
              <a:rPr lang="fr-FR" dirty="0"/>
              <a:t>CLIQUEZ POUR MODIFIER LE STYLE DU TITRE</a:t>
            </a:r>
          </a:p>
        </p:txBody>
      </p:sp>
      <p:cxnSp>
        <p:nvCxnSpPr>
          <p:cNvPr id="9" name="Connecteur droit 8"/>
          <p:cNvCxnSpPr/>
          <p:nvPr/>
        </p:nvCxnSpPr>
        <p:spPr>
          <a:xfrm>
            <a:off x="830553" y="1166951"/>
            <a:ext cx="464921" cy="0"/>
          </a:xfrm>
          <a:prstGeom prst="line">
            <a:avLst/>
          </a:prstGeom>
          <a:ln w="9525">
            <a:solidFill>
              <a:srgbClr val="DC2145"/>
            </a:solidFill>
          </a:ln>
          <a:effectLst/>
        </p:spPr>
        <p:style>
          <a:lnRef idx="2">
            <a:schemeClr val="accent1"/>
          </a:lnRef>
          <a:fillRef idx="0">
            <a:schemeClr val="accent1"/>
          </a:fillRef>
          <a:effectRef idx="1">
            <a:schemeClr val="accent1"/>
          </a:effectRef>
          <a:fontRef idx="minor">
            <a:schemeClr val="tx1"/>
          </a:fontRef>
        </p:style>
      </p:cxnSp>
      <p:sp>
        <p:nvSpPr>
          <p:cNvPr id="4" name="Espace réservé du contenu 3"/>
          <p:cNvSpPr>
            <a:spLocks noGrp="1"/>
          </p:cNvSpPr>
          <p:nvPr>
            <p:ph sz="quarter" idx="10"/>
          </p:nvPr>
        </p:nvSpPr>
        <p:spPr>
          <a:xfrm>
            <a:off x="719667" y="1604800"/>
            <a:ext cx="10862733" cy="4224502"/>
          </a:xfrm>
          <a:prstGeom prst="rect">
            <a:avLst/>
          </a:prstGeom>
        </p:spPr>
        <p:txBody>
          <a:bodyPr lIns="102381" tIns="51189" rIns="102381" bIns="51189"/>
          <a:lstStyle>
            <a:lvl1pPr>
              <a:lnSpc>
                <a:spcPct val="150000"/>
              </a:lnSpc>
              <a:defRPr sz="1600" b="0" i="0">
                <a:latin typeface="Roboto Light" charset="0"/>
                <a:ea typeface="Roboto Light" charset="0"/>
                <a:cs typeface="Roboto Light" charset="0"/>
              </a:defRPr>
            </a:lvl1pPr>
            <a:lvl2pPr>
              <a:lnSpc>
                <a:spcPct val="150000"/>
              </a:lnSpc>
              <a:defRPr sz="1200" b="0" i="0">
                <a:latin typeface="Roboto Light" charset="0"/>
                <a:ea typeface="Roboto Light" charset="0"/>
                <a:cs typeface="Roboto Light" charset="0"/>
              </a:defRPr>
            </a:lvl2pPr>
            <a:lvl3pPr>
              <a:lnSpc>
                <a:spcPct val="150000"/>
              </a:lnSpc>
              <a:defRPr sz="1100" b="0" i="0">
                <a:latin typeface="Roboto Light" charset="0"/>
                <a:ea typeface="Roboto Light" charset="0"/>
                <a:cs typeface="Roboto Light" charset="0"/>
              </a:defRPr>
            </a:lvl3pPr>
            <a:lvl4pPr>
              <a:lnSpc>
                <a:spcPct val="150000"/>
              </a:lnSpc>
              <a:defRPr sz="1100" b="0" i="0">
                <a:latin typeface="Roboto Light" charset="0"/>
                <a:ea typeface="Roboto Light" charset="0"/>
                <a:cs typeface="Roboto Light" charset="0"/>
              </a:defRPr>
            </a:lvl4pPr>
            <a:lvl5pPr>
              <a:lnSpc>
                <a:spcPct val="150000"/>
              </a:lnSpc>
              <a:defRPr sz="1100" b="0" i="0">
                <a:latin typeface="Roboto Light" charset="0"/>
                <a:ea typeface="Roboto Light" charset="0"/>
                <a:cs typeface="Roboto Light"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Slide Number Placeholder 5"/>
          <p:cNvSpPr txBox="1">
            <a:spLocks/>
          </p:cNvSpPr>
          <p:nvPr/>
        </p:nvSpPr>
        <p:spPr>
          <a:xfrm>
            <a:off x="8688288" y="6267145"/>
            <a:ext cx="2844800" cy="311292"/>
          </a:xfrm>
          <a:prstGeom prst="rect">
            <a:avLst/>
          </a:prstGeom>
        </p:spPr>
        <p:txBody>
          <a:bodyPr vert="horz" lIns="102381" tIns="51189" rIns="102381" bIns="51189" rtlCol="0" anchor="ctr"/>
          <a:lstStyle>
            <a:lvl1pPr algn="r">
              <a:defRPr sz="1200">
                <a:solidFill>
                  <a:schemeClr val="tx1">
                    <a:tint val="75000"/>
                  </a:schemeClr>
                </a:solidFill>
              </a:defRPr>
            </a:lvl1pPr>
          </a:lstStyle>
          <a:p>
            <a:pPr>
              <a:defRPr/>
            </a:pPr>
            <a:fld id="{EAFEDC55-65C2-4245-A27D-13D7DF09935A}" type="slidenum">
              <a:rPr lang="en-US" sz="700" smtClean="0">
                <a:solidFill>
                  <a:prstClr val="black">
                    <a:tint val="75000"/>
                  </a:prstClr>
                </a:solidFill>
                <a:latin typeface="Roboto" charset="0"/>
                <a:ea typeface="Roboto" charset="0"/>
                <a:cs typeface="Roboto" charset="0"/>
              </a:rPr>
              <a:pPr>
                <a:defRPr/>
              </a:pPr>
              <a:t>‹N°›</a:t>
            </a:fld>
            <a:endParaRPr lang="en-US" sz="1100" dirty="0">
              <a:solidFill>
                <a:prstClr val="black">
                  <a:tint val="75000"/>
                </a:prstClr>
              </a:solidFill>
              <a:latin typeface="Roboto" charset="0"/>
              <a:ea typeface="Roboto" charset="0"/>
              <a:cs typeface="Roboto" charset="0"/>
            </a:endParaRPr>
          </a:p>
        </p:txBody>
      </p:sp>
      <p:pic>
        <p:nvPicPr>
          <p:cNvPr id="10" name="Imag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Tree>
    <p:extLst>
      <p:ext uri="{BB962C8B-B14F-4D97-AF65-F5344CB8AC3E}">
        <p14:creationId xmlns:p14="http://schemas.microsoft.com/office/powerpoint/2010/main" val="1627860242"/>
      </p:ext>
    </p:extLst>
  </p:cSld>
  <p:clrMapOvr>
    <a:masterClrMapping/>
  </p:clrMapOvr>
  <p:transition>
    <p:push/>
  </p:transition>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Sous titre">
    <p:spTree>
      <p:nvGrpSpPr>
        <p:cNvPr id="1" name=""/>
        <p:cNvGrpSpPr/>
        <p:nvPr/>
      </p:nvGrpSpPr>
      <p:grpSpPr>
        <a:xfrm>
          <a:off x="0" y="0"/>
          <a:ext cx="0" cy="0"/>
          <a:chOff x="0" y="0"/>
          <a:chExt cx="0" cy="0"/>
        </a:xfrm>
      </p:grpSpPr>
      <p:sp>
        <p:nvSpPr>
          <p:cNvPr id="15" name="Shape 15"/>
          <p:cNvSpPr>
            <a:spLocks noGrp="1"/>
          </p:cNvSpPr>
          <p:nvPr>
            <p:ph type="title"/>
          </p:nvPr>
        </p:nvSpPr>
        <p:spPr>
          <a:xfrm>
            <a:off x="3" y="2276872"/>
            <a:ext cx="12191999" cy="1536170"/>
          </a:xfrm>
          <a:prstGeom prst="rect">
            <a:avLst/>
          </a:prstGeom>
          <a:noFill/>
        </p:spPr>
        <p:txBody>
          <a:bodyPr lIns="32806" tIns="32806" rIns="32806" bIns="32806" anchor="ctr" anchorCtr="0">
            <a:normAutofit/>
          </a:bodyPr>
          <a:lstStyle>
            <a:lvl1pPr algn="ctr" defTabSz="872485">
              <a:defRPr lang="fr-FR" sz="3100" b="0" i="0" dirty="0">
                <a:solidFill>
                  <a:srgbClr val="FFFFFF"/>
                </a:solidFill>
                <a:latin typeface="Roboto Light" charset="0"/>
                <a:ea typeface="Roboto Light" charset="0"/>
                <a:cs typeface="Roboto Light" charset="0"/>
                <a:sym typeface="Segoe UI"/>
              </a:defRPr>
            </a:lvl1pPr>
          </a:lstStyle>
          <a:p>
            <a:pPr lvl="0">
              <a:defRPr sz="1800">
                <a:solidFill>
                  <a:srgbClr val="000000"/>
                </a:solidFill>
              </a:defRPr>
            </a:pPr>
            <a:r>
              <a:rPr lang="fr-FR" sz="3600">
                <a:solidFill>
                  <a:srgbClr val="FFFFFF"/>
                </a:solidFill>
              </a:rPr>
              <a:t>Modifiez le style du titre</a:t>
            </a:r>
            <a:endParaRPr sz="3600" dirty="0">
              <a:solidFill>
                <a:srgbClr val="FFFFFF"/>
              </a:solidFill>
            </a:endParaRP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
        <p:nvSpPr>
          <p:cNvPr id="8" name="Espace réservé du texte 7"/>
          <p:cNvSpPr>
            <a:spLocks noGrp="1"/>
          </p:cNvSpPr>
          <p:nvPr>
            <p:ph type="body" sz="quarter" idx="10" hasCustomPrompt="1"/>
          </p:nvPr>
        </p:nvSpPr>
        <p:spPr>
          <a:xfrm>
            <a:off x="0" y="1892830"/>
            <a:ext cx="12192000" cy="384042"/>
          </a:xfrm>
          <a:prstGeom prst="rect">
            <a:avLst/>
          </a:prstGeom>
        </p:spPr>
        <p:txBody>
          <a:bodyPr lIns="102381" tIns="51189" rIns="102381" bIns="51189"/>
          <a:lstStyle>
            <a:lvl1pPr marL="0" indent="0" algn="ctr">
              <a:buNone/>
              <a:defRPr sz="1600" b="0" i="0">
                <a:solidFill>
                  <a:schemeClr val="bg1"/>
                </a:solidFill>
                <a:latin typeface="Roboto Light" charset="0"/>
                <a:ea typeface="Roboto Light" charset="0"/>
                <a:cs typeface="Roboto Light" charset="0"/>
              </a:defRPr>
            </a:lvl1pPr>
          </a:lstStyle>
          <a:p>
            <a:pPr lvl="0"/>
            <a:r>
              <a:rPr lang="fr-FR" dirty="0"/>
              <a:t>TITRE PRÉCÉDENT</a:t>
            </a:r>
          </a:p>
        </p:txBody>
      </p:sp>
    </p:spTree>
    <p:extLst>
      <p:ext uri="{BB962C8B-B14F-4D97-AF65-F5344CB8AC3E}">
        <p14:creationId xmlns:p14="http://schemas.microsoft.com/office/powerpoint/2010/main" val="2499206568"/>
      </p:ext>
    </p:extLst>
  </p:cSld>
  <p:clrMapOvr>
    <a:masterClrMapping/>
  </p:clrMapOvr>
  <p:transition/>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_Sous titre blanc">
    <p:spTree>
      <p:nvGrpSpPr>
        <p:cNvPr id="1" name=""/>
        <p:cNvGrpSpPr/>
        <p:nvPr/>
      </p:nvGrpSpPr>
      <p:grpSpPr>
        <a:xfrm>
          <a:off x="0" y="0"/>
          <a:ext cx="0" cy="0"/>
          <a:chOff x="0" y="0"/>
          <a:chExt cx="0" cy="0"/>
        </a:xfrm>
      </p:grpSpPr>
      <p:cxnSp>
        <p:nvCxnSpPr>
          <p:cNvPr id="3" name="Connecteur droit 2"/>
          <p:cNvCxnSpPr/>
          <p:nvPr/>
        </p:nvCxnSpPr>
        <p:spPr>
          <a:xfrm>
            <a:off x="5835658" y="1166284"/>
            <a:ext cx="520700" cy="0"/>
          </a:xfrm>
          <a:prstGeom prst="line">
            <a:avLst/>
          </a:prstGeom>
          <a:ln w="952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5"/>
          <p:cNvSpPr txBox="1">
            <a:spLocks/>
          </p:cNvSpPr>
          <p:nvPr/>
        </p:nvSpPr>
        <p:spPr>
          <a:xfrm>
            <a:off x="8688917" y="6280153"/>
            <a:ext cx="2844800" cy="311149"/>
          </a:xfrm>
          <a:prstGeom prst="rect">
            <a:avLst/>
          </a:prstGeom>
        </p:spPr>
        <p:txBody>
          <a:bodyPr lIns="102381" tIns="51189" rIns="102381" bIns="51189" anchor="ctr"/>
          <a:lstStyle>
            <a:lvl1pPr algn="r">
              <a:defRPr sz="1200">
                <a:solidFill>
                  <a:schemeClr val="tx1">
                    <a:tint val="75000"/>
                  </a:schemeClr>
                </a:solidFill>
              </a:defRPr>
            </a:lvl1pPr>
          </a:lstStyle>
          <a:p>
            <a:pPr>
              <a:defRPr/>
            </a:pPr>
            <a:fld id="{93531339-7C7B-452C-A96B-32A3ABA1BD22}" type="slidenum">
              <a:rPr lang="en-US" sz="700" smtClean="0">
                <a:solidFill>
                  <a:prstClr val="black">
                    <a:tint val="75000"/>
                  </a:prstClr>
                </a:solidFill>
                <a:latin typeface="Segoe UI" pitchFamily="34" charset="0"/>
                <a:ea typeface="Segoe UI" pitchFamily="34" charset="0"/>
                <a:cs typeface="Segoe UI" pitchFamily="34" charset="0"/>
              </a:rPr>
              <a:pPr>
                <a:defRPr/>
              </a:pPr>
              <a:t>‹N°›</a:t>
            </a:fld>
            <a:endParaRPr lang="en-US" sz="700" dirty="0">
              <a:solidFill>
                <a:prstClr val="black">
                  <a:tint val="75000"/>
                </a:prstClr>
              </a:solidFill>
              <a:latin typeface="Segoe UI" pitchFamily="34" charset="0"/>
              <a:ea typeface="Segoe UI" pitchFamily="34" charset="0"/>
              <a:cs typeface="Segoe UI" pitchFamily="34" charset="0"/>
            </a:endParaRPr>
          </a:p>
        </p:txBody>
      </p:sp>
      <p:pic>
        <p:nvPicPr>
          <p:cNvPr id="5" name="Image 4"/>
          <p:cNvPicPr>
            <a:picLocks noChangeAspect="1"/>
          </p:cNvPicPr>
          <p:nvPr/>
        </p:nvPicPr>
        <p:blipFill>
          <a:blip r:embed="rId2" cstate="print">
            <a:duotone>
              <a:prstClr val="black"/>
              <a:schemeClr val="tx2">
                <a:tint val="45000"/>
                <a:satMod val="400000"/>
              </a:schemeClr>
            </a:duotone>
          </a:blip>
          <a:stretch>
            <a:fillRect/>
          </a:stretch>
        </p:blipFill>
        <p:spPr>
          <a:xfrm>
            <a:off x="748427" y="6285108"/>
            <a:ext cx="1243712" cy="301141"/>
          </a:xfrm>
          <a:prstGeom prst="rect">
            <a:avLst/>
          </a:prstGeom>
        </p:spPr>
      </p:pic>
      <p:sp>
        <p:nvSpPr>
          <p:cNvPr id="6" name="Shape 23"/>
          <p:cNvSpPr/>
          <p:nvPr/>
        </p:nvSpPr>
        <p:spPr>
          <a:xfrm>
            <a:off x="4322234" y="6379088"/>
            <a:ext cx="3547533" cy="178349"/>
          </a:xfrm>
          <a:prstGeom prst="rect">
            <a:avLst/>
          </a:prstGeom>
          <a:ln w="12700">
            <a:miter lim="400000"/>
          </a:ln>
          <a:extLst>
            <a:ext uri="{C572A759-6A51-4108-AA02-DFA0A04FC94B}"/>
          </a:extLst>
        </p:spPr>
        <p:txBody>
          <a:bodyPr lIns="40306" tIns="40306" rIns="40306" bIns="40306" anchor="b">
            <a:spAutoFit/>
          </a:bodyPr>
          <a:lstStyle>
            <a:lvl1pPr algn="ctr" defTabSz="995362">
              <a:lnSpc>
                <a:spcPct val="90000"/>
              </a:lnSpc>
              <a:defRPr sz="700">
                <a:solidFill>
                  <a:srgbClr val="595959"/>
                </a:solidFill>
              </a:defRPr>
            </a:lvl1pPr>
          </a:lstStyle>
          <a:p>
            <a:pPr>
              <a:defRPr sz="1800">
                <a:solidFill>
                  <a:srgbClr val="000000"/>
                </a:solidFill>
              </a:defRPr>
            </a:pPr>
            <a:r>
              <a:rPr sz="700" dirty="0">
                <a:solidFill>
                  <a:prstClr val="white">
                    <a:lumMod val="75000"/>
                  </a:prstClr>
                </a:solidFill>
                <a:latin typeface="Segoe UI" pitchFamily="34" charset="0"/>
                <a:ea typeface="Segoe UI" pitchFamily="34" charset="0"/>
                <a:cs typeface="Segoe UI" pitchFamily="34" charset="0"/>
              </a:rPr>
              <a:t>Copyright © </a:t>
            </a:r>
            <a:r>
              <a:rPr sz="700" dirty="0" err="1">
                <a:solidFill>
                  <a:prstClr val="white">
                    <a:lumMod val="75000"/>
                  </a:prstClr>
                </a:solidFill>
                <a:latin typeface="Segoe UI" pitchFamily="34" charset="0"/>
                <a:ea typeface="Segoe UI" pitchFamily="34" charset="0"/>
                <a:cs typeface="Segoe UI" pitchFamily="34" charset="0"/>
              </a:rPr>
              <a:t>Capgemini</a:t>
            </a:r>
            <a:r>
              <a:rPr sz="700" dirty="0">
                <a:solidFill>
                  <a:prstClr val="white">
                    <a:lumMod val="75000"/>
                  </a:prstClr>
                </a:solidFill>
                <a:latin typeface="Segoe UI" pitchFamily="34" charset="0"/>
                <a:ea typeface="Segoe UI" pitchFamily="34" charset="0"/>
                <a:cs typeface="Segoe UI" pitchFamily="34" charset="0"/>
              </a:rPr>
              <a:t> 201</a:t>
            </a:r>
            <a:r>
              <a:rPr lang="fr-FR" sz="700" dirty="0">
                <a:solidFill>
                  <a:prstClr val="white">
                    <a:lumMod val="75000"/>
                  </a:prstClr>
                </a:solidFill>
                <a:latin typeface="Segoe UI" pitchFamily="34" charset="0"/>
                <a:ea typeface="Segoe UI" pitchFamily="34" charset="0"/>
                <a:cs typeface="Segoe UI" pitchFamily="34" charset="0"/>
              </a:rPr>
              <a:t>6</a:t>
            </a:r>
            <a:r>
              <a:rPr sz="700" dirty="0">
                <a:solidFill>
                  <a:prstClr val="white">
                    <a:lumMod val="75000"/>
                  </a:prstClr>
                </a:solidFill>
                <a:latin typeface="Segoe UI" pitchFamily="34" charset="0"/>
                <a:ea typeface="Segoe UI" pitchFamily="34" charset="0"/>
                <a:cs typeface="Segoe UI" pitchFamily="34" charset="0"/>
              </a:rPr>
              <a:t>. All Rights Reserved</a:t>
            </a:r>
          </a:p>
        </p:txBody>
      </p:sp>
      <p:sp>
        <p:nvSpPr>
          <p:cNvPr id="8" name="Titre 6"/>
          <p:cNvSpPr>
            <a:spLocks noGrp="1"/>
          </p:cNvSpPr>
          <p:nvPr>
            <p:ph type="title"/>
          </p:nvPr>
        </p:nvSpPr>
        <p:spPr>
          <a:xfrm>
            <a:off x="719403" y="288358"/>
            <a:ext cx="10862997" cy="864096"/>
          </a:xfrm>
          <a:prstGeom prst="rect">
            <a:avLst/>
          </a:prstGeom>
        </p:spPr>
        <p:txBody>
          <a:bodyPr lIns="102381" tIns="51189" rIns="102381" bIns="51189" anchor="b">
            <a:noAutofit/>
          </a:bodyPr>
          <a:lstStyle>
            <a:lvl1pPr algn="ctr">
              <a:defRPr sz="2000" b="0" i="0">
                <a:solidFill>
                  <a:schemeClr val="tx1"/>
                </a:solidFill>
                <a:latin typeface="Segoe UI" pitchFamily="34" charset="0"/>
                <a:ea typeface="Segoe UI" pitchFamily="34" charset="0"/>
                <a:cs typeface="Segoe UI" pitchFamily="34" charset="0"/>
              </a:defRPr>
            </a:lvl1pPr>
          </a:lstStyle>
          <a:p>
            <a:r>
              <a:rPr lang="fr-FR"/>
              <a:t>Modifiez le style du titre</a:t>
            </a:r>
            <a:endParaRPr lang="fr-FR" dirty="0"/>
          </a:p>
        </p:txBody>
      </p:sp>
    </p:spTree>
    <p:extLst>
      <p:ext uri="{BB962C8B-B14F-4D97-AF65-F5344CB8AC3E}">
        <p14:creationId xmlns:p14="http://schemas.microsoft.com/office/powerpoint/2010/main" val="3396168942"/>
      </p:ext>
    </p:extLst>
  </p:cSld>
  <p:clrMapOvr>
    <a:masterClrMapping/>
  </p:clrMapOvr>
  <p:transition>
    <p:push/>
  </p:transition>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a:xfrm>
            <a:off x="609600" y="6356354"/>
            <a:ext cx="2844800" cy="365125"/>
          </a:xfrm>
          <a:prstGeom prst="rect">
            <a:avLst/>
          </a:prstGeom>
        </p:spPr>
        <p:txBody>
          <a:bodyPr lIns="91432" tIns="45717" rIns="91432" bIns="45717"/>
          <a:lstStyle/>
          <a:p>
            <a:fld id="{BB01EAF1-EDCF-4066-B89F-903C6A4ABD27}" type="datetime1">
              <a:rPr lang="fr-FR" smtClean="0"/>
              <a:pPr/>
              <a:t>12/02/2026</a:t>
            </a:fld>
            <a:endParaRPr lang="fr-BE"/>
          </a:p>
        </p:txBody>
      </p:sp>
      <p:sp>
        <p:nvSpPr>
          <p:cNvPr id="5" name="Espace réservé du pied de page 4"/>
          <p:cNvSpPr>
            <a:spLocks noGrp="1"/>
          </p:cNvSpPr>
          <p:nvPr>
            <p:ph type="ftr" sz="quarter" idx="11"/>
          </p:nvPr>
        </p:nvSpPr>
        <p:spPr>
          <a:xfrm>
            <a:off x="4165600" y="6356354"/>
            <a:ext cx="3860800" cy="365125"/>
          </a:xfrm>
          <a:prstGeom prst="rect">
            <a:avLst/>
          </a:prstGeom>
        </p:spPr>
        <p:txBody>
          <a:bodyPr lIns="91432" tIns="45717" rIns="91432" bIns="45717"/>
          <a:lstStyle/>
          <a:p>
            <a:endParaRPr lang="fr-BE"/>
          </a:p>
        </p:txBody>
      </p:sp>
      <p:sp>
        <p:nvSpPr>
          <p:cNvPr id="6" name="Espace réservé du numéro de diapositive 5"/>
          <p:cNvSpPr>
            <a:spLocks noGrp="1"/>
          </p:cNvSpPr>
          <p:nvPr>
            <p:ph type="sldNum" sz="quarter" idx="12"/>
          </p:nvPr>
        </p:nvSpPr>
        <p:spPr>
          <a:xfrm>
            <a:off x="8737600" y="6356354"/>
            <a:ext cx="2844800" cy="365125"/>
          </a:xfrm>
          <a:prstGeom prst="rect">
            <a:avLst/>
          </a:prstGeom>
        </p:spPr>
        <p:txBody>
          <a:bodyPr lIns="91432" tIns="45717" rIns="91432" bIns="45717"/>
          <a:lstStyle/>
          <a:p>
            <a:fld id="{CF4668DC-857F-487D-BFFA-8C0CA5037977}" type="slidenum">
              <a:rPr lang="fr-BE" smtClean="0"/>
              <a:pPr/>
              <a:t>‹N°›</a:t>
            </a:fld>
            <a:endParaRPr lang="fr-BE"/>
          </a:p>
        </p:txBody>
      </p:sp>
    </p:spTree>
    <p:extLst>
      <p:ext uri="{BB962C8B-B14F-4D97-AF65-F5344CB8AC3E}">
        <p14:creationId xmlns:p14="http://schemas.microsoft.com/office/powerpoint/2010/main" val="16648210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pic>
        <p:nvPicPr>
          <p:cNvPr id="4" name="Image 3"/>
          <p:cNvPicPr>
            <a:picLocks noChangeAspect="1"/>
          </p:cNvPicPr>
          <p:nvPr/>
        </p:nvPicPr>
        <p:blipFill>
          <a:blip r:embed="rId4" cstate="print"/>
          <a:stretch>
            <a:fillRect/>
          </a:stretch>
        </p:blipFill>
        <p:spPr>
          <a:xfrm>
            <a:off x="3" y="7"/>
            <a:ext cx="180999" cy="143985"/>
          </a:xfrm>
          <a:prstGeom prst="rect">
            <a:avLst/>
          </a:prstGeom>
        </p:spPr>
      </p:pic>
      <p:sp>
        <p:nvSpPr>
          <p:cNvPr id="2" name="Title 1"/>
          <p:cNvSpPr>
            <a:spLocks noGrp="1"/>
          </p:cNvSpPr>
          <p:nvPr>
            <p:ph type="title" hasCustomPrompt="1"/>
            <p:custDataLst>
              <p:tags r:id="rId1"/>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2"/>
            </p:custDataLst>
          </p:nvPr>
        </p:nvSpPr>
        <p:spPr>
          <a:xfrm>
            <a:off x="398021" y="1494768"/>
            <a:ext cx="11793980"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5058117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pic>
        <p:nvPicPr>
          <p:cNvPr id="5" name="Image 4"/>
          <p:cNvPicPr>
            <a:picLocks noChangeAspect="1"/>
          </p:cNvPicPr>
          <p:nvPr/>
        </p:nvPicPr>
        <p:blipFill>
          <a:blip r:embed="rId5"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1533439"/>
            <a:ext cx="5541093" cy="471550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1533440"/>
            <a:ext cx="5541093" cy="472558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463304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pic>
        <p:nvPicPr>
          <p:cNvPr id="8" name="Image 7"/>
          <p:cNvPicPr>
            <a:picLocks noChangeAspect="1"/>
          </p:cNvPicPr>
          <p:nvPr/>
        </p:nvPicPr>
        <p:blipFill>
          <a:blip r:embed="rId7"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2206954"/>
            <a:ext cx="5541093" cy="404199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2208394"/>
            <a:ext cx="5541093" cy="405063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4"/>
            </p:custDataLst>
          </p:nvPr>
        </p:nvSpPr>
        <p:spPr>
          <a:xfrm>
            <a:off x="387336" y="1542648"/>
            <a:ext cx="5541093" cy="653034"/>
          </a:xfrm>
        </p:spPr>
        <p:txBody>
          <a:bodyPr anchor="ctr"/>
          <a:lstStyle>
            <a:lvl1pPr algn="ctr">
              <a:buNone/>
              <a:defRPr sz="18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5"/>
            </p:custDataLst>
          </p:nvPr>
        </p:nvSpPr>
        <p:spPr>
          <a:xfrm>
            <a:off x="6182334" y="1533439"/>
            <a:ext cx="5541093" cy="653034"/>
          </a:xfrm>
        </p:spPr>
        <p:txBody>
          <a:bodyPr anchor="ctr"/>
          <a:lstStyle>
            <a:lvl1pPr algn="ctr">
              <a:buNone/>
              <a:defRPr lang="fr-FR" sz="18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31768913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25" indent="0">
              <a:buNone/>
              <a:defRPr sz="1700" b="1"/>
            </a:lvl2pPr>
            <a:lvl3pPr marL="768446" indent="0">
              <a:buNone/>
              <a:defRPr sz="1500" b="1"/>
            </a:lvl3pPr>
            <a:lvl4pPr marL="1152671" indent="0">
              <a:buNone/>
              <a:defRPr sz="1300" b="1"/>
            </a:lvl4pPr>
            <a:lvl5pPr marL="1536896" indent="0">
              <a:buNone/>
              <a:defRPr sz="1300" b="1"/>
            </a:lvl5pPr>
            <a:lvl6pPr marL="1921122" indent="0">
              <a:buNone/>
              <a:defRPr sz="1300" b="1"/>
            </a:lvl6pPr>
            <a:lvl7pPr marL="2305345" indent="0">
              <a:buNone/>
              <a:defRPr sz="1300" b="1"/>
            </a:lvl7pPr>
            <a:lvl8pPr marL="2689569" indent="0">
              <a:buNone/>
              <a:defRPr sz="1300" b="1"/>
            </a:lvl8pPr>
            <a:lvl9pPr marL="3073793" indent="0">
              <a:buNone/>
              <a:defRPr sz="13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16"/>
            <a:ext cx="5718048" cy="1861869"/>
          </a:xfrm>
          <a:ln>
            <a:solidFill>
              <a:schemeClr val="tx1"/>
            </a:solidFill>
          </a:ln>
        </p:spPr>
        <p:style>
          <a:lnRef idx="2">
            <a:schemeClr val="accent1"/>
          </a:lnRef>
          <a:fillRef idx="1">
            <a:schemeClr val="lt1"/>
          </a:fillRef>
          <a:effectRef idx="0">
            <a:schemeClr val="accent1"/>
          </a:effectRef>
          <a:fontRef idx="none"/>
        </p:style>
        <p:txBody>
          <a:bodyPr lIns="51183"/>
          <a:lstStyle>
            <a:lvl1pPr>
              <a:defRPr sz="1200"/>
            </a:lvl1pPr>
            <a:lvl2pPr>
              <a:defRPr sz="1200"/>
            </a:lvl2pPr>
            <a:lvl3pPr>
              <a:defRPr sz="1000"/>
            </a:lvl3pPr>
            <a:lvl4pPr>
              <a:defRPr sz="900" baseline="0"/>
            </a:lvl4pPr>
            <a:lvl5pPr>
              <a:defRPr sz="10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3"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3" tIns="25590" rIns="51183" bIns="25590"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25" indent="0">
              <a:buNone/>
              <a:defRPr sz="1700" b="1"/>
            </a:lvl2pPr>
            <a:lvl3pPr marL="768446" indent="0">
              <a:buNone/>
              <a:defRPr sz="1500" b="1"/>
            </a:lvl3pPr>
            <a:lvl4pPr marL="1152671" indent="0">
              <a:buNone/>
              <a:defRPr sz="1300" b="1"/>
            </a:lvl4pPr>
            <a:lvl5pPr marL="1536896" indent="0">
              <a:buNone/>
              <a:defRPr sz="1300" b="1"/>
            </a:lvl5pPr>
            <a:lvl6pPr marL="1921122" indent="0">
              <a:buNone/>
              <a:defRPr sz="1300" b="1"/>
            </a:lvl6pPr>
            <a:lvl7pPr marL="2305345" indent="0">
              <a:buNone/>
              <a:defRPr sz="1300" b="1"/>
            </a:lvl7pPr>
            <a:lvl8pPr marL="2689569" indent="0">
              <a:buNone/>
              <a:defRPr sz="1300" b="1"/>
            </a:lvl8pPr>
            <a:lvl9pPr marL="3073793" indent="0">
              <a:buNone/>
              <a:defRPr sz="13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3" y="1902616"/>
            <a:ext cx="5718048" cy="1861869"/>
          </a:xfrm>
          <a:ln>
            <a:solidFill>
              <a:schemeClr val="tx1"/>
            </a:solidFill>
          </a:ln>
        </p:spPr>
        <p:style>
          <a:lnRef idx="2">
            <a:schemeClr val="accent1"/>
          </a:lnRef>
          <a:fillRef idx="1">
            <a:schemeClr val="lt1"/>
          </a:fillRef>
          <a:effectRef idx="0">
            <a:schemeClr val="accent1"/>
          </a:effectRef>
          <a:fontRef idx="none"/>
        </p:style>
        <p:txBody>
          <a:bodyPr lIns="51183"/>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25" indent="0">
              <a:buNone/>
              <a:defRPr sz="1700" b="1"/>
            </a:lvl2pPr>
            <a:lvl3pPr marL="768446" indent="0">
              <a:buNone/>
              <a:defRPr sz="1500" b="1"/>
            </a:lvl3pPr>
            <a:lvl4pPr marL="1152671" indent="0">
              <a:buNone/>
              <a:defRPr sz="1300" b="1"/>
            </a:lvl4pPr>
            <a:lvl5pPr marL="1536896" indent="0">
              <a:buNone/>
              <a:defRPr sz="1300" b="1"/>
            </a:lvl5pPr>
            <a:lvl6pPr marL="1921122" indent="0">
              <a:buNone/>
              <a:defRPr sz="1300" b="1"/>
            </a:lvl6pPr>
            <a:lvl7pPr marL="2305345" indent="0">
              <a:buNone/>
              <a:defRPr sz="1300" b="1"/>
            </a:lvl7pPr>
            <a:lvl8pPr marL="2689569" indent="0">
              <a:buNone/>
              <a:defRPr sz="1300" b="1"/>
            </a:lvl8pPr>
            <a:lvl9pPr marL="3073793" indent="0">
              <a:buNone/>
              <a:defRPr sz="13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3"/>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3"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3" tIns="25590" rIns="51183" bIns="25590"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25" indent="0">
              <a:buNone/>
              <a:defRPr sz="1700" b="1"/>
            </a:lvl2pPr>
            <a:lvl3pPr marL="768446" indent="0">
              <a:buNone/>
              <a:defRPr sz="1500" b="1"/>
            </a:lvl3pPr>
            <a:lvl4pPr marL="1152671" indent="0">
              <a:buNone/>
              <a:defRPr sz="1300" b="1"/>
            </a:lvl4pPr>
            <a:lvl5pPr marL="1536896" indent="0">
              <a:buNone/>
              <a:defRPr sz="1300" b="1"/>
            </a:lvl5pPr>
            <a:lvl6pPr marL="1921122" indent="0">
              <a:buNone/>
              <a:defRPr sz="1300" b="1"/>
            </a:lvl6pPr>
            <a:lvl7pPr marL="2305345" indent="0">
              <a:buNone/>
              <a:defRPr sz="1300" b="1"/>
            </a:lvl7pPr>
            <a:lvl8pPr marL="2689569" indent="0">
              <a:buNone/>
              <a:defRPr sz="1300" b="1"/>
            </a:lvl8pPr>
            <a:lvl9pPr marL="3073793" indent="0">
              <a:buNone/>
              <a:defRPr sz="13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3"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3"/>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1702359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6580619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solidFill>
            <a:schemeClr val="tx1">
              <a:lumMod val="60000"/>
              <a:lumOff val="40000"/>
            </a:schemeClr>
          </a:solidFill>
        </p:spPr>
        <p:txBody>
          <a:bodyPr/>
          <a:lstStyle/>
          <a:p>
            <a:r>
              <a:rPr lang="fr-FR"/>
              <a:t>Cliquez sur l'icône pour ajouter une image</a:t>
            </a:r>
            <a:endParaRPr lang="en-US" dirty="0"/>
          </a:p>
        </p:txBody>
      </p:sp>
      <p:sp>
        <p:nvSpPr>
          <p:cNvPr id="2" name="Title 1"/>
          <p:cNvSpPr>
            <a:spLocks noGrp="1"/>
          </p:cNvSpPr>
          <p:nvPr>
            <p:ph type="ctrTitle" hasCustomPrompt="1"/>
          </p:nvPr>
        </p:nvSpPr>
        <p:spPr>
          <a:xfrm>
            <a:off x="10" y="2480404"/>
            <a:ext cx="5179911" cy="1533133"/>
          </a:xfrm>
          <a:solidFill>
            <a:srgbClr val="02AFE9"/>
          </a:solidFill>
        </p:spPr>
        <p:txBody>
          <a:bodyPr lIns="0" tIns="301649" rIns="221205" bIns="301649">
            <a:noAutofit/>
          </a:bodyPr>
          <a:lstStyle>
            <a:lvl1pPr algn="l">
              <a:defRPr sz="2700" baseline="0">
                <a:solidFill>
                  <a:schemeClr val="bg1"/>
                </a:solidFill>
              </a:defRPr>
            </a:lvl1pPr>
          </a:lstStyle>
          <a:p>
            <a:r>
              <a:rPr lang="fr-FR"/>
              <a:t>Click </a:t>
            </a:r>
            <a:r>
              <a:rPr lang="fr-FR" dirty="0"/>
              <a:t>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p:nvPr>
        </p:nvSpPr>
        <p:spPr>
          <a:xfrm>
            <a:off x="2" y="4151740"/>
            <a:ext cx="5179913" cy="1752600"/>
          </a:xfrm>
        </p:spPr>
        <p:txBody>
          <a:bodyPr lIns="0" rIns="221205">
            <a:normAutofit/>
          </a:bodyPr>
          <a:lstStyle>
            <a:lvl1pPr marL="0" indent="0" algn="l">
              <a:buNone/>
              <a:defRPr sz="1800">
                <a:solidFill>
                  <a:schemeClr val="tx1">
                    <a:tint val="75000"/>
                  </a:schemeClr>
                </a:solidFill>
                <a:latin typeface="Segoe UI Light" pitchFamily="34" charset="0"/>
              </a:defRPr>
            </a:lvl1pPr>
            <a:lvl2pPr marL="510810" indent="0" algn="ctr">
              <a:buNone/>
              <a:defRPr>
                <a:solidFill>
                  <a:schemeClr val="tx1">
                    <a:tint val="75000"/>
                  </a:schemeClr>
                </a:solidFill>
              </a:defRPr>
            </a:lvl2pPr>
            <a:lvl3pPr marL="1021632" indent="0" algn="ctr">
              <a:buNone/>
              <a:defRPr>
                <a:solidFill>
                  <a:schemeClr val="tx1">
                    <a:tint val="75000"/>
                  </a:schemeClr>
                </a:solidFill>
              </a:defRPr>
            </a:lvl3pPr>
            <a:lvl4pPr marL="1532451" indent="0" algn="ctr">
              <a:buNone/>
              <a:defRPr>
                <a:solidFill>
                  <a:schemeClr val="tx1">
                    <a:tint val="75000"/>
                  </a:schemeClr>
                </a:solidFill>
              </a:defRPr>
            </a:lvl4pPr>
            <a:lvl5pPr marL="2043260" indent="0" algn="ctr">
              <a:buNone/>
              <a:defRPr>
                <a:solidFill>
                  <a:schemeClr val="tx1">
                    <a:tint val="75000"/>
                  </a:schemeClr>
                </a:solidFill>
              </a:defRPr>
            </a:lvl5pPr>
            <a:lvl6pPr marL="2554080" indent="0" algn="ctr">
              <a:buNone/>
              <a:defRPr>
                <a:solidFill>
                  <a:schemeClr val="tx1">
                    <a:tint val="75000"/>
                  </a:schemeClr>
                </a:solidFill>
              </a:defRPr>
            </a:lvl6pPr>
            <a:lvl7pPr marL="3064898" indent="0" algn="ctr">
              <a:buNone/>
              <a:defRPr>
                <a:solidFill>
                  <a:schemeClr val="tx1">
                    <a:tint val="75000"/>
                  </a:schemeClr>
                </a:solidFill>
              </a:defRPr>
            </a:lvl7pPr>
            <a:lvl8pPr marL="3575712" indent="0" algn="ctr">
              <a:buNone/>
              <a:defRPr>
                <a:solidFill>
                  <a:schemeClr val="tx1">
                    <a:tint val="75000"/>
                  </a:schemeClr>
                </a:solidFill>
              </a:defRPr>
            </a:lvl8pPr>
            <a:lvl9pPr marL="4086525" indent="0" algn="ctr">
              <a:buNone/>
              <a:defRPr>
                <a:solidFill>
                  <a:schemeClr val="tx1">
                    <a:tint val="75000"/>
                  </a:schemeClr>
                </a:solidFill>
              </a:defRPr>
            </a:lvl9pPr>
          </a:lstStyle>
          <a:p>
            <a:r>
              <a:rPr lang="fr-FR"/>
              <a:t>Modifiez le style des sous-titres du masque</a:t>
            </a:r>
            <a:endParaRPr lang="en-US" dirty="0"/>
          </a:p>
        </p:txBody>
      </p:sp>
      <p:pic>
        <p:nvPicPr>
          <p:cNvPr id="9" name="Picture 2" descr="D:\Users\jehiggin\Documents\My Received Files\capblanc.png"/>
          <p:cNvPicPr>
            <a:picLocks noChangeAspect="1" noChangeArrowheads="1"/>
          </p:cNvPicPr>
          <p:nvPr/>
        </p:nvPicPr>
        <p:blipFill>
          <a:blip r:embed="rId2" cstate="screen"/>
          <a:srcRect/>
          <a:stretch>
            <a:fillRect/>
          </a:stretch>
        </p:blipFill>
        <p:spPr bwMode="auto">
          <a:xfrm>
            <a:off x="565357" y="333141"/>
            <a:ext cx="2299828" cy="533153"/>
          </a:xfrm>
          <a:prstGeom prst="rect">
            <a:avLst/>
          </a:prstGeom>
          <a:noFill/>
          <a:ln w="9525">
            <a:noFill/>
            <a:miter lim="800000"/>
            <a:headEnd/>
            <a:tailEnd/>
          </a:ln>
        </p:spPr>
      </p:pic>
    </p:spTree>
    <p:extLst>
      <p:ext uri="{BB962C8B-B14F-4D97-AF65-F5344CB8AC3E}">
        <p14:creationId xmlns:p14="http://schemas.microsoft.com/office/powerpoint/2010/main" val="3467380855"/>
      </p:ext>
    </p:extLst>
  </p:cSld>
  <p:clrMapOvr>
    <a:masterClrMapping/>
  </p:clrMapOvr>
  <p:transition>
    <p:push/>
  </p:transition>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_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sp>
        <p:nvSpPr>
          <p:cNvPr id="10"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pic>
        <p:nvPicPr>
          <p:cNvPr id="4" name="Picture 3"/>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Content Placeholder 5"/>
          <p:cNvSpPr>
            <a:spLocks noGrp="1"/>
          </p:cNvSpPr>
          <p:nvPr>
            <p:ph sz="quarter" idx="10"/>
          </p:nvPr>
        </p:nvSpPr>
        <p:spPr>
          <a:xfrm>
            <a:off x="609600" y="1631575"/>
            <a:ext cx="10972800" cy="4243432"/>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Rectangle 8"/>
          <p:cNvSpPr>
            <a:spLocks noChangeArrowheads="1"/>
          </p:cNvSpPr>
          <p:nvPr>
            <p:custDataLst>
              <p:tags r:id="rId1"/>
            </p:custDataLst>
          </p:nvPr>
        </p:nvSpPr>
        <p:spPr bwMode="auto">
          <a:xfrm>
            <a:off x="9273119" y="6398495"/>
            <a:ext cx="1773767" cy="122653"/>
          </a:xfrm>
          <a:prstGeom prst="rect">
            <a:avLst/>
          </a:prstGeom>
          <a:noFill/>
          <a:ln w="19050">
            <a:noFill/>
            <a:miter lim="800000"/>
            <a:headEnd/>
            <a:tailEnd/>
          </a:ln>
          <a:effectLst/>
        </p:spPr>
        <p:txBody>
          <a:bodyPr lIns="20149" tIns="20149" rIns="20149" bIns="20149" anchor="b"/>
          <a:lstStyle/>
          <a:p>
            <a:pPr algn="r" defTabSz="557178"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3576735025"/>
      </p:ext>
    </p:extLst>
  </p:cSld>
  <p:clrMapOvr>
    <a:masterClrMapping/>
  </p:clrMapOvr>
  <p:transition>
    <p:push/>
  </p:transition>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67"/>
            <a:ext cx="10972800" cy="660393"/>
          </a:xfrm>
        </p:spPr>
        <p:txBody>
          <a:bodyPr/>
          <a:lstStyle>
            <a:lvl1pPr>
              <a:defRPr>
                <a:latin typeface="+mj-lt"/>
              </a:defRPr>
            </a:lvl1pPr>
          </a:lstStyle>
          <a:p>
            <a:r>
              <a:rPr lang="fr-FR" dirty="0" err="1"/>
              <a:t>Title</a:t>
            </a:r>
            <a:endParaRPr lang="en-US" dirty="0"/>
          </a:p>
        </p:txBody>
      </p:sp>
      <p:sp>
        <p:nvSpPr>
          <p:cNvPr id="6" name="Content Placeholder 5"/>
          <p:cNvSpPr>
            <a:spLocks noGrp="1"/>
          </p:cNvSpPr>
          <p:nvPr>
            <p:ph sz="quarter" idx="10"/>
          </p:nvPr>
        </p:nvSpPr>
        <p:spPr>
          <a:xfrm>
            <a:off x="609600" y="1654473"/>
            <a:ext cx="10972800" cy="4220561"/>
          </a:xfrm>
        </p:spPr>
        <p:txBody>
          <a:bodyPr>
            <a:normAutofit/>
          </a:bodyPr>
          <a:lstStyle>
            <a:lvl1pPr>
              <a:defRPr sz="2200">
                <a:latin typeface="Segoe UI" charset="0"/>
                <a:ea typeface="Segoe UI" charset="0"/>
                <a:cs typeface="Segoe UI" charset="0"/>
              </a:defRPr>
            </a:lvl1pPr>
            <a:lvl2pPr>
              <a:defRPr sz="2200">
                <a:latin typeface="Segoe UI" charset="0"/>
                <a:ea typeface="Segoe UI" charset="0"/>
                <a:cs typeface="Segoe UI" charset="0"/>
              </a:defRPr>
            </a:lvl2pPr>
            <a:lvl3pPr>
              <a:defRPr sz="2200">
                <a:latin typeface="Segoe UI" charset="0"/>
                <a:ea typeface="Segoe UI" charset="0"/>
                <a:cs typeface="Segoe UI" charset="0"/>
              </a:defRPr>
            </a:lvl3pPr>
            <a:lvl4pPr>
              <a:defRPr sz="2200">
                <a:latin typeface="Segoe UI" charset="0"/>
                <a:ea typeface="Segoe UI" charset="0"/>
                <a:cs typeface="Segoe UI" charset="0"/>
              </a:defRPr>
            </a:lvl4pPr>
            <a:lvl5pPr>
              <a:defRPr sz="22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Title 1"/>
          <p:cNvSpPr txBox="1">
            <a:spLocks/>
          </p:cNvSpPr>
          <p:nvPr/>
        </p:nvSpPr>
        <p:spPr>
          <a:xfrm>
            <a:off x="623392" y="947626"/>
            <a:ext cx="10972800" cy="660393"/>
          </a:xfrm>
          <a:prstGeom prst="rect">
            <a:avLst/>
          </a:prstGeom>
        </p:spPr>
        <p:txBody>
          <a:bodyPr vert="horz" lIns="51071" tIns="25546" rIns="51071" bIns="25546" rtlCol="0" anchor="ctr">
            <a:noAutofit/>
          </a:bodyPr>
          <a:lstStyle>
            <a:lvl1pPr algn="l" defTabSz="914444" rtl="0" eaLnBrk="1" latinLnBrk="0" hangingPunct="1">
              <a:spcBef>
                <a:spcPct val="0"/>
              </a:spcBef>
              <a:buNone/>
              <a:defRPr sz="6400" kern="1200">
                <a:solidFill>
                  <a:srgbClr val="02AFE9"/>
                </a:solidFill>
                <a:latin typeface="+mj-lt"/>
                <a:ea typeface="+mj-ea"/>
                <a:cs typeface="Arial" pitchFamily="34" charset="0"/>
              </a:defRPr>
            </a:lvl1pPr>
          </a:lstStyle>
          <a:p>
            <a:r>
              <a:rPr lang="fr-FR" sz="2000" dirty="0"/>
              <a:t>Title</a:t>
            </a:r>
            <a:endParaRPr lang="en-US" sz="2000" dirty="0"/>
          </a:p>
        </p:txBody>
      </p:sp>
      <p:pic>
        <p:nvPicPr>
          <p:cNvPr id="11" name="Picture 10"/>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7"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
        <p:nvSpPr>
          <p:cNvPr id="9" name="Rectangle 8"/>
          <p:cNvSpPr>
            <a:spLocks noChangeArrowheads="1"/>
          </p:cNvSpPr>
          <p:nvPr>
            <p:custDataLst>
              <p:tags r:id="rId1"/>
            </p:custDataLst>
          </p:nvPr>
        </p:nvSpPr>
        <p:spPr bwMode="auto">
          <a:xfrm>
            <a:off x="9273119" y="6398495"/>
            <a:ext cx="1773767" cy="122653"/>
          </a:xfrm>
          <a:prstGeom prst="rect">
            <a:avLst/>
          </a:prstGeom>
          <a:noFill/>
          <a:ln w="19050">
            <a:noFill/>
            <a:miter lim="800000"/>
            <a:headEnd/>
            <a:tailEnd/>
          </a:ln>
          <a:effectLst/>
        </p:spPr>
        <p:txBody>
          <a:bodyPr lIns="20149" tIns="20149" rIns="20149" bIns="20149" anchor="b"/>
          <a:lstStyle/>
          <a:p>
            <a:pPr algn="r" defTabSz="557178" eaLnBrk="0" fontAlgn="auto" hangingPunct="0">
              <a:lnSpc>
                <a:spcPct val="90000"/>
              </a:lnSpc>
              <a:spcBef>
                <a:spcPct val="10000"/>
              </a:spcBef>
              <a:spcAft>
                <a:spcPts val="0"/>
              </a:spcAft>
              <a:defRPr/>
            </a:pPr>
            <a:r>
              <a:rPr lang="en-US" altLang="en-US" sz="400" dirty="0">
                <a:solidFill>
                  <a:schemeClr val="tx2"/>
                </a:solidFill>
                <a:latin typeface="+mj-lt"/>
                <a:cs typeface="Helvetica Light"/>
              </a:rPr>
              <a:t>Copyright © Capgemini 2015. All Rights Reserved</a:t>
            </a:r>
          </a:p>
        </p:txBody>
      </p:sp>
    </p:spTree>
    <p:extLst>
      <p:ext uri="{BB962C8B-B14F-4D97-AF65-F5344CB8AC3E}">
        <p14:creationId xmlns:p14="http://schemas.microsoft.com/office/powerpoint/2010/main" val="1943016606"/>
      </p:ext>
    </p:extLst>
  </p:cSld>
  <p:clrMapOvr>
    <a:masterClrMapping/>
  </p:clrMapOvr>
  <p:transition>
    <p:push/>
  </p:transition>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8" name="Title 1"/>
          <p:cNvSpPr>
            <a:spLocks noGrp="1"/>
          </p:cNvSpPr>
          <p:nvPr>
            <p:ph type="title"/>
          </p:nvPr>
        </p:nvSpPr>
        <p:spPr>
          <a:xfrm>
            <a:off x="609600" y="274639"/>
            <a:ext cx="10972800" cy="1143000"/>
          </a:xfrm>
        </p:spPr>
        <p:txBody>
          <a:bodyPr/>
          <a:lstStyle>
            <a:lvl1pPr>
              <a:defRPr>
                <a:latin typeface="+mj-lt"/>
              </a:defRPr>
            </a:lvl1pPr>
          </a:lstStyle>
          <a:p>
            <a:r>
              <a:rPr lang="fr-FR"/>
              <a:t>Modifiez le style du titre</a:t>
            </a:r>
            <a:endParaRPr lang="en-US" dirty="0"/>
          </a:p>
        </p:txBody>
      </p:sp>
      <p:pic>
        <p:nvPicPr>
          <p:cNvPr id="10" name="Pictur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5"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257151456"/>
      </p:ext>
    </p:extLst>
  </p:cSld>
  <p:clrMapOvr>
    <a:masterClrMapping/>
  </p:clrMapOvr>
  <p:transition>
    <p:push/>
  </p:transition>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4910336"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609600" y="1631575"/>
            <a:ext cx="4910336" cy="4243432"/>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6143653" y="0"/>
            <a:ext cx="6048375" cy="6858000"/>
          </a:xfr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11"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337156368"/>
      </p:ext>
    </p:extLst>
  </p:cSld>
  <p:clrMapOvr>
    <a:masterClrMapping/>
  </p:clrMapOvr>
  <p:transition>
    <p:push/>
  </p:transition>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noAutofit/>
          </a:bodyPr>
          <a:lstStyle>
            <a:lvl1pPr>
              <a:defRPr sz="3100">
                <a:latin typeface="+mj-lt"/>
              </a:defRPr>
            </a:lvl1pPr>
          </a:lstStyle>
          <a:p>
            <a:r>
              <a:rPr lang="fr-FR"/>
              <a:t>Modifiez le style du titre</a:t>
            </a:r>
            <a:endParaRPr lang="en-US" dirty="0"/>
          </a:p>
        </p:txBody>
      </p:sp>
      <p:sp>
        <p:nvSpPr>
          <p:cNvPr id="6" name="Content Placeholder 5"/>
          <p:cNvSpPr>
            <a:spLocks noGrp="1"/>
          </p:cNvSpPr>
          <p:nvPr>
            <p:ph sz="quarter" idx="10"/>
          </p:nvPr>
        </p:nvSpPr>
        <p:spPr>
          <a:xfrm>
            <a:off x="4367808" y="1798329"/>
            <a:ext cx="7214592" cy="3836875"/>
          </a:xfrm>
        </p:spPr>
        <p:txBody>
          <a:bodyPr>
            <a:normAutofit/>
          </a:bodyPr>
          <a:lstStyle>
            <a:lvl1pPr>
              <a:defRPr sz="2000">
                <a:latin typeface="Segoe UI" charset="0"/>
                <a:ea typeface="Segoe UI" charset="0"/>
                <a:cs typeface="Segoe UI" charset="0"/>
              </a:defRPr>
            </a:lvl1pPr>
            <a:lvl2pPr>
              <a:defRPr sz="2000">
                <a:latin typeface="Segoe UI" charset="0"/>
                <a:ea typeface="Segoe UI" charset="0"/>
                <a:cs typeface="Segoe UI" charset="0"/>
              </a:defRPr>
            </a:lvl2pPr>
            <a:lvl3pPr>
              <a:defRPr sz="2000">
                <a:latin typeface="Segoe UI" charset="0"/>
                <a:ea typeface="Segoe UI" charset="0"/>
                <a:cs typeface="Segoe UI" charset="0"/>
              </a:defRPr>
            </a:lvl3pPr>
            <a:lvl4pPr>
              <a:defRPr sz="2000">
                <a:latin typeface="Segoe UI" charset="0"/>
                <a:ea typeface="Segoe UI" charset="0"/>
                <a:cs typeface="Segoe UI" charset="0"/>
              </a:defRPr>
            </a:lvl4pPr>
            <a:lvl5pPr>
              <a:defRPr sz="2000">
                <a:latin typeface="Segoe UI" charset="0"/>
                <a:ea typeface="Segoe UI" charset="0"/>
                <a:cs typeface="Segoe UI"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Picture Placeholder 4"/>
          <p:cNvSpPr>
            <a:spLocks noGrp="1"/>
          </p:cNvSpPr>
          <p:nvPr>
            <p:ph type="pic" sz="quarter" idx="11"/>
          </p:nvPr>
        </p:nvSpPr>
        <p:spPr>
          <a:xfrm>
            <a:off x="846981" y="1985780"/>
            <a:ext cx="3040783" cy="3025959"/>
          </a:xfrm>
          <a:prstGeom prst="ellipse">
            <a:avLst/>
          </a:prstGeom>
          <a:solidFill>
            <a:schemeClr val="tx1">
              <a:lumMod val="60000"/>
              <a:lumOff val="40000"/>
            </a:schemeClr>
          </a:solidFill>
        </p:spPr>
        <p:txBody>
          <a:bodyPr/>
          <a:lstStyle/>
          <a:p>
            <a:r>
              <a:rPr lang="fr-FR"/>
              <a:t>Cliquez sur l'icône pour ajouter une image</a:t>
            </a:r>
            <a:endParaRPr lang="en-US" dirty="0"/>
          </a:p>
        </p:txBody>
      </p:sp>
      <p:pic>
        <p:nvPicPr>
          <p:cNvPr id="8" name="Picture 7"/>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9"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426758373"/>
      </p:ext>
    </p:extLst>
  </p:cSld>
  <p:clrMapOvr>
    <a:masterClrMapping/>
  </p:clrMapOvr>
  <p:transition>
    <p:push/>
  </p:transition>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3"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279493210"/>
      </p:ext>
    </p:extLst>
  </p:cSld>
  <p:clrMapOvr>
    <a:masterClrMapping/>
  </p:clrMapOvr>
  <p:transition>
    <p:push/>
  </p:transition>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 black">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09600" y="6324552"/>
            <a:ext cx="1165920" cy="270534"/>
          </a:xfrm>
          <a:prstGeom prst="rect">
            <a:avLst/>
          </a:prstGeom>
        </p:spPr>
      </p:pic>
      <p:sp>
        <p:nvSpPr>
          <p:cNvPr id="6"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2727405005"/>
      </p:ext>
    </p:extLst>
  </p:cSld>
  <p:clrMapOvr>
    <a:masterClrMapping/>
  </p:clrMapOvr>
  <p:transition>
    <p:push/>
  </p:transition>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12"/>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4"/>
            <a:ext cx="8559801" cy="1470026"/>
          </a:xfrm>
          <a:noFill/>
        </p:spPr>
        <p:txBody>
          <a:bodyPr lIns="0" tIns="301649" rIns="221205" bIns="301649">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2256204122"/>
      </p:ext>
    </p:extLst>
  </p:cSld>
  <p:clrMapOvr>
    <a:masterClrMapping/>
  </p:clrMapOvr>
  <p:transition>
    <p:push/>
  </p:transition>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4"/>
            <a:ext cx="8559801" cy="1470026"/>
          </a:xfrm>
          <a:noFill/>
        </p:spPr>
        <p:txBody>
          <a:bodyPr lIns="0" tIns="301649" rIns="221205" bIns="301649">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3061827413"/>
      </p:ext>
    </p:extLst>
  </p:cSld>
  <p:clrMapOvr>
    <a:masterClrMapping/>
  </p:clrMapOvr>
  <p:transition>
    <p:push/>
  </p:transition>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4"/>
            <a:ext cx="8559801" cy="1470026"/>
          </a:xfrm>
          <a:noFill/>
        </p:spPr>
        <p:txBody>
          <a:bodyPr lIns="0" tIns="301649" rIns="221205" bIns="301649">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2"/>
            <a:ext cx="2299828" cy="533153"/>
          </a:xfrm>
          <a:prstGeom prst="rect">
            <a:avLst/>
          </a:prstGeom>
          <a:noFill/>
          <a:ln w="9525">
            <a:noFill/>
            <a:miter lim="800000"/>
            <a:headEnd/>
            <a:tailEnd/>
          </a:ln>
        </p:spPr>
      </p:pic>
    </p:spTree>
    <p:extLst>
      <p:ext uri="{BB962C8B-B14F-4D97-AF65-F5344CB8AC3E}">
        <p14:creationId xmlns:p14="http://schemas.microsoft.com/office/powerpoint/2010/main" val="1048977551"/>
      </p:ext>
    </p:extLst>
  </p:cSld>
  <p:clrMapOvr>
    <a:masterClrMapping/>
  </p:clrMapOvr>
  <p:transition>
    <p:push/>
  </p:transition>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pic>
        <p:nvPicPr>
          <p:cNvPr id="7"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223413679"/>
      </p:ext>
    </p:extLst>
  </p:cSld>
  <p:clrMapOvr>
    <a:masterClrMapping/>
  </p:clrMapOvr>
  <p:transition>
    <p:push/>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Blank black">
    <p:spTree>
      <p:nvGrpSpPr>
        <p:cNvPr id="1" name=""/>
        <p:cNvGrpSpPr/>
        <p:nvPr/>
      </p:nvGrpSpPr>
      <p:grpSpPr>
        <a:xfrm>
          <a:off x="0" y="0"/>
          <a:ext cx="0" cy="0"/>
          <a:chOff x="0" y="0"/>
          <a:chExt cx="0" cy="0"/>
        </a:xfrm>
      </p:grpSpPr>
      <p:pic>
        <p:nvPicPr>
          <p:cNvPr id="6"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123884416"/>
      </p:ext>
    </p:extLst>
  </p:cSld>
  <p:clrMapOvr>
    <a:masterClrMapping/>
  </p:clrMapOvr>
  <p:transition>
    <p:push/>
  </p:transition>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Title 2">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487911" y="432708"/>
            <a:ext cx="2299828" cy="533153"/>
          </a:xfrm>
          <a:prstGeom prst="rect">
            <a:avLst/>
          </a:prstGeom>
          <a:noFill/>
          <a:ln w="9525">
            <a:noFill/>
            <a:miter lim="800000"/>
            <a:headEnd/>
            <a:tailEnd/>
          </a:ln>
        </p:spPr>
      </p:pic>
      <p:sp>
        <p:nvSpPr>
          <p:cNvPr id="3" name="Title 1"/>
          <p:cNvSpPr>
            <a:spLocks noGrp="1"/>
          </p:cNvSpPr>
          <p:nvPr>
            <p:ph type="ctrTitle" hasCustomPrompt="1"/>
          </p:nvPr>
        </p:nvSpPr>
        <p:spPr>
          <a:xfrm>
            <a:off x="3618022" y="2527392"/>
            <a:ext cx="8559801" cy="1470026"/>
          </a:xfrm>
          <a:noFill/>
        </p:spPr>
        <p:txBody>
          <a:bodyPr lIns="0" tIns="301649" rIns="221205" bIns="301649">
            <a:noAutofit/>
          </a:bodyPr>
          <a:lstStyle>
            <a:lvl1pPr algn="r">
              <a:defRPr sz="4500" baseline="0">
                <a:solidFill>
                  <a:schemeClr val="bg1"/>
                </a:solidFill>
                <a:latin typeface="Segoe UI Light" pitchFamily="34" charset="0"/>
              </a:defRPr>
            </a:lvl1pPr>
          </a:lstStyle>
          <a:p>
            <a:r>
              <a:rPr lang="fr-FR" dirty="0"/>
              <a:t>Click to </a:t>
            </a:r>
            <a:r>
              <a:rPr lang="fr-FR" dirty="0" err="1"/>
              <a:t>edit</a:t>
            </a:r>
            <a:endParaRPr lang="en-US" dirty="0"/>
          </a:p>
        </p:txBody>
      </p:sp>
    </p:spTree>
    <p:extLst>
      <p:ext uri="{BB962C8B-B14F-4D97-AF65-F5344CB8AC3E}">
        <p14:creationId xmlns:p14="http://schemas.microsoft.com/office/powerpoint/2010/main" val="1269313827"/>
      </p:ext>
    </p:extLst>
  </p:cSld>
  <p:clrMapOvr>
    <a:masterClrMapping/>
  </p:clrMapOvr>
  <p:transition>
    <p:push/>
  </p:transition>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Title 3">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
        <p:nvSpPr>
          <p:cNvPr id="4" name="Title 1"/>
          <p:cNvSpPr>
            <a:spLocks noGrp="1"/>
          </p:cNvSpPr>
          <p:nvPr>
            <p:ph type="ctrTitle"/>
          </p:nvPr>
        </p:nvSpPr>
        <p:spPr>
          <a:xfrm>
            <a:off x="3618022" y="2527392"/>
            <a:ext cx="8559801" cy="1470026"/>
          </a:xfrm>
          <a:noFill/>
        </p:spPr>
        <p:txBody>
          <a:bodyPr lIns="0" tIns="301649" rIns="221205" bIns="301649">
            <a:noAutofit/>
          </a:bodyPr>
          <a:lstStyle>
            <a:lvl1pPr algn="r">
              <a:defRPr sz="3600">
                <a:solidFill>
                  <a:schemeClr val="bg1"/>
                </a:solidFill>
                <a:latin typeface="Segoe UI Light" pitchFamily="34" charset="0"/>
              </a:defRPr>
            </a:lvl1pPr>
          </a:lstStyle>
          <a:p>
            <a:r>
              <a:rPr lang="fr-FR"/>
              <a:t>Modifiez le style du titre</a:t>
            </a:r>
            <a:endParaRPr lang="en-US" dirty="0"/>
          </a:p>
        </p:txBody>
      </p:sp>
    </p:spTree>
    <p:extLst>
      <p:ext uri="{BB962C8B-B14F-4D97-AF65-F5344CB8AC3E}">
        <p14:creationId xmlns:p14="http://schemas.microsoft.com/office/powerpoint/2010/main" val="1619554989"/>
      </p:ext>
    </p:extLst>
  </p:cSld>
  <p:clrMapOvr>
    <a:masterClrMapping/>
  </p:clrMapOvr>
  <p:transition>
    <p:push/>
  </p:transition>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Techniqu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8022" y="2527392"/>
            <a:ext cx="8559801" cy="1470026"/>
          </a:xfrm>
          <a:noFill/>
        </p:spPr>
        <p:txBody>
          <a:bodyPr lIns="0" tIns="301649" rIns="221205" bIns="301649">
            <a:noAutofit/>
          </a:bodyPr>
          <a:lstStyle>
            <a:lvl1pPr algn="r">
              <a:defRPr sz="3600">
                <a:solidFill>
                  <a:schemeClr val="bg1"/>
                </a:solidFill>
                <a:latin typeface="Segoe UI Light" pitchFamily="34" charset="0"/>
              </a:defRPr>
            </a:lvl1pPr>
          </a:lstStyle>
          <a:p>
            <a:r>
              <a:rPr lang="fr-FR" dirty="0"/>
              <a:t>Click to </a:t>
            </a:r>
            <a:r>
              <a:rPr lang="fr-FR" dirty="0" err="1"/>
              <a:t>edit</a:t>
            </a:r>
            <a:endParaRPr lang="en-US" dirty="0"/>
          </a:p>
        </p:txBody>
      </p:sp>
      <p:pic>
        <p:nvPicPr>
          <p:cNvPr id="6" name="Picture 2" descr="D:\Users\jehiggin\Documents\My Received Files\capblanc.png"/>
          <p:cNvPicPr>
            <a:picLocks noChangeAspect="1" noChangeArrowheads="1"/>
          </p:cNvPicPr>
          <p:nvPr/>
        </p:nvPicPr>
        <p:blipFill>
          <a:blip r:embed="rId2" cstate="screen"/>
          <a:srcRect/>
          <a:stretch>
            <a:fillRect/>
          </a:stretch>
        </p:blipFill>
        <p:spPr bwMode="auto">
          <a:xfrm>
            <a:off x="9360366" y="1604800"/>
            <a:ext cx="2299828" cy="533153"/>
          </a:xfrm>
          <a:prstGeom prst="rect">
            <a:avLst/>
          </a:prstGeom>
          <a:noFill/>
          <a:ln w="9525">
            <a:noFill/>
            <a:miter lim="800000"/>
            <a:headEnd/>
            <a:tailEnd/>
          </a:ln>
        </p:spPr>
      </p:pic>
    </p:spTree>
    <p:extLst>
      <p:ext uri="{BB962C8B-B14F-4D97-AF65-F5344CB8AC3E}">
        <p14:creationId xmlns:p14="http://schemas.microsoft.com/office/powerpoint/2010/main" val="987505866"/>
      </p:ext>
    </p:extLst>
  </p:cSld>
  <p:clrMapOvr>
    <a:masterClrMapping/>
  </p:clrMapOvr>
  <p:transition>
    <p:push/>
  </p:transition>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Fnac master">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775187748"/>
      </p:ext>
    </p:extLst>
  </p:cSld>
  <p:clrMapOvr>
    <a:masterClrMapping/>
  </p:clrMapOvr>
  <p:transition>
    <p:push/>
  </p:transition>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pic>
        <p:nvPicPr>
          <p:cNvPr id="9"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3857161173"/>
      </p:ext>
    </p:extLst>
  </p:cSld>
  <p:clrMapOvr>
    <a:masterClrMapping/>
  </p:clrMapOvr>
  <p:transition>
    <p:push/>
  </p:transition>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21_Disposition personnalisée">
    <p:spTree>
      <p:nvGrpSpPr>
        <p:cNvPr id="1" name=""/>
        <p:cNvGrpSpPr/>
        <p:nvPr/>
      </p:nvGrpSpPr>
      <p:grpSpPr>
        <a:xfrm>
          <a:off x="0" y="0"/>
          <a:ext cx="0" cy="0"/>
          <a:chOff x="0" y="0"/>
          <a:chExt cx="0" cy="0"/>
        </a:xfrm>
      </p:grpSpPr>
      <p:pic>
        <p:nvPicPr>
          <p:cNvPr id="5" name="image5.png" descr="D:\Users\jehiggin\Documents\My Received Files\capblanc.png"/>
          <p:cNvPicPr/>
          <p:nvPr/>
        </p:nvPicPr>
        <p:blipFill>
          <a:blip r:embed="rId2" cstate="print">
            <a:duotone>
              <a:prstClr val="black"/>
              <a:schemeClr val="tx2">
                <a:tint val="45000"/>
                <a:satMod val="400000"/>
              </a:schemeClr>
            </a:duotone>
            <a:lum bright="-40000" contrast="-40000"/>
          </a:blip>
          <a:stretch>
            <a:fillRect/>
          </a:stretch>
        </p:blipFill>
        <p:spPr>
          <a:xfrm>
            <a:off x="783774" y="6250579"/>
            <a:ext cx="1632181" cy="378379"/>
          </a:xfrm>
          <a:prstGeom prst="rect">
            <a:avLst/>
          </a:prstGeom>
          <a:ln w="12700">
            <a:miter lim="400000"/>
          </a:ln>
        </p:spPr>
      </p:pic>
      <p:sp>
        <p:nvSpPr>
          <p:cNvPr id="8" name="Slide Number Placeholder 5"/>
          <p:cNvSpPr txBox="1">
            <a:spLocks/>
          </p:cNvSpPr>
          <p:nvPr/>
        </p:nvSpPr>
        <p:spPr>
          <a:xfrm>
            <a:off x="8737600" y="6277260"/>
            <a:ext cx="2844800" cy="365125"/>
          </a:xfrm>
          <a:prstGeom prst="rect">
            <a:avLst/>
          </a:prstGeom>
        </p:spPr>
        <p:txBody>
          <a:bodyPr vert="horz" lIns="102161" tIns="51071" rIns="102161" bIns="51071" rtlCol="0" anchor="ctr"/>
          <a:lstStyle>
            <a:lvl1pPr algn="r">
              <a:defRPr sz="1200">
                <a:solidFill>
                  <a:schemeClr val="tx1">
                    <a:tint val="75000"/>
                  </a:schemeClr>
                </a:solidFill>
              </a:defRPr>
            </a:lvl1pPr>
          </a:lstStyle>
          <a:p>
            <a:pPr>
              <a:defRPr/>
            </a:pPr>
            <a:fld id="{EAFEDC55-65C2-4245-A27D-13D7DF09935A}" type="slidenum">
              <a:rPr lang="en-US" sz="800" smtClean="0">
                <a:solidFill>
                  <a:prstClr val="black">
                    <a:tint val="75000"/>
                  </a:prstClr>
                </a:solidFill>
              </a:rPr>
              <a:pPr>
                <a:defRPr/>
              </a:pPr>
              <a:t>‹N°›</a:t>
            </a:fld>
            <a:endParaRPr lang="en-US" sz="800" dirty="0">
              <a:solidFill>
                <a:prstClr val="black">
                  <a:tint val="75000"/>
                </a:prstClr>
              </a:solidFill>
            </a:endParaRPr>
          </a:p>
        </p:txBody>
      </p:sp>
    </p:spTree>
    <p:extLst>
      <p:ext uri="{BB962C8B-B14F-4D97-AF65-F5344CB8AC3E}">
        <p14:creationId xmlns:p14="http://schemas.microsoft.com/office/powerpoint/2010/main" val="1096260289"/>
      </p:ext>
    </p:extLst>
  </p:cSld>
  <p:clrMapOvr>
    <a:masterClrMapping/>
  </p:clrMapOvr>
  <p:transition>
    <p:push/>
  </p:transition>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1" y="2"/>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3819682392"/>
      </p:ext>
    </p:extLst>
  </p:cSld>
  <p:clrMapOvr>
    <a:masterClrMapping/>
  </p:clrMapOvr>
  <p:transition>
    <p:push/>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1">
    <p:spTree>
      <p:nvGrpSpPr>
        <p:cNvPr id="1" name=""/>
        <p:cNvGrpSpPr/>
        <p:nvPr/>
      </p:nvGrpSpPr>
      <p:grpSpPr>
        <a:xfrm>
          <a:off x="0" y="0"/>
          <a:ext cx="0" cy="0"/>
          <a:chOff x="0" y="0"/>
          <a:chExt cx="0" cy="0"/>
        </a:xfrm>
      </p:grpSpPr>
      <p:sp>
        <p:nvSpPr>
          <p:cNvPr id="72" name="Rectangle 7"/>
          <p:cNvSpPr/>
          <p:nvPr>
            <p:custDataLst>
              <p:tags r:id="rId1"/>
            </p:custDataLst>
          </p:nvPr>
        </p:nvSpPr>
        <p:spPr bwMode="auto">
          <a:xfrm flipV="1">
            <a:off x="-1059" y="1117624"/>
            <a:ext cx="12193059" cy="574037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solidFill>
            <a:srgbClr val="C5C5C5"/>
          </a:solidFill>
          <a:ln w="12700" cmpd="sng" algn="ctr">
            <a:noFill/>
            <a:miter lim="800000"/>
            <a:headEnd/>
            <a:tailEnd/>
          </a:ln>
          <a:effectLst>
            <a:outerShdw blurRad="41275" dist="38100" dir="5400000" algn="t" rotWithShape="0">
              <a:schemeClr val="bg1">
                <a:lumMod val="65000"/>
                <a:alpha val="25000"/>
              </a:schemeClr>
            </a:outerShdw>
          </a:effectLst>
        </p:spPr>
        <p:txBody>
          <a:bodyPr lIns="18506" tIns="24058" rIns="18506" bIns="24058" anchor="ctr"/>
          <a:lstStyle/>
          <a:p>
            <a:pPr algn="ctr" defTabSz="536152" fontAlgn="auto">
              <a:spcBef>
                <a:spcPts val="0"/>
              </a:spcBef>
              <a:spcAft>
                <a:spcPts val="0"/>
              </a:spcAft>
              <a:defRPr/>
            </a:pPr>
            <a:endParaRPr lang="en-US" sz="600" dirty="0">
              <a:latin typeface="Arial"/>
              <a:cs typeface="Arial"/>
            </a:endParaRPr>
          </a:p>
        </p:txBody>
      </p:sp>
      <p:pic>
        <p:nvPicPr>
          <p:cNvPr id="2" name="Image 336"/>
          <p:cNvPicPr>
            <a:picLocks noChangeAspect="1"/>
          </p:cNvPicPr>
          <p:nvPr/>
        </p:nvPicPr>
        <p:blipFill>
          <a:blip r:embed="rId11" cstate="print"/>
          <a:stretch>
            <a:fillRect/>
          </a:stretch>
        </p:blipFill>
        <p:spPr>
          <a:xfrm>
            <a:off x="1" y="2"/>
            <a:ext cx="181708" cy="144463"/>
          </a:xfrm>
          <a:prstGeom prst="rect">
            <a:avLst/>
          </a:prstGeom>
        </p:spPr>
      </p:pic>
      <p:sp>
        <p:nvSpPr>
          <p:cNvPr id="3" name="Rectangle 9"/>
          <p:cNvSpPr>
            <a:spLocks noChangeArrowheads="1"/>
          </p:cNvSpPr>
          <p:nvPr>
            <p:custDataLst>
              <p:tags r:id="rId2"/>
            </p:custDataLst>
          </p:nvPr>
        </p:nvSpPr>
        <p:spPr bwMode="gray">
          <a:xfrm>
            <a:off x="1375509" y="3617917"/>
            <a:ext cx="5244124" cy="2376487"/>
          </a:xfrm>
          <a:custGeom>
            <a:avLst/>
            <a:gdLst>
              <a:gd name="T0" fmla="*/ 4259840 w 4259840"/>
              <a:gd name="T1" fmla="*/ 2376667 h 2132777"/>
              <a:gd name="T2" fmla="*/ 164137 w 4259840"/>
              <a:gd name="T3" fmla="*/ 2376667 h 2132777"/>
              <a:gd name="T4" fmla="*/ 48075 w 4259840"/>
              <a:gd name="T5" fmla="*/ 2323094 h 2132777"/>
              <a:gd name="T6" fmla="*/ 0 w 4259840"/>
              <a:gd name="T7" fmla="*/ 2193760 h 2132777"/>
              <a:gd name="T8" fmla="*/ 0 w 4259840"/>
              <a:gd name="T9" fmla="*/ 0 h 2132777"/>
              <a:gd name="T10" fmla="*/ 0 60000 65536"/>
              <a:gd name="T11" fmla="*/ 0 60000 65536"/>
              <a:gd name="T12" fmla="*/ 0 60000 65536"/>
              <a:gd name="T13" fmla="*/ 0 60000 65536"/>
              <a:gd name="T14" fmla="*/ 0 60000 65536"/>
              <a:gd name="T15" fmla="*/ 0 w 4259840"/>
              <a:gd name="T16" fmla="*/ 0 h 2132777"/>
              <a:gd name="T17" fmla="*/ 4259840 w 4259840"/>
              <a:gd name="T18" fmla="*/ 2132777 h 2132777"/>
            </a:gdLst>
            <a:ahLst/>
            <a:cxnLst>
              <a:cxn ang="T10">
                <a:pos x="T0" y="T1"/>
              </a:cxn>
              <a:cxn ang="T11">
                <a:pos x="T2" y="T3"/>
              </a:cxn>
              <a:cxn ang="T12">
                <a:pos x="T4" y="T5"/>
              </a:cxn>
              <a:cxn ang="T13">
                <a:pos x="T6" y="T7"/>
              </a:cxn>
              <a:cxn ang="T14">
                <a:pos x="T8" y="T9"/>
              </a:cxn>
            </a:cxnLst>
            <a:rect l="T15" t="T16" r="T17" b="T18"/>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algn="ctr">
            <a:solidFill>
              <a:schemeClr val="bg2"/>
            </a:solidFill>
            <a:round/>
            <a:headEnd/>
            <a:tailEnd/>
          </a:ln>
        </p:spPr>
        <p:txBody>
          <a:bodyPr lIns="343625" tIns="48634" rIns="206175" bIns="137450" anchor="b"/>
          <a:lstStyle/>
          <a:p>
            <a:pPr algn="just" defTabSz="994032">
              <a:spcAft>
                <a:spcPts val="573"/>
              </a:spcAft>
            </a:pPr>
            <a:r>
              <a:rPr lang="en-US" sz="1700" b="1" dirty="0"/>
              <a:t>About Capgemini</a:t>
            </a:r>
            <a:endParaRPr lang="en-US" sz="1000" dirty="0"/>
          </a:p>
          <a:p>
            <a:pPr algn="just" defTabSz="994032">
              <a:spcBef>
                <a:spcPts val="573"/>
              </a:spcBef>
            </a:pPr>
            <a:r>
              <a:rPr lang="en-US" sz="1000" dirty="0"/>
              <a:t>With more than 130,000 people in 44 countries, Capgemini is one of the world's foremost providers of consulting, technology and outsourcing services. The Group reported 2012 global revenues of EUR 10.3 billion.</a:t>
            </a:r>
          </a:p>
          <a:p>
            <a:pPr algn="just" defTabSz="994032">
              <a:spcBef>
                <a:spcPts val="573"/>
              </a:spcBef>
            </a:pPr>
            <a:r>
              <a:rPr lang="en-US" sz="1000" dirty="0"/>
              <a:t>Together with its clients, Capgemini creates and delivers business and technology solutions that fit their needs and drive the results they want. A deeply multicultural organization, Capgemini has developed its own way of working, the Collaborative Business Experience™, and draws on Rightshore</a:t>
            </a:r>
            <a:r>
              <a:rPr lang="en-US" sz="1000" baseline="30000" dirty="0"/>
              <a:t>®</a:t>
            </a:r>
            <a:r>
              <a:rPr lang="en-US" sz="1000" dirty="0"/>
              <a:t>, its worldwide delivery model.</a:t>
            </a:r>
          </a:p>
          <a:p>
            <a:pPr algn="just" defTabSz="994032">
              <a:spcBef>
                <a:spcPts val="573"/>
              </a:spcBef>
            </a:pPr>
            <a:r>
              <a:rPr lang="en-US" sz="1000" dirty="0"/>
              <a:t>Learn more about us at </a:t>
            </a:r>
            <a:r>
              <a:rPr lang="en-US" sz="1000" b="1" dirty="0"/>
              <a:t>www.capgemini.com</a:t>
            </a:r>
            <a:r>
              <a:rPr lang="en-US" sz="1000" dirty="0"/>
              <a:t>.</a:t>
            </a:r>
          </a:p>
        </p:txBody>
      </p:sp>
      <p:pic>
        <p:nvPicPr>
          <p:cNvPr id="4" name="Image 337" descr="CBE_Label_ppt.png"/>
          <p:cNvPicPr>
            <a:picLocks noChangeAspect="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1068755" y="3468690"/>
            <a:ext cx="638908" cy="522287"/>
          </a:xfrm>
          <a:prstGeom prst="rect">
            <a:avLst/>
          </a:prstGeom>
          <a:noFill/>
          <a:ln w="9525">
            <a:noFill/>
            <a:miter lim="800000"/>
            <a:headEnd/>
            <a:tailEnd/>
          </a:ln>
        </p:spPr>
      </p:pic>
      <p:grpSp>
        <p:nvGrpSpPr>
          <p:cNvPr id="5" name="Group 72"/>
          <p:cNvGrpSpPr>
            <a:grpSpLocks/>
          </p:cNvGrpSpPr>
          <p:nvPr/>
        </p:nvGrpSpPr>
        <p:grpSpPr bwMode="auto">
          <a:xfrm>
            <a:off x="7072933" y="3045312"/>
            <a:ext cx="4716585" cy="1828800"/>
            <a:chOff x="5851525" y="3578225"/>
            <a:chExt cx="3831859" cy="1828800"/>
          </a:xfrm>
        </p:grpSpPr>
        <p:grpSp>
          <p:nvGrpSpPr>
            <p:cNvPr id="6" name="Group 187"/>
            <p:cNvGrpSpPr>
              <a:grpSpLocks/>
            </p:cNvGrpSpPr>
            <p:nvPr userDrawn="1"/>
          </p:nvGrpSpPr>
          <p:grpSpPr bwMode="auto">
            <a:xfrm>
              <a:off x="5851525" y="3578225"/>
              <a:ext cx="3831859" cy="1828800"/>
              <a:chOff x="5851525" y="3578225"/>
              <a:chExt cx="3831859" cy="1828800"/>
            </a:xfrm>
          </p:grpSpPr>
          <p:sp>
            <p:nvSpPr>
              <p:cNvPr id="52" name="Freeform 19"/>
              <p:cNvSpPr>
                <a:spLocks/>
              </p:cNvSpPr>
              <p:nvPr userDrawn="1"/>
            </p:nvSpPr>
            <p:spPr bwMode="auto">
              <a:xfrm>
                <a:off x="8975343" y="4396324"/>
                <a:ext cx="31184" cy="29349"/>
              </a:xfrm>
              <a:custGeom>
                <a:avLst/>
                <a:gdLst>
                  <a:gd name="T0" fmla="*/ 15 w 35"/>
                  <a:gd name="T1" fmla="*/ 0 h 30"/>
                  <a:gd name="T2" fmla="*/ 0 w 35"/>
                  <a:gd name="T3" fmla="*/ 25 h 30"/>
                  <a:gd name="T4" fmla="*/ 17 w 35"/>
                  <a:gd name="T5" fmla="*/ 30 h 30"/>
                  <a:gd name="T6" fmla="*/ 35 w 35"/>
                  <a:gd name="T7" fmla="*/ 27 h 30"/>
                  <a:gd name="T8" fmla="*/ 15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15" y="0"/>
                    </a:moveTo>
                    <a:lnTo>
                      <a:pt x="0" y="25"/>
                    </a:lnTo>
                    <a:lnTo>
                      <a:pt x="17" y="30"/>
                    </a:lnTo>
                    <a:lnTo>
                      <a:pt x="35" y="27"/>
                    </a:lnTo>
                    <a:lnTo>
                      <a:pt x="15" y="0"/>
                    </a:lnTo>
                    <a:close/>
                  </a:path>
                </a:pathLst>
              </a:custGeom>
              <a:noFill/>
              <a:ln w="3175">
                <a:solidFill>
                  <a:schemeClr val="tx1"/>
                </a:solidFill>
                <a:prstDash val="solid"/>
                <a:round/>
                <a:headEnd/>
                <a:tailEnd/>
              </a:ln>
            </p:spPr>
            <p:txBody>
              <a:bodyPr/>
              <a:lstStyle/>
              <a:p>
                <a:endParaRPr lang="fr-FR" sz="1800" dirty="0"/>
              </a:p>
            </p:txBody>
          </p:sp>
          <p:sp>
            <p:nvSpPr>
              <p:cNvPr id="53" name="Freeform 7"/>
              <p:cNvSpPr>
                <a:spLocks/>
              </p:cNvSpPr>
              <p:nvPr/>
            </p:nvSpPr>
            <p:spPr bwMode="auto">
              <a:xfrm>
                <a:off x="6880569" y="3603905"/>
                <a:ext cx="465913" cy="374198"/>
              </a:xfrm>
              <a:custGeom>
                <a:avLst/>
                <a:gdLst>
                  <a:gd name="T0" fmla="*/ 38 w 507"/>
                  <a:gd name="T1" fmla="*/ 112 h 408"/>
                  <a:gd name="T2" fmla="*/ 0 w 507"/>
                  <a:gd name="T3" fmla="*/ 77 h 408"/>
                  <a:gd name="T4" fmla="*/ 65 w 507"/>
                  <a:gd name="T5" fmla="*/ 18 h 408"/>
                  <a:gd name="T6" fmla="*/ 182 w 507"/>
                  <a:gd name="T7" fmla="*/ 18 h 408"/>
                  <a:gd name="T8" fmla="*/ 198 w 507"/>
                  <a:gd name="T9" fmla="*/ 0 h 408"/>
                  <a:gd name="T10" fmla="*/ 414 w 507"/>
                  <a:gd name="T11" fmla="*/ 0 h 408"/>
                  <a:gd name="T12" fmla="*/ 436 w 507"/>
                  <a:gd name="T13" fmla="*/ 25 h 408"/>
                  <a:gd name="T14" fmla="*/ 507 w 507"/>
                  <a:gd name="T15" fmla="*/ 22 h 408"/>
                  <a:gd name="T16" fmla="*/ 482 w 507"/>
                  <a:gd name="T17" fmla="*/ 44 h 408"/>
                  <a:gd name="T18" fmla="*/ 442 w 507"/>
                  <a:gd name="T19" fmla="*/ 50 h 408"/>
                  <a:gd name="T20" fmla="*/ 442 w 507"/>
                  <a:gd name="T21" fmla="*/ 219 h 408"/>
                  <a:gd name="T22" fmla="*/ 357 w 507"/>
                  <a:gd name="T23" fmla="*/ 296 h 408"/>
                  <a:gd name="T24" fmla="*/ 272 w 507"/>
                  <a:gd name="T25" fmla="*/ 296 h 408"/>
                  <a:gd name="T26" fmla="*/ 213 w 507"/>
                  <a:gd name="T27" fmla="*/ 344 h 408"/>
                  <a:gd name="T28" fmla="*/ 210 w 507"/>
                  <a:gd name="T29" fmla="*/ 391 h 408"/>
                  <a:gd name="T30" fmla="*/ 182 w 507"/>
                  <a:gd name="T31" fmla="*/ 408 h 408"/>
                  <a:gd name="T32" fmla="*/ 132 w 507"/>
                  <a:gd name="T33" fmla="*/ 364 h 408"/>
                  <a:gd name="T34" fmla="*/ 132 w 507"/>
                  <a:gd name="T35" fmla="*/ 277 h 408"/>
                  <a:gd name="T36" fmla="*/ 179 w 507"/>
                  <a:gd name="T37" fmla="*/ 238 h 408"/>
                  <a:gd name="T38" fmla="*/ 138 w 507"/>
                  <a:gd name="T39" fmla="*/ 197 h 408"/>
                  <a:gd name="T40" fmla="*/ 135 w 507"/>
                  <a:gd name="T41" fmla="*/ 118 h 408"/>
                  <a:gd name="T42" fmla="*/ 100 w 507"/>
                  <a:gd name="T43" fmla="*/ 83 h 408"/>
                  <a:gd name="T44" fmla="*/ 76 w 507"/>
                  <a:gd name="T45" fmla="*/ 83 h 408"/>
                  <a:gd name="T46" fmla="*/ 38 w 507"/>
                  <a:gd name="T47" fmla="*/ 112 h 4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07" h="408">
                    <a:moveTo>
                      <a:pt x="38" y="112"/>
                    </a:moveTo>
                    <a:lnTo>
                      <a:pt x="0" y="77"/>
                    </a:lnTo>
                    <a:lnTo>
                      <a:pt x="65" y="18"/>
                    </a:lnTo>
                    <a:lnTo>
                      <a:pt x="182" y="18"/>
                    </a:lnTo>
                    <a:lnTo>
                      <a:pt x="198" y="0"/>
                    </a:lnTo>
                    <a:lnTo>
                      <a:pt x="414" y="0"/>
                    </a:lnTo>
                    <a:lnTo>
                      <a:pt x="436" y="25"/>
                    </a:lnTo>
                    <a:lnTo>
                      <a:pt x="507" y="22"/>
                    </a:lnTo>
                    <a:lnTo>
                      <a:pt x="482" y="44"/>
                    </a:lnTo>
                    <a:lnTo>
                      <a:pt x="442" y="50"/>
                    </a:lnTo>
                    <a:lnTo>
                      <a:pt x="442" y="219"/>
                    </a:lnTo>
                    <a:lnTo>
                      <a:pt x="357" y="296"/>
                    </a:lnTo>
                    <a:lnTo>
                      <a:pt x="272" y="296"/>
                    </a:lnTo>
                    <a:lnTo>
                      <a:pt x="213" y="344"/>
                    </a:lnTo>
                    <a:lnTo>
                      <a:pt x="210" y="391"/>
                    </a:lnTo>
                    <a:lnTo>
                      <a:pt x="182" y="408"/>
                    </a:lnTo>
                    <a:lnTo>
                      <a:pt x="132" y="364"/>
                    </a:lnTo>
                    <a:lnTo>
                      <a:pt x="132" y="277"/>
                    </a:lnTo>
                    <a:lnTo>
                      <a:pt x="179" y="238"/>
                    </a:lnTo>
                    <a:lnTo>
                      <a:pt x="138" y="197"/>
                    </a:lnTo>
                    <a:lnTo>
                      <a:pt x="135" y="118"/>
                    </a:lnTo>
                    <a:lnTo>
                      <a:pt x="100" y="83"/>
                    </a:lnTo>
                    <a:lnTo>
                      <a:pt x="76" y="83"/>
                    </a:lnTo>
                    <a:lnTo>
                      <a:pt x="38" y="112"/>
                    </a:lnTo>
                    <a:close/>
                  </a:path>
                </a:pathLst>
              </a:custGeom>
              <a:noFill/>
              <a:ln w="3175">
                <a:solidFill>
                  <a:schemeClr val="tx1"/>
                </a:solidFill>
                <a:prstDash val="solid"/>
                <a:round/>
                <a:headEnd/>
                <a:tailEnd/>
              </a:ln>
            </p:spPr>
            <p:txBody>
              <a:bodyPr/>
              <a:lstStyle/>
              <a:p>
                <a:endParaRPr lang="fr-FR" sz="1800" dirty="0"/>
              </a:p>
            </p:txBody>
          </p:sp>
          <p:sp>
            <p:nvSpPr>
              <p:cNvPr id="54" name="Freeform 8"/>
              <p:cNvSpPr>
                <a:spLocks/>
              </p:cNvSpPr>
              <p:nvPr/>
            </p:nvSpPr>
            <p:spPr bwMode="auto">
              <a:xfrm>
                <a:off x="6722818" y="3726803"/>
                <a:ext cx="172425" cy="185265"/>
              </a:xfrm>
              <a:custGeom>
                <a:avLst/>
                <a:gdLst>
                  <a:gd name="T0" fmla="*/ 100 w 188"/>
                  <a:gd name="T1" fmla="*/ 115 h 203"/>
                  <a:gd name="T2" fmla="*/ 57 w 188"/>
                  <a:gd name="T3" fmla="*/ 156 h 203"/>
                  <a:gd name="T4" fmla="*/ 106 w 188"/>
                  <a:gd name="T5" fmla="*/ 203 h 203"/>
                  <a:gd name="T6" fmla="*/ 144 w 188"/>
                  <a:gd name="T7" fmla="*/ 169 h 203"/>
                  <a:gd name="T8" fmla="*/ 157 w 188"/>
                  <a:gd name="T9" fmla="*/ 169 h 203"/>
                  <a:gd name="T10" fmla="*/ 188 w 188"/>
                  <a:gd name="T11" fmla="*/ 143 h 203"/>
                  <a:gd name="T12" fmla="*/ 122 w 188"/>
                  <a:gd name="T13" fmla="*/ 88 h 203"/>
                  <a:gd name="T14" fmla="*/ 116 w 188"/>
                  <a:gd name="T15" fmla="*/ 37 h 203"/>
                  <a:gd name="T16" fmla="*/ 65 w 188"/>
                  <a:gd name="T17" fmla="*/ 31 h 203"/>
                  <a:gd name="T18" fmla="*/ 63 w 188"/>
                  <a:gd name="T19" fmla="*/ 0 h 203"/>
                  <a:gd name="T20" fmla="*/ 0 w 188"/>
                  <a:gd name="T21" fmla="*/ 3 h 203"/>
                  <a:gd name="T22" fmla="*/ 0 w 188"/>
                  <a:gd name="T23" fmla="*/ 12 h 203"/>
                  <a:gd name="T24" fmla="*/ 38 w 188"/>
                  <a:gd name="T25" fmla="*/ 50 h 203"/>
                  <a:gd name="T26" fmla="*/ 100 w 188"/>
                  <a:gd name="T27" fmla="*/ 93 h 203"/>
                  <a:gd name="T28" fmla="*/ 100 w 188"/>
                  <a:gd name="T29" fmla="*/ 115 h 2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8" h="203">
                    <a:moveTo>
                      <a:pt x="100" y="115"/>
                    </a:moveTo>
                    <a:lnTo>
                      <a:pt x="57" y="156"/>
                    </a:lnTo>
                    <a:lnTo>
                      <a:pt x="106" y="203"/>
                    </a:lnTo>
                    <a:lnTo>
                      <a:pt x="144" y="169"/>
                    </a:lnTo>
                    <a:lnTo>
                      <a:pt x="157" y="169"/>
                    </a:lnTo>
                    <a:lnTo>
                      <a:pt x="188" y="143"/>
                    </a:lnTo>
                    <a:lnTo>
                      <a:pt x="122" y="88"/>
                    </a:lnTo>
                    <a:lnTo>
                      <a:pt x="116" y="37"/>
                    </a:lnTo>
                    <a:lnTo>
                      <a:pt x="65" y="31"/>
                    </a:lnTo>
                    <a:lnTo>
                      <a:pt x="63" y="0"/>
                    </a:lnTo>
                    <a:lnTo>
                      <a:pt x="0" y="3"/>
                    </a:lnTo>
                    <a:lnTo>
                      <a:pt x="0" y="12"/>
                    </a:lnTo>
                    <a:lnTo>
                      <a:pt x="38" y="50"/>
                    </a:lnTo>
                    <a:lnTo>
                      <a:pt x="100" y="93"/>
                    </a:lnTo>
                    <a:lnTo>
                      <a:pt x="100" y="115"/>
                    </a:lnTo>
                    <a:close/>
                  </a:path>
                </a:pathLst>
              </a:custGeom>
              <a:noFill/>
              <a:ln w="3175">
                <a:solidFill>
                  <a:schemeClr val="tx1"/>
                </a:solidFill>
                <a:prstDash val="solid"/>
                <a:round/>
                <a:headEnd/>
                <a:tailEnd/>
              </a:ln>
            </p:spPr>
            <p:txBody>
              <a:bodyPr/>
              <a:lstStyle/>
              <a:p>
                <a:endParaRPr lang="fr-FR" sz="1800" dirty="0"/>
              </a:p>
            </p:txBody>
          </p:sp>
          <p:sp>
            <p:nvSpPr>
              <p:cNvPr id="55" name="Freeform 9"/>
              <p:cNvSpPr>
                <a:spLocks/>
              </p:cNvSpPr>
              <p:nvPr/>
            </p:nvSpPr>
            <p:spPr bwMode="auto">
              <a:xfrm>
                <a:off x="6392644" y="3640591"/>
                <a:ext cx="163254" cy="113727"/>
              </a:xfrm>
              <a:custGeom>
                <a:avLst/>
                <a:gdLst>
                  <a:gd name="T0" fmla="*/ 0 w 178"/>
                  <a:gd name="T1" fmla="*/ 31 h 124"/>
                  <a:gd name="T2" fmla="*/ 3 w 178"/>
                  <a:gd name="T3" fmla="*/ 0 h 124"/>
                  <a:gd name="T4" fmla="*/ 46 w 178"/>
                  <a:gd name="T5" fmla="*/ 3 h 124"/>
                  <a:gd name="T6" fmla="*/ 52 w 178"/>
                  <a:gd name="T7" fmla="*/ 12 h 124"/>
                  <a:gd name="T8" fmla="*/ 71 w 178"/>
                  <a:gd name="T9" fmla="*/ 28 h 124"/>
                  <a:gd name="T10" fmla="*/ 90 w 178"/>
                  <a:gd name="T11" fmla="*/ 25 h 124"/>
                  <a:gd name="T12" fmla="*/ 125 w 178"/>
                  <a:gd name="T13" fmla="*/ 58 h 124"/>
                  <a:gd name="T14" fmla="*/ 141 w 178"/>
                  <a:gd name="T15" fmla="*/ 44 h 124"/>
                  <a:gd name="T16" fmla="*/ 178 w 178"/>
                  <a:gd name="T17" fmla="*/ 42 h 124"/>
                  <a:gd name="T18" fmla="*/ 178 w 178"/>
                  <a:gd name="T19" fmla="*/ 108 h 124"/>
                  <a:gd name="T20" fmla="*/ 163 w 178"/>
                  <a:gd name="T21" fmla="*/ 108 h 124"/>
                  <a:gd name="T22" fmla="*/ 147 w 178"/>
                  <a:gd name="T23" fmla="*/ 121 h 124"/>
                  <a:gd name="T24" fmla="*/ 93 w 178"/>
                  <a:gd name="T25" fmla="*/ 124 h 124"/>
                  <a:gd name="T26" fmla="*/ 68 w 178"/>
                  <a:gd name="T27" fmla="*/ 99 h 124"/>
                  <a:gd name="T28" fmla="*/ 28 w 178"/>
                  <a:gd name="T29" fmla="*/ 99 h 124"/>
                  <a:gd name="T30" fmla="*/ 25 w 178"/>
                  <a:gd name="T31" fmla="*/ 47 h 124"/>
                  <a:gd name="T32" fmla="*/ 0 w 178"/>
                  <a:gd name="T33" fmla="*/ 31 h 1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8" h="124">
                    <a:moveTo>
                      <a:pt x="0" y="31"/>
                    </a:moveTo>
                    <a:lnTo>
                      <a:pt x="3" y="0"/>
                    </a:lnTo>
                    <a:lnTo>
                      <a:pt x="46" y="3"/>
                    </a:lnTo>
                    <a:lnTo>
                      <a:pt x="52" y="12"/>
                    </a:lnTo>
                    <a:lnTo>
                      <a:pt x="71" y="28"/>
                    </a:lnTo>
                    <a:lnTo>
                      <a:pt x="90" y="25"/>
                    </a:lnTo>
                    <a:lnTo>
                      <a:pt x="125" y="58"/>
                    </a:lnTo>
                    <a:lnTo>
                      <a:pt x="141" y="44"/>
                    </a:lnTo>
                    <a:lnTo>
                      <a:pt x="178" y="42"/>
                    </a:lnTo>
                    <a:lnTo>
                      <a:pt x="178" y="108"/>
                    </a:lnTo>
                    <a:lnTo>
                      <a:pt x="163" y="108"/>
                    </a:lnTo>
                    <a:lnTo>
                      <a:pt x="147" y="121"/>
                    </a:lnTo>
                    <a:lnTo>
                      <a:pt x="93" y="124"/>
                    </a:lnTo>
                    <a:lnTo>
                      <a:pt x="68" y="99"/>
                    </a:lnTo>
                    <a:lnTo>
                      <a:pt x="28" y="99"/>
                    </a:lnTo>
                    <a:lnTo>
                      <a:pt x="25" y="47"/>
                    </a:lnTo>
                    <a:lnTo>
                      <a:pt x="0" y="31"/>
                    </a:lnTo>
                    <a:close/>
                  </a:path>
                </a:pathLst>
              </a:custGeom>
              <a:noFill/>
              <a:ln w="3175">
                <a:solidFill>
                  <a:schemeClr val="tx1"/>
                </a:solidFill>
                <a:prstDash val="solid"/>
                <a:round/>
                <a:headEnd/>
                <a:tailEnd/>
              </a:ln>
            </p:spPr>
            <p:txBody>
              <a:bodyPr/>
              <a:lstStyle/>
              <a:p>
                <a:endParaRPr lang="fr-FR" sz="1800" dirty="0"/>
              </a:p>
            </p:txBody>
          </p:sp>
          <p:sp>
            <p:nvSpPr>
              <p:cNvPr id="56" name="Freeform 10"/>
              <p:cNvSpPr>
                <a:spLocks/>
              </p:cNvSpPr>
              <p:nvPr/>
            </p:nvSpPr>
            <p:spPr bwMode="auto">
              <a:xfrm>
                <a:off x="5851525" y="3578225"/>
                <a:ext cx="1181291" cy="1744423"/>
              </a:xfrm>
              <a:custGeom>
                <a:avLst/>
                <a:gdLst>
                  <a:gd name="T0" fmla="*/ 990 w 1287"/>
                  <a:gd name="T1" fmla="*/ 1874 h 1902"/>
                  <a:gd name="T2" fmla="*/ 990 w 1287"/>
                  <a:gd name="T3" fmla="*/ 1810 h 1902"/>
                  <a:gd name="T4" fmla="*/ 955 w 1287"/>
                  <a:gd name="T5" fmla="*/ 1689 h 1902"/>
                  <a:gd name="T6" fmla="*/ 1006 w 1287"/>
                  <a:gd name="T7" fmla="*/ 1602 h 1902"/>
                  <a:gd name="T8" fmla="*/ 1165 w 1287"/>
                  <a:gd name="T9" fmla="*/ 1467 h 1902"/>
                  <a:gd name="T10" fmla="*/ 1253 w 1287"/>
                  <a:gd name="T11" fmla="*/ 1342 h 1902"/>
                  <a:gd name="T12" fmla="*/ 1181 w 1287"/>
                  <a:gd name="T13" fmla="*/ 1261 h 1902"/>
                  <a:gd name="T14" fmla="*/ 1020 w 1287"/>
                  <a:gd name="T15" fmla="*/ 1163 h 1902"/>
                  <a:gd name="T16" fmla="*/ 930 w 1287"/>
                  <a:gd name="T17" fmla="*/ 1097 h 1902"/>
                  <a:gd name="T18" fmla="*/ 815 w 1287"/>
                  <a:gd name="T19" fmla="*/ 1056 h 1902"/>
                  <a:gd name="T20" fmla="*/ 727 w 1287"/>
                  <a:gd name="T21" fmla="*/ 1091 h 1902"/>
                  <a:gd name="T22" fmla="*/ 651 w 1287"/>
                  <a:gd name="T23" fmla="*/ 1083 h 1902"/>
                  <a:gd name="T24" fmla="*/ 617 w 1287"/>
                  <a:gd name="T25" fmla="*/ 995 h 1902"/>
                  <a:gd name="T26" fmla="*/ 611 w 1287"/>
                  <a:gd name="T27" fmla="*/ 938 h 1902"/>
                  <a:gd name="T28" fmla="*/ 472 w 1287"/>
                  <a:gd name="T29" fmla="*/ 938 h 1902"/>
                  <a:gd name="T30" fmla="*/ 526 w 1287"/>
                  <a:gd name="T31" fmla="*/ 826 h 1902"/>
                  <a:gd name="T32" fmla="*/ 745 w 1287"/>
                  <a:gd name="T33" fmla="*/ 885 h 1902"/>
                  <a:gd name="T34" fmla="*/ 886 w 1287"/>
                  <a:gd name="T35" fmla="*/ 650 h 1902"/>
                  <a:gd name="T36" fmla="*/ 1020 w 1287"/>
                  <a:gd name="T37" fmla="*/ 622 h 1902"/>
                  <a:gd name="T38" fmla="*/ 946 w 1287"/>
                  <a:gd name="T39" fmla="*/ 584 h 1902"/>
                  <a:gd name="T40" fmla="*/ 1118 w 1287"/>
                  <a:gd name="T41" fmla="*/ 548 h 1902"/>
                  <a:gd name="T42" fmla="*/ 1083 w 1287"/>
                  <a:gd name="T43" fmla="*/ 414 h 1902"/>
                  <a:gd name="T44" fmla="*/ 905 w 1287"/>
                  <a:gd name="T45" fmla="*/ 412 h 1902"/>
                  <a:gd name="T46" fmla="*/ 786 w 1287"/>
                  <a:gd name="T47" fmla="*/ 441 h 1902"/>
                  <a:gd name="T48" fmla="*/ 786 w 1287"/>
                  <a:gd name="T49" fmla="*/ 325 h 1902"/>
                  <a:gd name="T50" fmla="*/ 936 w 1287"/>
                  <a:gd name="T51" fmla="*/ 259 h 1902"/>
                  <a:gd name="T52" fmla="*/ 870 w 1287"/>
                  <a:gd name="T53" fmla="*/ 176 h 1902"/>
                  <a:gd name="T54" fmla="*/ 818 w 1287"/>
                  <a:gd name="T55" fmla="*/ 253 h 1902"/>
                  <a:gd name="T56" fmla="*/ 535 w 1287"/>
                  <a:gd name="T57" fmla="*/ 103 h 1902"/>
                  <a:gd name="T58" fmla="*/ 294 w 1287"/>
                  <a:gd name="T59" fmla="*/ 26 h 1902"/>
                  <a:gd name="T60" fmla="*/ 219 w 1287"/>
                  <a:gd name="T61" fmla="*/ 0 h 1902"/>
                  <a:gd name="T62" fmla="*/ 100 w 1287"/>
                  <a:gd name="T63" fmla="*/ 82 h 1902"/>
                  <a:gd name="T64" fmla="*/ 44 w 1287"/>
                  <a:gd name="T65" fmla="*/ 253 h 1902"/>
                  <a:gd name="T66" fmla="*/ 84 w 1287"/>
                  <a:gd name="T67" fmla="*/ 245 h 1902"/>
                  <a:gd name="T68" fmla="*/ 272 w 1287"/>
                  <a:gd name="T69" fmla="*/ 272 h 1902"/>
                  <a:gd name="T70" fmla="*/ 307 w 1287"/>
                  <a:gd name="T71" fmla="*/ 542 h 1902"/>
                  <a:gd name="T72" fmla="*/ 281 w 1287"/>
                  <a:gd name="T73" fmla="*/ 726 h 1902"/>
                  <a:gd name="T74" fmla="*/ 319 w 1287"/>
                  <a:gd name="T75" fmla="*/ 788 h 1902"/>
                  <a:gd name="T76" fmla="*/ 433 w 1287"/>
                  <a:gd name="T77" fmla="*/ 972 h 1902"/>
                  <a:gd name="T78" fmla="*/ 523 w 1287"/>
                  <a:gd name="T79" fmla="*/ 1013 h 1902"/>
                  <a:gd name="T80" fmla="*/ 617 w 1287"/>
                  <a:gd name="T81" fmla="*/ 1083 h 1902"/>
                  <a:gd name="T82" fmla="*/ 745 w 1287"/>
                  <a:gd name="T83" fmla="*/ 1179 h 1902"/>
                  <a:gd name="T84" fmla="*/ 749 w 1287"/>
                  <a:gd name="T85" fmla="*/ 1288 h 1902"/>
                  <a:gd name="T86" fmla="*/ 805 w 1287"/>
                  <a:gd name="T87" fmla="*/ 1395 h 1902"/>
                  <a:gd name="T88" fmla="*/ 880 w 1287"/>
                  <a:gd name="T89" fmla="*/ 1507 h 1902"/>
                  <a:gd name="T90" fmla="*/ 993 w 1287"/>
                  <a:gd name="T91" fmla="*/ 1902 h 19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287" h="1902">
                    <a:moveTo>
                      <a:pt x="993" y="1902"/>
                    </a:moveTo>
                    <a:lnTo>
                      <a:pt x="1014" y="1902"/>
                    </a:lnTo>
                    <a:lnTo>
                      <a:pt x="990" y="1874"/>
                    </a:lnTo>
                    <a:lnTo>
                      <a:pt x="955" y="1858"/>
                    </a:lnTo>
                    <a:lnTo>
                      <a:pt x="959" y="1833"/>
                    </a:lnTo>
                    <a:lnTo>
                      <a:pt x="990" y="1810"/>
                    </a:lnTo>
                    <a:lnTo>
                      <a:pt x="995" y="1790"/>
                    </a:lnTo>
                    <a:lnTo>
                      <a:pt x="955" y="1773"/>
                    </a:lnTo>
                    <a:lnTo>
                      <a:pt x="955" y="1689"/>
                    </a:lnTo>
                    <a:lnTo>
                      <a:pt x="1012" y="1635"/>
                    </a:lnTo>
                    <a:lnTo>
                      <a:pt x="1030" y="1632"/>
                    </a:lnTo>
                    <a:lnTo>
                      <a:pt x="1006" y="1602"/>
                    </a:lnTo>
                    <a:lnTo>
                      <a:pt x="1071" y="1596"/>
                    </a:lnTo>
                    <a:lnTo>
                      <a:pt x="1165" y="1523"/>
                    </a:lnTo>
                    <a:lnTo>
                      <a:pt x="1165" y="1467"/>
                    </a:lnTo>
                    <a:lnTo>
                      <a:pt x="1224" y="1466"/>
                    </a:lnTo>
                    <a:lnTo>
                      <a:pt x="1221" y="1357"/>
                    </a:lnTo>
                    <a:lnTo>
                      <a:pt x="1253" y="1342"/>
                    </a:lnTo>
                    <a:lnTo>
                      <a:pt x="1287" y="1307"/>
                    </a:lnTo>
                    <a:lnTo>
                      <a:pt x="1287" y="1266"/>
                    </a:lnTo>
                    <a:lnTo>
                      <a:pt x="1181" y="1261"/>
                    </a:lnTo>
                    <a:lnTo>
                      <a:pt x="1096" y="1182"/>
                    </a:lnTo>
                    <a:lnTo>
                      <a:pt x="1052" y="1164"/>
                    </a:lnTo>
                    <a:lnTo>
                      <a:pt x="1020" y="1163"/>
                    </a:lnTo>
                    <a:lnTo>
                      <a:pt x="974" y="1122"/>
                    </a:lnTo>
                    <a:lnTo>
                      <a:pt x="959" y="1124"/>
                    </a:lnTo>
                    <a:lnTo>
                      <a:pt x="930" y="1097"/>
                    </a:lnTo>
                    <a:lnTo>
                      <a:pt x="861" y="1094"/>
                    </a:lnTo>
                    <a:lnTo>
                      <a:pt x="861" y="1061"/>
                    </a:lnTo>
                    <a:lnTo>
                      <a:pt x="815" y="1056"/>
                    </a:lnTo>
                    <a:lnTo>
                      <a:pt x="786" y="1070"/>
                    </a:lnTo>
                    <a:lnTo>
                      <a:pt x="767" y="1094"/>
                    </a:lnTo>
                    <a:lnTo>
                      <a:pt x="727" y="1091"/>
                    </a:lnTo>
                    <a:lnTo>
                      <a:pt x="682" y="1091"/>
                    </a:lnTo>
                    <a:lnTo>
                      <a:pt x="668" y="1097"/>
                    </a:lnTo>
                    <a:lnTo>
                      <a:pt x="651" y="1083"/>
                    </a:lnTo>
                    <a:lnTo>
                      <a:pt x="649" y="1014"/>
                    </a:lnTo>
                    <a:lnTo>
                      <a:pt x="619" y="1013"/>
                    </a:lnTo>
                    <a:lnTo>
                      <a:pt x="617" y="995"/>
                    </a:lnTo>
                    <a:lnTo>
                      <a:pt x="651" y="969"/>
                    </a:lnTo>
                    <a:lnTo>
                      <a:pt x="651" y="941"/>
                    </a:lnTo>
                    <a:lnTo>
                      <a:pt x="611" y="938"/>
                    </a:lnTo>
                    <a:lnTo>
                      <a:pt x="573" y="969"/>
                    </a:lnTo>
                    <a:lnTo>
                      <a:pt x="510" y="969"/>
                    </a:lnTo>
                    <a:lnTo>
                      <a:pt x="472" y="938"/>
                    </a:lnTo>
                    <a:lnTo>
                      <a:pt x="469" y="870"/>
                    </a:lnTo>
                    <a:lnTo>
                      <a:pt x="523" y="870"/>
                    </a:lnTo>
                    <a:lnTo>
                      <a:pt x="526" y="826"/>
                    </a:lnTo>
                    <a:lnTo>
                      <a:pt x="717" y="823"/>
                    </a:lnTo>
                    <a:lnTo>
                      <a:pt x="723" y="886"/>
                    </a:lnTo>
                    <a:lnTo>
                      <a:pt x="745" y="885"/>
                    </a:lnTo>
                    <a:lnTo>
                      <a:pt x="745" y="794"/>
                    </a:lnTo>
                    <a:lnTo>
                      <a:pt x="883" y="679"/>
                    </a:lnTo>
                    <a:lnTo>
                      <a:pt x="886" y="650"/>
                    </a:lnTo>
                    <a:lnTo>
                      <a:pt x="974" y="647"/>
                    </a:lnTo>
                    <a:lnTo>
                      <a:pt x="981" y="660"/>
                    </a:lnTo>
                    <a:lnTo>
                      <a:pt x="1020" y="622"/>
                    </a:lnTo>
                    <a:lnTo>
                      <a:pt x="1017" y="597"/>
                    </a:lnTo>
                    <a:lnTo>
                      <a:pt x="946" y="600"/>
                    </a:lnTo>
                    <a:lnTo>
                      <a:pt x="946" y="584"/>
                    </a:lnTo>
                    <a:lnTo>
                      <a:pt x="981" y="564"/>
                    </a:lnTo>
                    <a:lnTo>
                      <a:pt x="1000" y="545"/>
                    </a:lnTo>
                    <a:lnTo>
                      <a:pt x="1118" y="548"/>
                    </a:lnTo>
                    <a:lnTo>
                      <a:pt x="1118" y="513"/>
                    </a:lnTo>
                    <a:lnTo>
                      <a:pt x="1087" y="485"/>
                    </a:lnTo>
                    <a:lnTo>
                      <a:pt x="1083" y="414"/>
                    </a:lnTo>
                    <a:lnTo>
                      <a:pt x="995" y="414"/>
                    </a:lnTo>
                    <a:lnTo>
                      <a:pt x="946" y="373"/>
                    </a:lnTo>
                    <a:lnTo>
                      <a:pt x="905" y="412"/>
                    </a:lnTo>
                    <a:lnTo>
                      <a:pt x="899" y="463"/>
                    </a:lnTo>
                    <a:lnTo>
                      <a:pt x="815" y="466"/>
                    </a:lnTo>
                    <a:lnTo>
                      <a:pt x="786" y="441"/>
                    </a:lnTo>
                    <a:lnTo>
                      <a:pt x="739" y="444"/>
                    </a:lnTo>
                    <a:lnTo>
                      <a:pt x="736" y="373"/>
                    </a:lnTo>
                    <a:lnTo>
                      <a:pt x="786" y="325"/>
                    </a:lnTo>
                    <a:lnTo>
                      <a:pt x="851" y="322"/>
                    </a:lnTo>
                    <a:lnTo>
                      <a:pt x="870" y="313"/>
                    </a:lnTo>
                    <a:lnTo>
                      <a:pt x="936" y="259"/>
                    </a:lnTo>
                    <a:lnTo>
                      <a:pt x="936" y="226"/>
                    </a:lnTo>
                    <a:lnTo>
                      <a:pt x="875" y="223"/>
                    </a:lnTo>
                    <a:lnTo>
                      <a:pt x="870" y="176"/>
                    </a:lnTo>
                    <a:lnTo>
                      <a:pt x="837" y="176"/>
                    </a:lnTo>
                    <a:lnTo>
                      <a:pt x="842" y="237"/>
                    </a:lnTo>
                    <a:lnTo>
                      <a:pt x="818" y="253"/>
                    </a:lnTo>
                    <a:lnTo>
                      <a:pt x="682" y="259"/>
                    </a:lnTo>
                    <a:lnTo>
                      <a:pt x="535" y="133"/>
                    </a:lnTo>
                    <a:lnTo>
                      <a:pt x="535" y="103"/>
                    </a:lnTo>
                    <a:lnTo>
                      <a:pt x="436" y="98"/>
                    </a:lnTo>
                    <a:lnTo>
                      <a:pt x="401" y="119"/>
                    </a:lnTo>
                    <a:lnTo>
                      <a:pt x="294" y="26"/>
                    </a:lnTo>
                    <a:lnTo>
                      <a:pt x="275" y="25"/>
                    </a:lnTo>
                    <a:lnTo>
                      <a:pt x="254" y="0"/>
                    </a:lnTo>
                    <a:lnTo>
                      <a:pt x="219" y="0"/>
                    </a:lnTo>
                    <a:lnTo>
                      <a:pt x="188" y="25"/>
                    </a:lnTo>
                    <a:lnTo>
                      <a:pt x="100" y="26"/>
                    </a:lnTo>
                    <a:lnTo>
                      <a:pt x="100" y="82"/>
                    </a:lnTo>
                    <a:lnTo>
                      <a:pt x="13" y="157"/>
                    </a:lnTo>
                    <a:lnTo>
                      <a:pt x="13" y="226"/>
                    </a:lnTo>
                    <a:lnTo>
                      <a:pt x="44" y="253"/>
                    </a:lnTo>
                    <a:lnTo>
                      <a:pt x="0" y="297"/>
                    </a:lnTo>
                    <a:lnTo>
                      <a:pt x="13" y="304"/>
                    </a:lnTo>
                    <a:lnTo>
                      <a:pt x="84" y="245"/>
                    </a:lnTo>
                    <a:lnTo>
                      <a:pt x="204" y="242"/>
                    </a:lnTo>
                    <a:lnTo>
                      <a:pt x="210" y="272"/>
                    </a:lnTo>
                    <a:lnTo>
                      <a:pt x="272" y="272"/>
                    </a:lnTo>
                    <a:lnTo>
                      <a:pt x="272" y="370"/>
                    </a:lnTo>
                    <a:lnTo>
                      <a:pt x="310" y="404"/>
                    </a:lnTo>
                    <a:lnTo>
                      <a:pt x="307" y="542"/>
                    </a:lnTo>
                    <a:lnTo>
                      <a:pt x="254" y="589"/>
                    </a:lnTo>
                    <a:lnTo>
                      <a:pt x="259" y="701"/>
                    </a:lnTo>
                    <a:lnTo>
                      <a:pt x="281" y="726"/>
                    </a:lnTo>
                    <a:lnTo>
                      <a:pt x="281" y="826"/>
                    </a:lnTo>
                    <a:lnTo>
                      <a:pt x="316" y="854"/>
                    </a:lnTo>
                    <a:lnTo>
                      <a:pt x="319" y="788"/>
                    </a:lnTo>
                    <a:lnTo>
                      <a:pt x="357" y="819"/>
                    </a:lnTo>
                    <a:lnTo>
                      <a:pt x="360" y="901"/>
                    </a:lnTo>
                    <a:lnTo>
                      <a:pt x="433" y="972"/>
                    </a:lnTo>
                    <a:lnTo>
                      <a:pt x="444" y="969"/>
                    </a:lnTo>
                    <a:lnTo>
                      <a:pt x="485" y="1008"/>
                    </a:lnTo>
                    <a:lnTo>
                      <a:pt x="523" y="1013"/>
                    </a:lnTo>
                    <a:lnTo>
                      <a:pt x="539" y="1023"/>
                    </a:lnTo>
                    <a:lnTo>
                      <a:pt x="614" y="1032"/>
                    </a:lnTo>
                    <a:lnTo>
                      <a:pt x="617" y="1083"/>
                    </a:lnTo>
                    <a:lnTo>
                      <a:pt x="651" y="1105"/>
                    </a:lnTo>
                    <a:lnTo>
                      <a:pt x="742" y="1113"/>
                    </a:lnTo>
                    <a:lnTo>
                      <a:pt x="745" y="1179"/>
                    </a:lnTo>
                    <a:lnTo>
                      <a:pt x="720" y="1192"/>
                    </a:lnTo>
                    <a:lnTo>
                      <a:pt x="679" y="1228"/>
                    </a:lnTo>
                    <a:lnTo>
                      <a:pt x="749" y="1288"/>
                    </a:lnTo>
                    <a:lnTo>
                      <a:pt x="771" y="1291"/>
                    </a:lnTo>
                    <a:lnTo>
                      <a:pt x="767" y="1367"/>
                    </a:lnTo>
                    <a:lnTo>
                      <a:pt x="805" y="1395"/>
                    </a:lnTo>
                    <a:lnTo>
                      <a:pt x="840" y="1422"/>
                    </a:lnTo>
                    <a:lnTo>
                      <a:pt x="842" y="1473"/>
                    </a:lnTo>
                    <a:lnTo>
                      <a:pt x="880" y="1507"/>
                    </a:lnTo>
                    <a:lnTo>
                      <a:pt x="883" y="1814"/>
                    </a:lnTo>
                    <a:lnTo>
                      <a:pt x="940" y="1864"/>
                    </a:lnTo>
                    <a:lnTo>
                      <a:pt x="993" y="1902"/>
                    </a:lnTo>
                    <a:close/>
                  </a:path>
                </a:pathLst>
              </a:custGeom>
              <a:noFill/>
              <a:ln w="3175">
                <a:solidFill>
                  <a:schemeClr val="tx1"/>
                </a:solidFill>
                <a:prstDash val="solid"/>
                <a:round/>
                <a:headEnd/>
                <a:tailEnd/>
              </a:ln>
            </p:spPr>
            <p:txBody>
              <a:bodyPr/>
              <a:lstStyle/>
              <a:p>
                <a:endParaRPr lang="fr-FR" sz="1800" dirty="0"/>
              </a:p>
            </p:txBody>
          </p:sp>
          <p:sp>
            <p:nvSpPr>
              <p:cNvPr id="57" name="Freeform 11"/>
              <p:cNvSpPr>
                <a:spLocks/>
              </p:cNvSpPr>
              <p:nvPr/>
            </p:nvSpPr>
            <p:spPr bwMode="auto">
              <a:xfrm>
                <a:off x="7379499" y="3581894"/>
                <a:ext cx="2015900" cy="1489454"/>
              </a:xfrm>
              <a:custGeom>
                <a:avLst/>
                <a:gdLst>
                  <a:gd name="T0" fmla="*/ 1800 w 2198"/>
                  <a:gd name="T1" fmla="*/ 753 h 1623"/>
                  <a:gd name="T2" fmla="*/ 1832 w 2198"/>
                  <a:gd name="T3" fmla="*/ 610 h 1623"/>
                  <a:gd name="T4" fmla="*/ 1778 w 2198"/>
                  <a:gd name="T5" fmla="*/ 417 h 1623"/>
                  <a:gd name="T6" fmla="*/ 1906 w 2198"/>
                  <a:gd name="T7" fmla="*/ 278 h 1623"/>
                  <a:gd name="T8" fmla="*/ 1979 w 2198"/>
                  <a:gd name="T9" fmla="*/ 172 h 1623"/>
                  <a:gd name="T10" fmla="*/ 1979 w 2198"/>
                  <a:gd name="T11" fmla="*/ 351 h 1623"/>
                  <a:gd name="T12" fmla="*/ 2026 w 2198"/>
                  <a:gd name="T13" fmla="*/ 323 h 1623"/>
                  <a:gd name="T14" fmla="*/ 2116 w 2198"/>
                  <a:gd name="T15" fmla="*/ 130 h 1623"/>
                  <a:gd name="T16" fmla="*/ 2067 w 2198"/>
                  <a:gd name="T17" fmla="*/ 76 h 1623"/>
                  <a:gd name="T18" fmla="*/ 2145 w 2198"/>
                  <a:gd name="T19" fmla="*/ 65 h 1623"/>
                  <a:gd name="T20" fmla="*/ 2151 w 2198"/>
                  <a:gd name="T21" fmla="*/ 0 h 1623"/>
                  <a:gd name="T22" fmla="*/ 1941 w 2198"/>
                  <a:gd name="T23" fmla="*/ 57 h 1623"/>
                  <a:gd name="T24" fmla="*/ 1775 w 2198"/>
                  <a:gd name="T25" fmla="*/ 23 h 1623"/>
                  <a:gd name="T26" fmla="*/ 1456 w 2198"/>
                  <a:gd name="T27" fmla="*/ 103 h 1623"/>
                  <a:gd name="T28" fmla="*/ 1383 w 2198"/>
                  <a:gd name="T29" fmla="*/ 79 h 1623"/>
                  <a:gd name="T30" fmla="*/ 1173 w 2198"/>
                  <a:gd name="T31" fmla="*/ 130 h 1623"/>
                  <a:gd name="T32" fmla="*/ 1199 w 2198"/>
                  <a:gd name="T33" fmla="*/ 65 h 1623"/>
                  <a:gd name="T34" fmla="*/ 1011 w 2198"/>
                  <a:gd name="T35" fmla="*/ 173 h 1623"/>
                  <a:gd name="T36" fmla="*/ 905 w 2198"/>
                  <a:gd name="T37" fmla="*/ 275 h 1623"/>
                  <a:gd name="T38" fmla="*/ 728 w 2198"/>
                  <a:gd name="T39" fmla="*/ 326 h 1623"/>
                  <a:gd name="T40" fmla="*/ 600 w 2198"/>
                  <a:gd name="T41" fmla="*/ 404 h 1623"/>
                  <a:gd name="T42" fmla="*/ 603 w 2198"/>
                  <a:gd name="T43" fmla="*/ 326 h 1623"/>
                  <a:gd name="T44" fmla="*/ 368 w 2198"/>
                  <a:gd name="T45" fmla="*/ 363 h 1623"/>
                  <a:gd name="T46" fmla="*/ 294 w 2198"/>
                  <a:gd name="T47" fmla="*/ 438 h 1623"/>
                  <a:gd name="T48" fmla="*/ 374 w 2198"/>
                  <a:gd name="T49" fmla="*/ 538 h 1623"/>
                  <a:gd name="T50" fmla="*/ 478 w 2198"/>
                  <a:gd name="T51" fmla="*/ 382 h 1623"/>
                  <a:gd name="T52" fmla="*/ 412 w 2198"/>
                  <a:gd name="T53" fmla="*/ 554 h 1623"/>
                  <a:gd name="T54" fmla="*/ 351 w 2198"/>
                  <a:gd name="T55" fmla="*/ 557 h 1623"/>
                  <a:gd name="T56" fmla="*/ 191 w 2198"/>
                  <a:gd name="T57" fmla="*/ 645 h 1623"/>
                  <a:gd name="T58" fmla="*/ 131 w 2198"/>
                  <a:gd name="T59" fmla="*/ 720 h 1623"/>
                  <a:gd name="T60" fmla="*/ 221 w 2198"/>
                  <a:gd name="T61" fmla="*/ 782 h 1623"/>
                  <a:gd name="T62" fmla="*/ 346 w 2198"/>
                  <a:gd name="T63" fmla="*/ 758 h 1623"/>
                  <a:gd name="T64" fmla="*/ 418 w 2198"/>
                  <a:gd name="T65" fmla="*/ 785 h 1623"/>
                  <a:gd name="T66" fmla="*/ 363 w 2198"/>
                  <a:gd name="T67" fmla="*/ 707 h 1623"/>
                  <a:gd name="T68" fmla="*/ 553 w 2198"/>
                  <a:gd name="T69" fmla="*/ 733 h 1623"/>
                  <a:gd name="T70" fmla="*/ 690 w 2198"/>
                  <a:gd name="T71" fmla="*/ 701 h 1623"/>
                  <a:gd name="T72" fmla="*/ 569 w 2198"/>
                  <a:gd name="T73" fmla="*/ 769 h 1623"/>
                  <a:gd name="T74" fmla="*/ 690 w 2198"/>
                  <a:gd name="T75" fmla="*/ 835 h 1623"/>
                  <a:gd name="T76" fmla="*/ 478 w 2198"/>
                  <a:gd name="T77" fmla="*/ 854 h 1623"/>
                  <a:gd name="T78" fmla="*/ 131 w 2198"/>
                  <a:gd name="T79" fmla="*/ 832 h 1623"/>
                  <a:gd name="T80" fmla="*/ 33 w 2198"/>
                  <a:gd name="T81" fmla="*/ 954 h 1623"/>
                  <a:gd name="T82" fmla="*/ 174 w 2198"/>
                  <a:gd name="T83" fmla="*/ 1182 h 1623"/>
                  <a:gd name="T84" fmla="*/ 346 w 2198"/>
                  <a:gd name="T85" fmla="*/ 1208 h 1623"/>
                  <a:gd name="T86" fmla="*/ 441 w 2198"/>
                  <a:gd name="T87" fmla="*/ 1596 h 1623"/>
                  <a:gd name="T88" fmla="*/ 606 w 2198"/>
                  <a:gd name="T89" fmla="*/ 1558 h 1623"/>
                  <a:gd name="T90" fmla="*/ 682 w 2198"/>
                  <a:gd name="T91" fmla="*/ 1446 h 1623"/>
                  <a:gd name="T92" fmla="*/ 714 w 2198"/>
                  <a:gd name="T93" fmla="*/ 1323 h 1623"/>
                  <a:gd name="T94" fmla="*/ 763 w 2198"/>
                  <a:gd name="T95" fmla="*/ 1020 h 1623"/>
                  <a:gd name="T96" fmla="*/ 676 w 2198"/>
                  <a:gd name="T97" fmla="*/ 900 h 1623"/>
                  <a:gd name="T98" fmla="*/ 913 w 2198"/>
                  <a:gd name="T99" fmla="*/ 1051 h 1623"/>
                  <a:gd name="T100" fmla="*/ 900 w 2198"/>
                  <a:gd name="T101" fmla="*/ 938 h 1623"/>
                  <a:gd name="T102" fmla="*/ 886 w 2198"/>
                  <a:gd name="T103" fmla="*/ 861 h 1623"/>
                  <a:gd name="T104" fmla="*/ 1155 w 2198"/>
                  <a:gd name="T105" fmla="*/ 1042 h 1623"/>
                  <a:gd name="T106" fmla="*/ 1346 w 2198"/>
                  <a:gd name="T107" fmla="*/ 960 h 1623"/>
                  <a:gd name="T108" fmla="*/ 1505 w 2198"/>
                  <a:gd name="T109" fmla="*/ 1123 h 1623"/>
                  <a:gd name="T110" fmla="*/ 1597 w 2198"/>
                  <a:gd name="T111" fmla="*/ 1167 h 1623"/>
                  <a:gd name="T112" fmla="*/ 1593 w 2198"/>
                  <a:gd name="T113" fmla="*/ 1110 h 1623"/>
                  <a:gd name="T114" fmla="*/ 1644 w 2198"/>
                  <a:gd name="T115" fmla="*/ 1039 h 1623"/>
                  <a:gd name="T116" fmla="*/ 1568 w 2198"/>
                  <a:gd name="T117" fmla="*/ 963 h 1623"/>
                  <a:gd name="T118" fmla="*/ 1759 w 2198"/>
                  <a:gd name="T119" fmla="*/ 791 h 1623"/>
                  <a:gd name="T120" fmla="*/ 1699 w 2198"/>
                  <a:gd name="T121" fmla="*/ 710 h 1623"/>
                  <a:gd name="T122" fmla="*/ 1647 w 2198"/>
                  <a:gd name="T123" fmla="*/ 676 h 16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98" h="1623">
                    <a:moveTo>
                      <a:pt x="1706" y="635"/>
                    </a:moveTo>
                    <a:lnTo>
                      <a:pt x="1800" y="720"/>
                    </a:lnTo>
                    <a:lnTo>
                      <a:pt x="1781" y="745"/>
                    </a:lnTo>
                    <a:lnTo>
                      <a:pt x="1800" y="753"/>
                    </a:lnTo>
                    <a:lnTo>
                      <a:pt x="1835" y="720"/>
                    </a:lnTo>
                    <a:lnTo>
                      <a:pt x="1791" y="679"/>
                    </a:lnTo>
                    <a:lnTo>
                      <a:pt x="1788" y="613"/>
                    </a:lnTo>
                    <a:lnTo>
                      <a:pt x="1832" y="610"/>
                    </a:lnTo>
                    <a:lnTo>
                      <a:pt x="1835" y="557"/>
                    </a:lnTo>
                    <a:lnTo>
                      <a:pt x="1807" y="535"/>
                    </a:lnTo>
                    <a:lnTo>
                      <a:pt x="1807" y="441"/>
                    </a:lnTo>
                    <a:lnTo>
                      <a:pt x="1778" y="417"/>
                    </a:lnTo>
                    <a:lnTo>
                      <a:pt x="1778" y="322"/>
                    </a:lnTo>
                    <a:lnTo>
                      <a:pt x="1832" y="288"/>
                    </a:lnTo>
                    <a:lnTo>
                      <a:pt x="1870" y="301"/>
                    </a:lnTo>
                    <a:lnTo>
                      <a:pt x="1906" y="278"/>
                    </a:lnTo>
                    <a:lnTo>
                      <a:pt x="1903" y="242"/>
                    </a:lnTo>
                    <a:lnTo>
                      <a:pt x="1928" y="237"/>
                    </a:lnTo>
                    <a:lnTo>
                      <a:pt x="1935" y="173"/>
                    </a:lnTo>
                    <a:lnTo>
                      <a:pt x="1979" y="172"/>
                    </a:lnTo>
                    <a:lnTo>
                      <a:pt x="1979" y="269"/>
                    </a:lnTo>
                    <a:lnTo>
                      <a:pt x="1957" y="275"/>
                    </a:lnTo>
                    <a:lnTo>
                      <a:pt x="1954" y="323"/>
                    </a:lnTo>
                    <a:lnTo>
                      <a:pt x="1979" y="351"/>
                    </a:lnTo>
                    <a:lnTo>
                      <a:pt x="2001" y="351"/>
                    </a:lnTo>
                    <a:lnTo>
                      <a:pt x="2001" y="395"/>
                    </a:lnTo>
                    <a:lnTo>
                      <a:pt x="2026" y="409"/>
                    </a:lnTo>
                    <a:lnTo>
                      <a:pt x="2026" y="323"/>
                    </a:lnTo>
                    <a:lnTo>
                      <a:pt x="2001" y="304"/>
                    </a:lnTo>
                    <a:lnTo>
                      <a:pt x="1998" y="226"/>
                    </a:lnTo>
                    <a:lnTo>
                      <a:pt x="2026" y="204"/>
                    </a:lnTo>
                    <a:lnTo>
                      <a:pt x="2116" y="130"/>
                    </a:lnTo>
                    <a:lnTo>
                      <a:pt x="2072" y="125"/>
                    </a:lnTo>
                    <a:lnTo>
                      <a:pt x="2067" y="106"/>
                    </a:lnTo>
                    <a:lnTo>
                      <a:pt x="2088" y="95"/>
                    </a:lnTo>
                    <a:lnTo>
                      <a:pt x="2067" y="76"/>
                    </a:lnTo>
                    <a:lnTo>
                      <a:pt x="2072" y="62"/>
                    </a:lnTo>
                    <a:lnTo>
                      <a:pt x="2091" y="41"/>
                    </a:lnTo>
                    <a:lnTo>
                      <a:pt x="2116" y="38"/>
                    </a:lnTo>
                    <a:lnTo>
                      <a:pt x="2145" y="65"/>
                    </a:lnTo>
                    <a:lnTo>
                      <a:pt x="2164" y="54"/>
                    </a:lnTo>
                    <a:lnTo>
                      <a:pt x="2176" y="60"/>
                    </a:lnTo>
                    <a:lnTo>
                      <a:pt x="2198" y="38"/>
                    </a:lnTo>
                    <a:lnTo>
                      <a:pt x="2151" y="0"/>
                    </a:lnTo>
                    <a:lnTo>
                      <a:pt x="1944" y="0"/>
                    </a:lnTo>
                    <a:lnTo>
                      <a:pt x="1928" y="22"/>
                    </a:lnTo>
                    <a:lnTo>
                      <a:pt x="1947" y="45"/>
                    </a:lnTo>
                    <a:lnTo>
                      <a:pt x="1941" y="57"/>
                    </a:lnTo>
                    <a:lnTo>
                      <a:pt x="1835" y="60"/>
                    </a:lnTo>
                    <a:lnTo>
                      <a:pt x="1807" y="35"/>
                    </a:lnTo>
                    <a:lnTo>
                      <a:pt x="1791" y="35"/>
                    </a:lnTo>
                    <a:lnTo>
                      <a:pt x="1775" y="23"/>
                    </a:lnTo>
                    <a:lnTo>
                      <a:pt x="1753" y="48"/>
                    </a:lnTo>
                    <a:lnTo>
                      <a:pt x="1593" y="51"/>
                    </a:lnTo>
                    <a:lnTo>
                      <a:pt x="1530" y="108"/>
                    </a:lnTo>
                    <a:lnTo>
                      <a:pt x="1456" y="103"/>
                    </a:lnTo>
                    <a:lnTo>
                      <a:pt x="1453" y="70"/>
                    </a:lnTo>
                    <a:lnTo>
                      <a:pt x="1412" y="67"/>
                    </a:lnTo>
                    <a:lnTo>
                      <a:pt x="1399" y="81"/>
                    </a:lnTo>
                    <a:lnTo>
                      <a:pt x="1383" y="79"/>
                    </a:lnTo>
                    <a:lnTo>
                      <a:pt x="1380" y="89"/>
                    </a:lnTo>
                    <a:lnTo>
                      <a:pt x="1309" y="89"/>
                    </a:lnTo>
                    <a:lnTo>
                      <a:pt x="1224" y="166"/>
                    </a:lnTo>
                    <a:lnTo>
                      <a:pt x="1173" y="130"/>
                    </a:lnTo>
                    <a:lnTo>
                      <a:pt x="1202" y="106"/>
                    </a:lnTo>
                    <a:lnTo>
                      <a:pt x="1214" y="106"/>
                    </a:lnTo>
                    <a:lnTo>
                      <a:pt x="1255" y="65"/>
                    </a:lnTo>
                    <a:lnTo>
                      <a:pt x="1199" y="65"/>
                    </a:lnTo>
                    <a:lnTo>
                      <a:pt x="1167" y="48"/>
                    </a:lnTo>
                    <a:lnTo>
                      <a:pt x="1064" y="138"/>
                    </a:lnTo>
                    <a:lnTo>
                      <a:pt x="1048" y="132"/>
                    </a:lnTo>
                    <a:lnTo>
                      <a:pt x="1011" y="173"/>
                    </a:lnTo>
                    <a:lnTo>
                      <a:pt x="1008" y="229"/>
                    </a:lnTo>
                    <a:lnTo>
                      <a:pt x="911" y="232"/>
                    </a:lnTo>
                    <a:lnTo>
                      <a:pt x="886" y="256"/>
                    </a:lnTo>
                    <a:lnTo>
                      <a:pt x="905" y="275"/>
                    </a:lnTo>
                    <a:lnTo>
                      <a:pt x="900" y="285"/>
                    </a:lnTo>
                    <a:lnTo>
                      <a:pt x="845" y="288"/>
                    </a:lnTo>
                    <a:lnTo>
                      <a:pt x="801" y="319"/>
                    </a:lnTo>
                    <a:lnTo>
                      <a:pt x="728" y="326"/>
                    </a:lnTo>
                    <a:lnTo>
                      <a:pt x="723" y="363"/>
                    </a:lnTo>
                    <a:lnTo>
                      <a:pt x="673" y="363"/>
                    </a:lnTo>
                    <a:lnTo>
                      <a:pt x="622" y="406"/>
                    </a:lnTo>
                    <a:lnTo>
                      <a:pt x="600" y="404"/>
                    </a:lnTo>
                    <a:lnTo>
                      <a:pt x="556" y="366"/>
                    </a:lnTo>
                    <a:lnTo>
                      <a:pt x="594" y="360"/>
                    </a:lnTo>
                    <a:lnTo>
                      <a:pt x="616" y="344"/>
                    </a:lnTo>
                    <a:lnTo>
                      <a:pt x="603" y="326"/>
                    </a:lnTo>
                    <a:lnTo>
                      <a:pt x="548" y="332"/>
                    </a:lnTo>
                    <a:lnTo>
                      <a:pt x="521" y="304"/>
                    </a:lnTo>
                    <a:lnTo>
                      <a:pt x="431" y="304"/>
                    </a:lnTo>
                    <a:lnTo>
                      <a:pt x="368" y="363"/>
                    </a:lnTo>
                    <a:lnTo>
                      <a:pt x="365" y="367"/>
                    </a:lnTo>
                    <a:lnTo>
                      <a:pt x="325" y="404"/>
                    </a:lnTo>
                    <a:lnTo>
                      <a:pt x="325" y="436"/>
                    </a:lnTo>
                    <a:lnTo>
                      <a:pt x="294" y="438"/>
                    </a:lnTo>
                    <a:lnTo>
                      <a:pt x="287" y="501"/>
                    </a:lnTo>
                    <a:lnTo>
                      <a:pt x="330" y="507"/>
                    </a:lnTo>
                    <a:lnTo>
                      <a:pt x="346" y="510"/>
                    </a:lnTo>
                    <a:lnTo>
                      <a:pt x="374" y="538"/>
                    </a:lnTo>
                    <a:lnTo>
                      <a:pt x="400" y="517"/>
                    </a:lnTo>
                    <a:lnTo>
                      <a:pt x="396" y="433"/>
                    </a:lnTo>
                    <a:lnTo>
                      <a:pt x="466" y="382"/>
                    </a:lnTo>
                    <a:lnTo>
                      <a:pt x="478" y="382"/>
                    </a:lnTo>
                    <a:lnTo>
                      <a:pt x="507" y="401"/>
                    </a:lnTo>
                    <a:lnTo>
                      <a:pt x="469" y="436"/>
                    </a:lnTo>
                    <a:lnTo>
                      <a:pt x="469" y="554"/>
                    </a:lnTo>
                    <a:lnTo>
                      <a:pt x="412" y="554"/>
                    </a:lnTo>
                    <a:lnTo>
                      <a:pt x="379" y="592"/>
                    </a:lnTo>
                    <a:lnTo>
                      <a:pt x="361" y="592"/>
                    </a:lnTo>
                    <a:lnTo>
                      <a:pt x="357" y="557"/>
                    </a:lnTo>
                    <a:lnTo>
                      <a:pt x="351" y="557"/>
                    </a:lnTo>
                    <a:lnTo>
                      <a:pt x="345" y="593"/>
                    </a:lnTo>
                    <a:lnTo>
                      <a:pt x="297" y="594"/>
                    </a:lnTo>
                    <a:lnTo>
                      <a:pt x="243" y="641"/>
                    </a:lnTo>
                    <a:lnTo>
                      <a:pt x="191" y="645"/>
                    </a:lnTo>
                    <a:lnTo>
                      <a:pt x="215" y="667"/>
                    </a:lnTo>
                    <a:lnTo>
                      <a:pt x="205" y="688"/>
                    </a:lnTo>
                    <a:lnTo>
                      <a:pt x="212" y="717"/>
                    </a:lnTo>
                    <a:lnTo>
                      <a:pt x="131" y="720"/>
                    </a:lnTo>
                    <a:lnTo>
                      <a:pt x="123" y="772"/>
                    </a:lnTo>
                    <a:lnTo>
                      <a:pt x="147" y="788"/>
                    </a:lnTo>
                    <a:lnTo>
                      <a:pt x="172" y="791"/>
                    </a:lnTo>
                    <a:lnTo>
                      <a:pt x="221" y="782"/>
                    </a:lnTo>
                    <a:lnTo>
                      <a:pt x="218" y="758"/>
                    </a:lnTo>
                    <a:lnTo>
                      <a:pt x="262" y="723"/>
                    </a:lnTo>
                    <a:lnTo>
                      <a:pt x="322" y="723"/>
                    </a:lnTo>
                    <a:lnTo>
                      <a:pt x="346" y="758"/>
                    </a:lnTo>
                    <a:lnTo>
                      <a:pt x="379" y="758"/>
                    </a:lnTo>
                    <a:lnTo>
                      <a:pt x="400" y="780"/>
                    </a:lnTo>
                    <a:lnTo>
                      <a:pt x="393" y="801"/>
                    </a:lnTo>
                    <a:lnTo>
                      <a:pt x="418" y="785"/>
                    </a:lnTo>
                    <a:lnTo>
                      <a:pt x="414" y="768"/>
                    </a:lnTo>
                    <a:lnTo>
                      <a:pt x="430" y="769"/>
                    </a:lnTo>
                    <a:lnTo>
                      <a:pt x="381" y="726"/>
                    </a:lnTo>
                    <a:lnTo>
                      <a:pt x="363" y="707"/>
                    </a:lnTo>
                    <a:lnTo>
                      <a:pt x="368" y="688"/>
                    </a:lnTo>
                    <a:lnTo>
                      <a:pt x="384" y="688"/>
                    </a:lnTo>
                    <a:lnTo>
                      <a:pt x="494" y="777"/>
                    </a:lnTo>
                    <a:lnTo>
                      <a:pt x="553" y="733"/>
                    </a:lnTo>
                    <a:lnTo>
                      <a:pt x="551" y="710"/>
                    </a:lnTo>
                    <a:lnTo>
                      <a:pt x="610" y="657"/>
                    </a:lnTo>
                    <a:lnTo>
                      <a:pt x="619" y="698"/>
                    </a:lnTo>
                    <a:lnTo>
                      <a:pt x="690" y="701"/>
                    </a:lnTo>
                    <a:lnTo>
                      <a:pt x="725" y="731"/>
                    </a:lnTo>
                    <a:lnTo>
                      <a:pt x="725" y="745"/>
                    </a:lnTo>
                    <a:lnTo>
                      <a:pt x="594" y="750"/>
                    </a:lnTo>
                    <a:lnTo>
                      <a:pt x="569" y="769"/>
                    </a:lnTo>
                    <a:lnTo>
                      <a:pt x="591" y="796"/>
                    </a:lnTo>
                    <a:lnTo>
                      <a:pt x="673" y="794"/>
                    </a:lnTo>
                    <a:lnTo>
                      <a:pt x="707" y="826"/>
                    </a:lnTo>
                    <a:lnTo>
                      <a:pt x="690" y="835"/>
                    </a:lnTo>
                    <a:lnTo>
                      <a:pt x="657" y="873"/>
                    </a:lnTo>
                    <a:lnTo>
                      <a:pt x="553" y="870"/>
                    </a:lnTo>
                    <a:lnTo>
                      <a:pt x="540" y="854"/>
                    </a:lnTo>
                    <a:lnTo>
                      <a:pt x="478" y="854"/>
                    </a:lnTo>
                    <a:lnTo>
                      <a:pt x="469" y="870"/>
                    </a:lnTo>
                    <a:lnTo>
                      <a:pt x="384" y="873"/>
                    </a:lnTo>
                    <a:lnTo>
                      <a:pt x="338" y="829"/>
                    </a:lnTo>
                    <a:lnTo>
                      <a:pt x="131" y="832"/>
                    </a:lnTo>
                    <a:lnTo>
                      <a:pt x="87" y="870"/>
                    </a:lnTo>
                    <a:lnTo>
                      <a:pt x="87" y="935"/>
                    </a:lnTo>
                    <a:lnTo>
                      <a:pt x="43" y="966"/>
                    </a:lnTo>
                    <a:lnTo>
                      <a:pt x="33" y="954"/>
                    </a:lnTo>
                    <a:lnTo>
                      <a:pt x="11" y="989"/>
                    </a:lnTo>
                    <a:lnTo>
                      <a:pt x="0" y="1075"/>
                    </a:lnTo>
                    <a:lnTo>
                      <a:pt x="131" y="1179"/>
                    </a:lnTo>
                    <a:lnTo>
                      <a:pt x="174" y="1182"/>
                    </a:lnTo>
                    <a:lnTo>
                      <a:pt x="209" y="1160"/>
                    </a:lnTo>
                    <a:lnTo>
                      <a:pt x="330" y="1160"/>
                    </a:lnTo>
                    <a:lnTo>
                      <a:pt x="349" y="1170"/>
                    </a:lnTo>
                    <a:lnTo>
                      <a:pt x="346" y="1208"/>
                    </a:lnTo>
                    <a:lnTo>
                      <a:pt x="390" y="1258"/>
                    </a:lnTo>
                    <a:lnTo>
                      <a:pt x="393" y="1421"/>
                    </a:lnTo>
                    <a:lnTo>
                      <a:pt x="441" y="1464"/>
                    </a:lnTo>
                    <a:lnTo>
                      <a:pt x="441" y="1596"/>
                    </a:lnTo>
                    <a:lnTo>
                      <a:pt x="478" y="1623"/>
                    </a:lnTo>
                    <a:lnTo>
                      <a:pt x="500" y="1607"/>
                    </a:lnTo>
                    <a:lnTo>
                      <a:pt x="551" y="1607"/>
                    </a:lnTo>
                    <a:lnTo>
                      <a:pt x="606" y="1558"/>
                    </a:lnTo>
                    <a:lnTo>
                      <a:pt x="635" y="1555"/>
                    </a:lnTo>
                    <a:lnTo>
                      <a:pt x="638" y="1508"/>
                    </a:lnTo>
                    <a:lnTo>
                      <a:pt x="685" y="1504"/>
                    </a:lnTo>
                    <a:lnTo>
                      <a:pt x="682" y="1446"/>
                    </a:lnTo>
                    <a:lnTo>
                      <a:pt x="701" y="1448"/>
                    </a:lnTo>
                    <a:lnTo>
                      <a:pt x="741" y="1411"/>
                    </a:lnTo>
                    <a:lnTo>
                      <a:pt x="744" y="1348"/>
                    </a:lnTo>
                    <a:lnTo>
                      <a:pt x="714" y="1323"/>
                    </a:lnTo>
                    <a:lnTo>
                      <a:pt x="717" y="1263"/>
                    </a:lnTo>
                    <a:lnTo>
                      <a:pt x="892" y="1102"/>
                    </a:lnTo>
                    <a:lnTo>
                      <a:pt x="769" y="1102"/>
                    </a:lnTo>
                    <a:lnTo>
                      <a:pt x="763" y="1020"/>
                    </a:lnTo>
                    <a:lnTo>
                      <a:pt x="747" y="1001"/>
                    </a:lnTo>
                    <a:lnTo>
                      <a:pt x="731" y="1007"/>
                    </a:lnTo>
                    <a:lnTo>
                      <a:pt x="625" y="905"/>
                    </a:lnTo>
                    <a:lnTo>
                      <a:pt x="676" y="900"/>
                    </a:lnTo>
                    <a:lnTo>
                      <a:pt x="741" y="957"/>
                    </a:lnTo>
                    <a:lnTo>
                      <a:pt x="820" y="1020"/>
                    </a:lnTo>
                    <a:lnTo>
                      <a:pt x="823" y="1051"/>
                    </a:lnTo>
                    <a:lnTo>
                      <a:pt x="913" y="1051"/>
                    </a:lnTo>
                    <a:lnTo>
                      <a:pt x="911" y="1026"/>
                    </a:lnTo>
                    <a:lnTo>
                      <a:pt x="992" y="954"/>
                    </a:lnTo>
                    <a:lnTo>
                      <a:pt x="919" y="949"/>
                    </a:lnTo>
                    <a:lnTo>
                      <a:pt x="900" y="938"/>
                    </a:lnTo>
                    <a:lnTo>
                      <a:pt x="886" y="938"/>
                    </a:lnTo>
                    <a:lnTo>
                      <a:pt x="823" y="882"/>
                    </a:lnTo>
                    <a:lnTo>
                      <a:pt x="851" y="851"/>
                    </a:lnTo>
                    <a:lnTo>
                      <a:pt x="886" y="861"/>
                    </a:lnTo>
                    <a:lnTo>
                      <a:pt x="935" y="908"/>
                    </a:lnTo>
                    <a:lnTo>
                      <a:pt x="1102" y="908"/>
                    </a:lnTo>
                    <a:lnTo>
                      <a:pt x="1148" y="951"/>
                    </a:lnTo>
                    <a:lnTo>
                      <a:pt x="1155" y="1042"/>
                    </a:lnTo>
                    <a:lnTo>
                      <a:pt x="1230" y="1099"/>
                    </a:lnTo>
                    <a:lnTo>
                      <a:pt x="1287" y="1058"/>
                    </a:lnTo>
                    <a:lnTo>
                      <a:pt x="1284" y="1014"/>
                    </a:lnTo>
                    <a:lnTo>
                      <a:pt x="1346" y="960"/>
                    </a:lnTo>
                    <a:lnTo>
                      <a:pt x="1396" y="960"/>
                    </a:lnTo>
                    <a:lnTo>
                      <a:pt x="1453" y="1007"/>
                    </a:lnTo>
                    <a:lnTo>
                      <a:pt x="1505" y="1010"/>
                    </a:lnTo>
                    <a:lnTo>
                      <a:pt x="1505" y="1123"/>
                    </a:lnTo>
                    <a:lnTo>
                      <a:pt x="1556" y="1164"/>
                    </a:lnTo>
                    <a:lnTo>
                      <a:pt x="1568" y="1161"/>
                    </a:lnTo>
                    <a:lnTo>
                      <a:pt x="1587" y="1176"/>
                    </a:lnTo>
                    <a:lnTo>
                      <a:pt x="1597" y="1167"/>
                    </a:lnTo>
                    <a:lnTo>
                      <a:pt x="1527" y="1107"/>
                    </a:lnTo>
                    <a:lnTo>
                      <a:pt x="1527" y="1061"/>
                    </a:lnTo>
                    <a:lnTo>
                      <a:pt x="1537" y="1061"/>
                    </a:lnTo>
                    <a:lnTo>
                      <a:pt x="1593" y="1110"/>
                    </a:lnTo>
                    <a:lnTo>
                      <a:pt x="1609" y="1107"/>
                    </a:lnTo>
                    <a:lnTo>
                      <a:pt x="1628" y="1094"/>
                    </a:lnTo>
                    <a:lnTo>
                      <a:pt x="1647" y="1094"/>
                    </a:lnTo>
                    <a:lnTo>
                      <a:pt x="1644" y="1039"/>
                    </a:lnTo>
                    <a:lnTo>
                      <a:pt x="1606" y="1001"/>
                    </a:lnTo>
                    <a:lnTo>
                      <a:pt x="1597" y="1001"/>
                    </a:lnTo>
                    <a:lnTo>
                      <a:pt x="1575" y="979"/>
                    </a:lnTo>
                    <a:lnTo>
                      <a:pt x="1568" y="963"/>
                    </a:lnTo>
                    <a:lnTo>
                      <a:pt x="1612" y="927"/>
                    </a:lnTo>
                    <a:lnTo>
                      <a:pt x="1685" y="925"/>
                    </a:lnTo>
                    <a:lnTo>
                      <a:pt x="1759" y="848"/>
                    </a:lnTo>
                    <a:lnTo>
                      <a:pt x="1759" y="791"/>
                    </a:lnTo>
                    <a:lnTo>
                      <a:pt x="1737" y="769"/>
                    </a:lnTo>
                    <a:lnTo>
                      <a:pt x="1693" y="736"/>
                    </a:lnTo>
                    <a:lnTo>
                      <a:pt x="1709" y="717"/>
                    </a:lnTo>
                    <a:lnTo>
                      <a:pt x="1699" y="710"/>
                    </a:lnTo>
                    <a:lnTo>
                      <a:pt x="1688" y="720"/>
                    </a:lnTo>
                    <a:lnTo>
                      <a:pt x="1660" y="695"/>
                    </a:lnTo>
                    <a:lnTo>
                      <a:pt x="1650" y="695"/>
                    </a:lnTo>
                    <a:lnTo>
                      <a:pt x="1647" y="676"/>
                    </a:lnTo>
                    <a:lnTo>
                      <a:pt x="1706" y="635"/>
                    </a:lnTo>
                    <a:close/>
                  </a:path>
                </a:pathLst>
              </a:custGeom>
              <a:noFill/>
              <a:ln w="3175">
                <a:solidFill>
                  <a:schemeClr val="tx1"/>
                </a:solidFill>
                <a:prstDash val="solid"/>
                <a:round/>
                <a:headEnd/>
                <a:tailEnd/>
              </a:ln>
            </p:spPr>
            <p:txBody>
              <a:bodyPr/>
              <a:lstStyle/>
              <a:p>
                <a:endParaRPr lang="fr-FR" sz="1800" dirty="0"/>
              </a:p>
            </p:txBody>
          </p:sp>
          <p:sp>
            <p:nvSpPr>
              <p:cNvPr id="58" name="Freeform 12"/>
              <p:cNvSpPr>
                <a:spLocks/>
              </p:cNvSpPr>
              <p:nvPr/>
            </p:nvSpPr>
            <p:spPr bwMode="auto">
              <a:xfrm>
                <a:off x="8104049" y="4842060"/>
                <a:ext cx="88047" cy="135738"/>
              </a:xfrm>
              <a:custGeom>
                <a:avLst/>
                <a:gdLst>
                  <a:gd name="T0" fmla="*/ 3 w 96"/>
                  <a:gd name="T1" fmla="*/ 147 h 147"/>
                  <a:gd name="T2" fmla="*/ 0 w 96"/>
                  <a:gd name="T3" fmla="*/ 112 h 147"/>
                  <a:gd name="T4" fmla="*/ 19 w 96"/>
                  <a:gd name="T5" fmla="*/ 98 h 147"/>
                  <a:gd name="T6" fmla="*/ 21 w 96"/>
                  <a:gd name="T7" fmla="*/ 35 h 147"/>
                  <a:gd name="T8" fmla="*/ 46 w 96"/>
                  <a:gd name="T9" fmla="*/ 37 h 147"/>
                  <a:gd name="T10" fmla="*/ 91 w 96"/>
                  <a:gd name="T11" fmla="*/ 0 h 147"/>
                  <a:gd name="T12" fmla="*/ 96 w 96"/>
                  <a:gd name="T13" fmla="*/ 28 h 147"/>
                  <a:gd name="T14" fmla="*/ 64 w 96"/>
                  <a:gd name="T15" fmla="*/ 63 h 147"/>
                  <a:gd name="T16" fmla="*/ 58 w 96"/>
                  <a:gd name="T17" fmla="*/ 102 h 147"/>
                  <a:gd name="T18" fmla="*/ 42 w 96"/>
                  <a:gd name="T19" fmla="*/ 106 h 147"/>
                  <a:gd name="T20" fmla="*/ 27 w 96"/>
                  <a:gd name="T21" fmla="*/ 118 h 147"/>
                  <a:gd name="T22" fmla="*/ 26 w 96"/>
                  <a:gd name="T23" fmla="*/ 144 h 147"/>
                  <a:gd name="T24" fmla="*/ 3 w 96"/>
                  <a:gd name="T25" fmla="*/ 147 h 1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147">
                    <a:moveTo>
                      <a:pt x="3" y="147"/>
                    </a:moveTo>
                    <a:lnTo>
                      <a:pt x="0" y="112"/>
                    </a:lnTo>
                    <a:lnTo>
                      <a:pt x="19" y="98"/>
                    </a:lnTo>
                    <a:lnTo>
                      <a:pt x="21" y="35"/>
                    </a:lnTo>
                    <a:lnTo>
                      <a:pt x="46" y="37"/>
                    </a:lnTo>
                    <a:lnTo>
                      <a:pt x="91" y="0"/>
                    </a:lnTo>
                    <a:lnTo>
                      <a:pt x="96" y="28"/>
                    </a:lnTo>
                    <a:lnTo>
                      <a:pt x="64" y="63"/>
                    </a:lnTo>
                    <a:lnTo>
                      <a:pt x="58" y="102"/>
                    </a:lnTo>
                    <a:lnTo>
                      <a:pt x="42" y="106"/>
                    </a:lnTo>
                    <a:lnTo>
                      <a:pt x="27" y="118"/>
                    </a:lnTo>
                    <a:lnTo>
                      <a:pt x="26" y="144"/>
                    </a:lnTo>
                    <a:lnTo>
                      <a:pt x="3" y="147"/>
                    </a:lnTo>
                    <a:close/>
                  </a:path>
                </a:pathLst>
              </a:custGeom>
              <a:noFill/>
              <a:ln w="3175">
                <a:solidFill>
                  <a:schemeClr val="tx1"/>
                </a:solidFill>
                <a:prstDash val="solid"/>
                <a:round/>
                <a:headEnd/>
                <a:tailEnd/>
              </a:ln>
            </p:spPr>
            <p:txBody>
              <a:bodyPr/>
              <a:lstStyle/>
              <a:p>
                <a:endParaRPr lang="fr-FR" sz="1800" dirty="0"/>
              </a:p>
            </p:txBody>
          </p:sp>
          <p:sp>
            <p:nvSpPr>
              <p:cNvPr id="59" name="Freeform 13"/>
              <p:cNvSpPr>
                <a:spLocks/>
              </p:cNvSpPr>
              <p:nvPr/>
            </p:nvSpPr>
            <p:spPr bwMode="auto">
              <a:xfrm>
                <a:off x="8927651" y="4614606"/>
                <a:ext cx="95384" cy="121064"/>
              </a:xfrm>
              <a:custGeom>
                <a:avLst/>
                <a:gdLst>
                  <a:gd name="T0" fmla="*/ 0 w 103"/>
                  <a:gd name="T1" fmla="*/ 73 h 132"/>
                  <a:gd name="T2" fmla="*/ 43 w 103"/>
                  <a:gd name="T3" fmla="*/ 72 h 132"/>
                  <a:gd name="T4" fmla="*/ 49 w 103"/>
                  <a:gd name="T5" fmla="*/ 0 h 132"/>
                  <a:gd name="T6" fmla="*/ 100 w 103"/>
                  <a:gd name="T7" fmla="*/ 2 h 132"/>
                  <a:gd name="T8" fmla="*/ 103 w 103"/>
                  <a:gd name="T9" fmla="*/ 46 h 132"/>
                  <a:gd name="T10" fmla="*/ 81 w 103"/>
                  <a:gd name="T11" fmla="*/ 62 h 132"/>
                  <a:gd name="T12" fmla="*/ 84 w 103"/>
                  <a:gd name="T13" fmla="*/ 76 h 132"/>
                  <a:gd name="T14" fmla="*/ 96 w 103"/>
                  <a:gd name="T15" fmla="*/ 76 h 132"/>
                  <a:gd name="T16" fmla="*/ 43 w 103"/>
                  <a:gd name="T17" fmla="*/ 129 h 132"/>
                  <a:gd name="T18" fmla="*/ 0 w 103"/>
                  <a:gd name="T19" fmla="*/ 132 h 132"/>
                  <a:gd name="T20" fmla="*/ 0 w 103"/>
                  <a:gd name="T21" fmla="*/ 73 h 1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3" h="132">
                    <a:moveTo>
                      <a:pt x="0" y="73"/>
                    </a:moveTo>
                    <a:lnTo>
                      <a:pt x="43" y="72"/>
                    </a:lnTo>
                    <a:lnTo>
                      <a:pt x="49" y="0"/>
                    </a:lnTo>
                    <a:lnTo>
                      <a:pt x="100" y="2"/>
                    </a:lnTo>
                    <a:lnTo>
                      <a:pt x="103" y="46"/>
                    </a:lnTo>
                    <a:lnTo>
                      <a:pt x="81" y="62"/>
                    </a:lnTo>
                    <a:lnTo>
                      <a:pt x="84" y="76"/>
                    </a:lnTo>
                    <a:lnTo>
                      <a:pt x="96" y="76"/>
                    </a:lnTo>
                    <a:lnTo>
                      <a:pt x="43" y="129"/>
                    </a:lnTo>
                    <a:lnTo>
                      <a:pt x="0" y="132"/>
                    </a:lnTo>
                    <a:lnTo>
                      <a:pt x="0" y="73"/>
                    </a:lnTo>
                    <a:close/>
                  </a:path>
                </a:pathLst>
              </a:custGeom>
              <a:noFill/>
              <a:ln w="3175">
                <a:solidFill>
                  <a:schemeClr val="tx1"/>
                </a:solidFill>
                <a:prstDash val="solid"/>
                <a:round/>
                <a:headEnd/>
                <a:tailEnd/>
              </a:ln>
            </p:spPr>
            <p:txBody>
              <a:bodyPr/>
              <a:lstStyle/>
              <a:p>
                <a:endParaRPr lang="fr-FR" sz="1800" dirty="0"/>
              </a:p>
            </p:txBody>
          </p:sp>
          <p:sp>
            <p:nvSpPr>
              <p:cNvPr id="60" name="Freeform 14"/>
              <p:cNvSpPr>
                <a:spLocks/>
              </p:cNvSpPr>
              <p:nvPr/>
            </p:nvSpPr>
            <p:spPr bwMode="auto">
              <a:xfrm>
                <a:off x="8735050" y="4653127"/>
                <a:ext cx="203608" cy="188934"/>
              </a:xfrm>
              <a:custGeom>
                <a:avLst/>
                <a:gdLst>
                  <a:gd name="T0" fmla="*/ 0 w 221"/>
                  <a:gd name="T1" fmla="*/ 0 h 207"/>
                  <a:gd name="T2" fmla="*/ 110 w 221"/>
                  <a:gd name="T3" fmla="*/ 101 h 207"/>
                  <a:gd name="T4" fmla="*/ 109 w 221"/>
                  <a:gd name="T5" fmla="*/ 144 h 207"/>
                  <a:gd name="T6" fmla="*/ 176 w 221"/>
                  <a:gd name="T7" fmla="*/ 147 h 207"/>
                  <a:gd name="T8" fmla="*/ 221 w 221"/>
                  <a:gd name="T9" fmla="*/ 190 h 207"/>
                  <a:gd name="T10" fmla="*/ 214 w 221"/>
                  <a:gd name="T11" fmla="*/ 207 h 207"/>
                  <a:gd name="T12" fmla="*/ 176 w 221"/>
                  <a:gd name="T13" fmla="*/ 176 h 207"/>
                  <a:gd name="T14" fmla="*/ 109 w 221"/>
                  <a:gd name="T15" fmla="*/ 174 h 207"/>
                  <a:gd name="T16" fmla="*/ 40 w 221"/>
                  <a:gd name="T17" fmla="*/ 111 h 207"/>
                  <a:gd name="T18" fmla="*/ 38 w 221"/>
                  <a:gd name="T19" fmla="*/ 76 h 207"/>
                  <a:gd name="T20" fmla="*/ 0 w 221"/>
                  <a:gd name="T21" fmla="*/ 38 h 207"/>
                  <a:gd name="T22" fmla="*/ 0 w 221"/>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1" h="207">
                    <a:moveTo>
                      <a:pt x="0" y="0"/>
                    </a:moveTo>
                    <a:lnTo>
                      <a:pt x="110" y="101"/>
                    </a:lnTo>
                    <a:lnTo>
                      <a:pt x="109" y="144"/>
                    </a:lnTo>
                    <a:lnTo>
                      <a:pt x="176" y="147"/>
                    </a:lnTo>
                    <a:lnTo>
                      <a:pt x="221" y="190"/>
                    </a:lnTo>
                    <a:lnTo>
                      <a:pt x="214" y="207"/>
                    </a:lnTo>
                    <a:lnTo>
                      <a:pt x="176" y="176"/>
                    </a:lnTo>
                    <a:lnTo>
                      <a:pt x="109" y="174"/>
                    </a:lnTo>
                    <a:lnTo>
                      <a:pt x="40" y="111"/>
                    </a:lnTo>
                    <a:lnTo>
                      <a:pt x="38" y="76"/>
                    </a:lnTo>
                    <a:lnTo>
                      <a:pt x="0" y="38"/>
                    </a:lnTo>
                    <a:lnTo>
                      <a:pt x="0" y="0"/>
                    </a:lnTo>
                    <a:close/>
                  </a:path>
                </a:pathLst>
              </a:custGeom>
              <a:noFill/>
              <a:ln w="3175">
                <a:solidFill>
                  <a:schemeClr val="tx1"/>
                </a:solidFill>
                <a:prstDash val="solid"/>
                <a:round/>
                <a:headEnd/>
                <a:tailEnd/>
              </a:ln>
            </p:spPr>
            <p:txBody>
              <a:bodyPr/>
              <a:lstStyle/>
              <a:p>
                <a:endParaRPr lang="fr-FR" sz="1800" dirty="0"/>
              </a:p>
            </p:txBody>
          </p:sp>
          <p:sp>
            <p:nvSpPr>
              <p:cNvPr id="61" name="Freeform 15"/>
              <p:cNvSpPr>
                <a:spLocks/>
              </p:cNvSpPr>
              <p:nvPr/>
            </p:nvSpPr>
            <p:spPr bwMode="auto">
              <a:xfrm>
                <a:off x="9188122" y="4713658"/>
                <a:ext cx="183430" cy="121064"/>
              </a:xfrm>
              <a:custGeom>
                <a:avLst/>
                <a:gdLst>
                  <a:gd name="T0" fmla="*/ 3 w 199"/>
                  <a:gd name="T1" fmla="*/ 3 h 131"/>
                  <a:gd name="T2" fmla="*/ 33 w 199"/>
                  <a:gd name="T3" fmla="*/ 0 h 131"/>
                  <a:gd name="T4" fmla="*/ 35 w 199"/>
                  <a:gd name="T5" fmla="*/ 31 h 131"/>
                  <a:gd name="T6" fmla="*/ 93 w 199"/>
                  <a:gd name="T7" fmla="*/ 31 h 131"/>
                  <a:gd name="T8" fmla="*/ 111 w 199"/>
                  <a:gd name="T9" fmla="*/ 19 h 131"/>
                  <a:gd name="T10" fmla="*/ 199 w 199"/>
                  <a:gd name="T11" fmla="*/ 96 h 131"/>
                  <a:gd name="T12" fmla="*/ 188 w 199"/>
                  <a:gd name="T13" fmla="*/ 131 h 131"/>
                  <a:gd name="T14" fmla="*/ 147 w 199"/>
                  <a:gd name="T15" fmla="*/ 91 h 131"/>
                  <a:gd name="T16" fmla="*/ 119 w 199"/>
                  <a:gd name="T17" fmla="*/ 115 h 131"/>
                  <a:gd name="T18" fmla="*/ 80 w 199"/>
                  <a:gd name="T19" fmla="*/ 77 h 131"/>
                  <a:gd name="T20" fmla="*/ 81 w 199"/>
                  <a:gd name="T21" fmla="*/ 56 h 131"/>
                  <a:gd name="T22" fmla="*/ 58 w 199"/>
                  <a:gd name="T23" fmla="*/ 60 h 131"/>
                  <a:gd name="T24" fmla="*/ 0 w 199"/>
                  <a:gd name="T25" fmla="*/ 21 h 131"/>
                  <a:gd name="T26" fmla="*/ 3 w 199"/>
                  <a:gd name="T27" fmla="*/ 3 h 1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9" h="131">
                    <a:moveTo>
                      <a:pt x="3" y="3"/>
                    </a:moveTo>
                    <a:lnTo>
                      <a:pt x="33" y="0"/>
                    </a:lnTo>
                    <a:lnTo>
                      <a:pt x="35" y="31"/>
                    </a:lnTo>
                    <a:lnTo>
                      <a:pt x="93" y="31"/>
                    </a:lnTo>
                    <a:lnTo>
                      <a:pt x="111" y="19"/>
                    </a:lnTo>
                    <a:lnTo>
                      <a:pt x="199" y="96"/>
                    </a:lnTo>
                    <a:lnTo>
                      <a:pt x="188" y="131"/>
                    </a:lnTo>
                    <a:lnTo>
                      <a:pt x="147" y="91"/>
                    </a:lnTo>
                    <a:lnTo>
                      <a:pt x="119" y="115"/>
                    </a:lnTo>
                    <a:lnTo>
                      <a:pt x="80" y="77"/>
                    </a:lnTo>
                    <a:lnTo>
                      <a:pt x="81" y="56"/>
                    </a:lnTo>
                    <a:lnTo>
                      <a:pt x="58" y="60"/>
                    </a:lnTo>
                    <a:lnTo>
                      <a:pt x="0" y="21"/>
                    </a:lnTo>
                    <a:lnTo>
                      <a:pt x="3" y="3"/>
                    </a:lnTo>
                    <a:close/>
                  </a:path>
                </a:pathLst>
              </a:custGeom>
              <a:noFill/>
              <a:ln w="3175">
                <a:solidFill>
                  <a:schemeClr val="tx1"/>
                </a:solidFill>
                <a:prstDash val="solid"/>
                <a:round/>
                <a:headEnd/>
                <a:tailEnd/>
              </a:ln>
            </p:spPr>
            <p:txBody>
              <a:bodyPr/>
              <a:lstStyle/>
              <a:p>
                <a:endParaRPr lang="fr-FR" sz="1800" dirty="0"/>
              </a:p>
            </p:txBody>
          </p:sp>
          <p:sp>
            <p:nvSpPr>
              <p:cNvPr id="62" name="Freeform 16"/>
              <p:cNvSpPr>
                <a:spLocks/>
              </p:cNvSpPr>
              <p:nvPr/>
            </p:nvSpPr>
            <p:spPr bwMode="auto">
              <a:xfrm>
                <a:off x="8874457" y="4867740"/>
                <a:ext cx="513605" cy="352186"/>
              </a:xfrm>
              <a:custGeom>
                <a:avLst/>
                <a:gdLst>
                  <a:gd name="T0" fmla="*/ 79 w 561"/>
                  <a:gd name="T1" fmla="*/ 96 h 385"/>
                  <a:gd name="T2" fmla="*/ 150 w 561"/>
                  <a:gd name="T3" fmla="*/ 96 h 385"/>
                  <a:gd name="T4" fmla="*/ 242 w 561"/>
                  <a:gd name="T5" fmla="*/ 19 h 385"/>
                  <a:gd name="T6" fmla="*/ 279 w 561"/>
                  <a:gd name="T7" fmla="*/ 48 h 385"/>
                  <a:gd name="T8" fmla="*/ 338 w 561"/>
                  <a:gd name="T9" fmla="*/ 0 h 385"/>
                  <a:gd name="T10" fmla="*/ 378 w 561"/>
                  <a:gd name="T11" fmla="*/ 0 h 385"/>
                  <a:gd name="T12" fmla="*/ 357 w 561"/>
                  <a:gd name="T13" fmla="*/ 27 h 385"/>
                  <a:gd name="T14" fmla="*/ 423 w 561"/>
                  <a:gd name="T15" fmla="*/ 73 h 385"/>
                  <a:gd name="T16" fmla="*/ 481 w 561"/>
                  <a:gd name="T17" fmla="*/ 33 h 385"/>
                  <a:gd name="T18" fmla="*/ 484 w 561"/>
                  <a:gd name="T19" fmla="*/ 103 h 385"/>
                  <a:gd name="T20" fmla="*/ 521 w 561"/>
                  <a:gd name="T21" fmla="*/ 135 h 385"/>
                  <a:gd name="T22" fmla="*/ 521 w 561"/>
                  <a:gd name="T23" fmla="*/ 164 h 385"/>
                  <a:gd name="T24" fmla="*/ 558 w 561"/>
                  <a:gd name="T25" fmla="*/ 191 h 385"/>
                  <a:gd name="T26" fmla="*/ 561 w 561"/>
                  <a:gd name="T27" fmla="*/ 266 h 385"/>
                  <a:gd name="T28" fmla="*/ 455 w 561"/>
                  <a:gd name="T29" fmla="*/ 358 h 385"/>
                  <a:gd name="T30" fmla="*/ 436 w 561"/>
                  <a:gd name="T31" fmla="*/ 361 h 385"/>
                  <a:gd name="T32" fmla="*/ 413 w 561"/>
                  <a:gd name="T33" fmla="*/ 383 h 385"/>
                  <a:gd name="T34" fmla="*/ 373 w 561"/>
                  <a:gd name="T35" fmla="*/ 385 h 385"/>
                  <a:gd name="T36" fmla="*/ 369 w 561"/>
                  <a:gd name="T37" fmla="*/ 377 h 385"/>
                  <a:gd name="T38" fmla="*/ 286 w 561"/>
                  <a:gd name="T39" fmla="*/ 374 h 385"/>
                  <a:gd name="T40" fmla="*/ 289 w 561"/>
                  <a:gd name="T41" fmla="*/ 354 h 385"/>
                  <a:gd name="T42" fmla="*/ 231 w 561"/>
                  <a:gd name="T43" fmla="*/ 312 h 385"/>
                  <a:gd name="T44" fmla="*/ 244 w 561"/>
                  <a:gd name="T45" fmla="*/ 288 h 385"/>
                  <a:gd name="T46" fmla="*/ 244 w 561"/>
                  <a:gd name="T47" fmla="*/ 275 h 385"/>
                  <a:gd name="T48" fmla="*/ 220 w 561"/>
                  <a:gd name="T49" fmla="*/ 262 h 385"/>
                  <a:gd name="T50" fmla="*/ 200 w 561"/>
                  <a:gd name="T51" fmla="*/ 262 h 385"/>
                  <a:gd name="T52" fmla="*/ 169 w 561"/>
                  <a:gd name="T53" fmla="*/ 293 h 385"/>
                  <a:gd name="T54" fmla="*/ 28 w 561"/>
                  <a:gd name="T55" fmla="*/ 297 h 385"/>
                  <a:gd name="T56" fmla="*/ 0 w 561"/>
                  <a:gd name="T57" fmla="*/ 265 h 385"/>
                  <a:gd name="T58" fmla="*/ 13 w 561"/>
                  <a:gd name="T59" fmla="*/ 246 h 385"/>
                  <a:gd name="T60" fmla="*/ 21 w 561"/>
                  <a:gd name="T61" fmla="*/ 150 h 385"/>
                  <a:gd name="T62" fmla="*/ 79 w 561"/>
                  <a:gd name="T63" fmla="*/ 96 h 3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61" h="385">
                    <a:moveTo>
                      <a:pt x="79" y="96"/>
                    </a:moveTo>
                    <a:lnTo>
                      <a:pt x="150" y="96"/>
                    </a:lnTo>
                    <a:lnTo>
                      <a:pt x="242" y="19"/>
                    </a:lnTo>
                    <a:lnTo>
                      <a:pt x="279" y="48"/>
                    </a:lnTo>
                    <a:lnTo>
                      <a:pt x="338" y="0"/>
                    </a:lnTo>
                    <a:lnTo>
                      <a:pt x="378" y="0"/>
                    </a:lnTo>
                    <a:lnTo>
                      <a:pt x="357" y="27"/>
                    </a:lnTo>
                    <a:lnTo>
                      <a:pt x="423" y="73"/>
                    </a:lnTo>
                    <a:lnTo>
                      <a:pt x="481" y="33"/>
                    </a:lnTo>
                    <a:lnTo>
                      <a:pt x="484" y="103"/>
                    </a:lnTo>
                    <a:lnTo>
                      <a:pt x="521" y="135"/>
                    </a:lnTo>
                    <a:lnTo>
                      <a:pt x="521" y="164"/>
                    </a:lnTo>
                    <a:lnTo>
                      <a:pt x="558" y="191"/>
                    </a:lnTo>
                    <a:lnTo>
                      <a:pt x="561" y="266"/>
                    </a:lnTo>
                    <a:lnTo>
                      <a:pt x="455" y="358"/>
                    </a:lnTo>
                    <a:lnTo>
                      <a:pt x="436" y="361"/>
                    </a:lnTo>
                    <a:lnTo>
                      <a:pt x="413" y="383"/>
                    </a:lnTo>
                    <a:lnTo>
                      <a:pt x="373" y="385"/>
                    </a:lnTo>
                    <a:lnTo>
                      <a:pt x="369" y="377"/>
                    </a:lnTo>
                    <a:lnTo>
                      <a:pt x="286" y="374"/>
                    </a:lnTo>
                    <a:lnTo>
                      <a:pt x="289" y="354"/>
                    </a:lnTo>
                    <a:lnTo>
                      <a:pt x="231" y="312"/>
                    </a:lnTo>
                    <a:lnTo>
                      <a:pt x="244" y="288"/>
                    </a:lnTo>
                    <a:lnTo>
                      <a:pt x="244" y="275"/>
                    </a:lnTo>
                    <a:lnTo>
                      <a:pt x="220" y="262"/>
                    </a:lnTo>
                    <a:lnTo>
                      <a:pt x="200" y="262"/>
                    </a:lnTo>
                    <a:lnTo>
                      <a:pt x="169" y="293"/>
                    </a:lnTo>
                    <a:lnTo>
                      <a:pt x="28" y="297"/>
                    </a:lnTo>
                    <a:lnTo>
                      <a:pt x="0" y="265"/>
                    </a:lnTo>
                    <a:lnTo>
                      <a:pt x="13" y="246"/>
                    </a:lnTo>
                    <a:lnTo>
                      <a:pt x="21" y="150"/>
                    </a:lnTo>
                    <a:lnTo>
                      <a:pt x="79" y="96"/>
                    </a:lnTo>
                    <a:close/>
                  </a:path>
                </a:pathLst>
              </a:custGeom>
              <a:noFill/>
              <a:ln w="3175">
                <a:solidFill>
                  <a:schemeClr val="tx1"/>
                </a:solidFill>
                <a:prstDash val="solid"/>
                <a:round/>
                <a:headEnd/>
                <a:tailEnd/>
              </a:ln>
            </p:spPr>
            <p:txBody>
              <a:bodyPr/>
              <a:lstStyle/>
              <a:p>
                <a:endParaRPr lang="fr-FR" sz="1800" dirty="0"/>
              </a:p>
            </p:txBody>
          </p:sp>
          <p:sp>
            <p:nvSpPr>
              <p:cNvPr id="63" name="Freeform 17"/>
              <p:cNvSpPr>
                <a:spLocks/>
              </p:cNvSpPr>
              <p:nvPr/>
            </p:nvSpPr>
            <p:spPr bwMode="auto">
              <a:xfrm>
                <a:off x="7550090" y="4047807"/>
                <a:ext cx="56864" cy="106390"/>
              </a:xfrm>
              <a:custGeom>
                <a:avLst/>
                <a:gdLst>
                  <a:gd name="T0" fmla="*/ 23 w 61"/>
                  <a:gd name="T1" fmla="*/ 116 h 116"/>
                  <a:gd name="T2" fmla="*/ 61 w 61"/>
                  <a:gd name="T3" fmla="*/ 104 h 116"/>
                  <a:gd name="T4" fmla="*/ 37 w 61"/>
                  <a:gd name="T5" fmla="*/ 34 h 116"/>
                  <a:gd name="T6" fmla="*/ 48 w 61"/>
                  <a:gd name="T7" fmla="*/ 12 h 116"/>
                  <a:gd name="T8" fmla="*/ 31 w 61"/>
                  <a:gd name="T9" fmla="*/ 16 h 116"/>
                  <a:gd name="T10" fmla="*/ 37 w 61"/>
                  <a:gd name="T11" fmla="*/ 2 h 116"/>
                  <a:gd name="T12" fmla="*/ 15 w 61"/>
                  <a:gd name="T13" fmla="*/ 0 h 116"/>
                  <a:gd name="T14" fmla="*/ 15 w 61"/>
                  <a:gd name="T15" fmla="*/ 40 h 116"/>
                  <a:gd name="T16" fmla="*/ 23 w 61"/>
                  <a:gd name="T17" fmla="*/ 57 h 116"/>
                  <a:gd name="T18" fmla="*/ 7 w 61"/>
                  <a:gd name="T19" fmla="*/ 86 h 116"/>
                  <a:gd name="T20" fmla="*/ 21 w 61"/>
                  <a:gd name="T21" fmla="*/ 92 h 116"/>
                  <a:gd name="T22" fmla="*/ 0 w 61"/>
                  <a:gd name="T23" fmla="*/ 116 h 116"/>
                  <a:gd name="T24" fmla="*/ 23 w 61"/>
                  <a:gd name="T25" fmla="*/ 116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 h="116">
                    <a:moveTo>
                      <a:pt x="23" y="116"/>
                    </a:moveTo>
                    <a:lnTo>
                      <a:pt x="61" y="104"/>
                    </a:lnTo>
                    <a:lnTo>
                      <a:pt x="37" y="34"/>
                    </a:lnTo>
                    <a:lnTo>
                      <a:pt x="48" y="12"/>
                    </a:lnTo>
                    <a:lnTo>
                      <a:pt x="31" y="16"/>
                    </a:lnTo>
                    <a:lnTo>
                      <a:pt x="37" y="2"/>
                    </a:lnTo>
                    <a:lnTo>
                      <a:pt x="15" y="0"/>
                    </a:lnTo>
                    <a:lnTo>
                      <a:pt x="15" y="40"/>
                    </a:lnTo>
                    <a:lnTo>
                      <a:pt x="23" y="57"/>
                    </a:lnTo>
                    <a:lnTo>
                      <a:pt x="7" y="86"/>
                    </a:lnTo>
                    <a:lnTo>
                      <a:pt x="21" y="92"/>
                    </a:lnTo>
                    <a:lnTo>
                      <a:pt x="0" y="116"/>
                    </a:lnTo>
                    <a:lnTo>
                      <a:pt x="23" y="116"/>
                    </a:lnTo>
                    <a:close/>
                  </a:path>
                </a:pathLst>
              </a:custGeom>
              <a:noFill/>
              <a:ln w="3175">
                <a:solidFill>
                  <a:schemeClr val="tx1"/>
                </a:solidFill>
                <a:prstDash val="solid"/>
                <a:round/>
                <a:headEnd/>
                <a:tailEnd/>
              </a:ln>
            </p:spPr>
            <p:txBody>
              <a:bodyPr/>
              <a:lstStyle/>
              <a:p>
                <a:endParaRPr lang="fr-FR" sz="1800" dirty="0"/>
              </a:p>
            </p:txBody>
          </p:sp>
          <p:sp>
            <p:nvSpPr>
              <p:cNvPr id="64" name="Freeform 18"/>
              <p:cNvSpPr>
                <a:spLocks/>
              </p:cNvSpPr>
              <p:nvPr/>
            </p:nvSpPr>
            <p:spPr bwMode="auto">
              <a:xfrm>
                <a:off x="7509735" y="4101001"/>
                <a:ext cx="40355" cy="38521"/>
              </a:xfrm>
              <a:custGeom>
                <a:avLst/>
                <a:gdLst>
                  <a:gd name="T0" fmla="*/ 32 w 44"/>
                  <a:gd name="T1" fmla="*/ 6 h 43"/>
                  <a:gd name="T2" fmla="*/ 44 w 44"/>
                  <a:gd name="T3" fmla="*/ 15 h 43"/>
                  <a:gd name="T4" fmla="*/ 35 w 44"/>
                  <a:gd name="T5" fmla="*/ 38 h 43"/>
                  <a:gd name="T6" fmla="*/ 5 w 44"/>
                  <a:gd name="T7" fmla="*/ 43 h 43"/>
                  <a:gd name="T8" fmla="*/ 2 w 44"/>
                  <a:gd name="T9" fmla="*/ 31 h 43"/>
                  <a:gd name="T10" fmla="*/ 8 w 44"/>
                  <a:gd name="T11" fmla="*/ 27 h 43"/>
                  <a:gd name="T12" fmla="*/ 0 w 44"/>
                  <a:gd name="T13" fmla="*/ 22 h 43"/>
                  <a:gd name="T14" fmla="*/ 2 w 44"/>
                  <a:gd name="T15" fmla="*/ 10 h 43"/>
                  <a:gd name="T16" fmla="*/ 12 w 44"/>
                  <a:gd name="T17" fmla="*/ 10 h 43"/>
                  <a:gd name="T18" fmla="*/ 18 w 44"/>
                  <a:gd name="T19" fmla="*/ 2 h 43"/>
                  <a:gd name="T20" fmla="*/ 28 w 44"/>
                  <a:gd name="T21" fmla="*/ 0 h 43"/>
                  <a:gd name="T22" fmla="*/ 32 w 44"/>
                  <a:gd name="T23" fmla="*/ 6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 h="43">
                    <a:moveTo>
                      <a:pt x="32" y="6"/>
                    </a:moveTo>
                    <a:lnTo>
                      <a:pt x="44" y="15"/>
                    </a:lnTo>
                    <a:lnTo>
                      <a:pt x="35" y="38"/>
                    </a:lnTo>
                    <a:lnTo>
                      <a:pt x="5" y="43"/>
                    </a:lnTo>
                    <a:lnTo>
                      <a:pt x="2" y="31"/>
                    </a:lnTo>
                    <a:lnTo>
                      <a:pt x="8" y="27"/>
                    </a:lnTo>
                    <a:lnTo>
                      <a:pt x="0" y="22"/>
                    </a:lnTo>
                    <a:lnTo>
                      <a:pt x="2" y="10"/>
                    </a:lnTo>
                    <a:lnTo>
                      <a:pt x="12" y="10"/>
                    </a:lnTo>
                    <a:lnTo>
                      <a:pt x="18" y="2"/>
                    </a:lnTo>
                    <a:lnTo>
                      <a:pt x="28" y="0"/>
                    </a:lnTo>
                    <a:lnTo>
                      <a:pt x="32" y="6"/>
                    </a:lnTo>
                    <a:close/>
                  </a:path>
                </a:pathLst>
              </a:custGeom>
              <a:noFill/>
              <a:ln w="3175">
                <a:solidFill>
                  <a:schemeClr val="tx1"/>
                </a:solidFill>
                <a:prstDash val="solid"/>
                <a:round/>
                <a:headEnd/>
                <a:tailEnd/>
              </a:ln>
            </p:spPr>
            <p:txBody>
              <a:bodyPr/>
              <a:lstStyle/>
              <a:p>
                <a:endParaRPr lang="fr-FR" sz="1800" dirty="0"/>
              </a:p>
            </p:txBody>
          </p:sp>
          <p:sp>
            <p:nvSpPr>
              <p:cNvPr id="65" name="Freeform 20"/>
              <p:cNvSpPr>
                <a:spLocks/>
              </p:cNvSpPr>
              <p:nvPr/>
            </p:nvSpPr>
            <p:spPr bwMode="auto">
              <a:xfrm>
                <a:off x="9006527" y="4482536"/>
                <a:ext cx="51360" cy="75207"/>
              </a:xfrm>
              <a:custGeom>
                <a:avLst/>
                <a:gdLst>
                  <a:gd name="T0" fmla="*/ 0 w 55"/>
                  <a:gd name="T1" fmla="*/ 0 h 82"/>
                  <a:gd name="T2" fmla="*/ 26 w 55"/>
                  <a:gd name="T3" fmla="*/ 0 h 82"/>
                  <a:gd name="T4" fmla="*/ 28 w 55"/>
                  <a:gd name="T5" fmla="*/ 22 h 82"/>
                  <a:gd name="T6" fmla="*/ 29 w 55"/>
                  <a:gd name="T7" fmla="*/ 39 h 82"/>
                  <a:gd name="T8" fmla="*/ 48 w 55"/>
                  <a:gd name="T9" fmla="*/ 50 h 82"/>
                  <a:gd name="T10" fmla="*/ 55 w 55"/>
                  <a:gd name="T11" fmla="*/ 64 h 82"/>
                  <a:gd name="T12" fmla="*/ 47 w 55"/>
                  <a:gd name="T13" fmla="*/ 82 h 82"/>
                  <a:gd name="T14" fmla="*/ 23 w 55"/>
                  <a:gd name="T15" fmla="*/ 79 h 82"/>
                  <a:gd name="T16" fmla="*/ 9 w 55"/>
                  <a:gd name="T17" fmla="*/ 64 h 82"/>
                  <a:gd name="T18" fmla="*/ 23 w 55"/>
                  <a:gd name="T19" fmla="*/ 58 h 82"/>
                  <a:gd name="T20" fmla="*/ 22 w 55"/>
                  <a:gd name="T21" fmla="*/ 42 h 82"/>
                  <a:gd name="T22" fmla="*/ 7 w 55"/>
                  <a:gd name="T23" fmla="*/ 32 h 82"/>
                  <a:gd name="T24" fmla="*/ 0 w 55"/>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5" h="82">
                    <a:moveTo>
                      <a:pt x="0" y="0"/>
                    </a:moveTo>
                    <a:lnTo>
                      <a:pt x="26" y="0"/>
                    </a:lnTo>
                    <a:lnTo>
                      <a:pt x="28" y="22"/>
                    </a:lnTo>
                    <a:lnTo>
                      <a:pt x="29" y="39"/>
                    </a:lnTo>
                    <a:lnTo>
                      <a:pt x="48" y="50"/>
                    </a:lnTo>
                    <a:lnTo>
                      <a:pt x="55" y="64"/>
                    </a:lnTo>
                    <a:lnTo>
                      <a:pt x="47" y="82"/>
                    </a:lnTo>
                    <a:lnTo>
                      <a:pt x="23" y="79"/>
                    </a:lnTo>
                    <a:lnTo>
                      <a:pt x="9" y="64"/>
                    </a:lnTo>
                    <a:lnTo>
                      <a:pt x="23" y="58"/>
                    </a:lnTo>
                    <a:lnTo>
                      <a:pt x="22" y="42"/>
                    </a:lnTo>
                    <a:lnTo>
                      <a:pt x="7" y="32"/>
                    </a:lnTo>
                    <a:lnTo>
                      <a:pt x="0" y="0"/>
                    </a:lnTo>
                    <a:close/>
                  </a:path>
                </a:pathLst>
              </a:custGeom>
              <a:noFill/>
              <a:ln w="3175">
                <a:solidFill>
                  <a:schemeClr val="tx1"/>
                </a:solidFill>
                <a:prstDash val="solid"/>
                <a:round/>
                <a:headEnd/>
                <a:tailEnd/>
              </a:ln>
            </p:spPr>
            <p:txBody>
              <a:bodyPr/>
              <a:lstStyle/>
              <a:p>
                <a:endParaRPr lang="fr-FR" sz="1800" dirty="0"/>
              </a:p>
            </p:txBody>
          </p:sp>
          <p:sp>
            <p:nvSpPr>
              <p:cNvPr id="66" name="Freeform 21"/>
              <p:cNvSpPr>
                <a:spLocks/>
              </p:cNvSpPr>
              <p:nvPr/>
            </p:nvSpPr>
            <p:spPr bwMode="auto">
              <a:xfrm>
                <a:off x="9120253" y="4077156"/>
                <a:ext cx="113727" cy="143076"/>
              </a:xfrm>
              <a:custGeom>
                <a:avLst/>
                <a:gdLst>
                  <a:gd name="T0" fmla="*/ 0 w 124"/>
                  <a:gd name="T1" fmla="*/ 146 h 157"/>
                  <a:gd name="T2" fmla="*/ 6 w 124"/>
                  <a:gd name="T3" fmla="*/ 157 h 157"/>
                  <a:gd name="T4" fmla="*/ 45 w 124"/>
                  <a:gd name="T5" fmla="*/ 134 h 157"/>
                  <a:gd name="T6" fmla="*/ 49 w 124"/>
                  <a:gd name="T7" fmla="*/ 153 h 157"/>
                  <a:gd name="T8" fmla="*/ 111 w 124"/>
                  <a:gd name="T9" fmla="*/ 108 h 157"/>
                  <a:gd name="T10" fmla="*/ 112 w 124"/>
                  <a:gd name="T11" fmla="*/ 64 h 157"/>
                  <a:gd name="T12" fmla="*/ 124 w 124"/>
                  <a:gd name="T13" fmla="*/ 31 h 157"/>
                  <a:gd name="T14" fmla="*/ 108 w 124"/>
                  <a:gd name="T15" fmla="*/ 0 h 157"/>
                  <a:gd name="T16" fmla="*/ 95 w 124"/>
                  <a:gd name="T17" fmla="*/ 1 h 157"/>
                  <a:gd name="T18" fmla="*/ 89 w 124"/>
                  <a:gd name="T19" fmla="*/ 58 h 157"/>
                  <a:gd name="T20" fmla="*/ 64 w 124"/>
                  <a:gd name="T21" fmla="*/ 76 h 157"/>
                  <a:gd name="T22" fmla="*/ 51 w 124"/>
                  <a:gd name="T23" fmla="*/ 108 h 157"/>
                  <a:gd name="T24" fmla="*/ 17 w 124"/>
                  <a:gd name="T25" fmla="*/ 120 h 157"/>
                  <a:gd name="T26" fmla="*/ 1 w 124"/>
                  <a:gd name="T27" fmla="*/ 138 h 1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4" h="157">
                    <a:moveTo>
                      <a:pt x="0" y="146"/>
                    </a:moveTo>
                    <a:lnTo>
                      <a:pt x="6" y="157"/>
                    </a:lnTo>
                    <a:lnTo>
                      <a:pt x="45" y="134"/>
                    </a:lnTo>
                    <a:lnTo>
                      <a:pt x="49" y="153"/>
                    </a:lnTo>
                    <a:lnTo>
                      <a:pt x="111" y="108"/>
                    </a:lnTo>
                    <a:lnTo>
                      <a:pt x="112" y="64"/>
                    </a:lnTo>
                    <a:lnTo>
                      <a:pt x="124" y="31"/>
                    </a:lnTo>
                    <a:lnTo>
                      <a:pt x="108" y="0"/>
                    </a:lnTo>
                    <a:lnTo>
                      <a:pt x="95" y="1"/>
                    </a:lnTo>
                    <a:lnTo>
                      <a:pt x="89" y="58"/>
                    </a:lnTo>
                    <a:lnTo>
                      <a:pt x="64" y="76"/>
                    </a:lnTo>
                    <a:lnTo>
                      <a:pt x="51" y="108"/>
                    </a:lnTo>
                    <a:lnTo>
                      <a:pt x="17" y="120"/>
                    </a:lnTo>
                    <a:lnTo>
                      <a:pt x="1" y="138"/>
                    </a:lnTo>
                  </a:path>
                </a:pathLst>
              </a:custGeom>
              <a:noFill/>
              <a:ln w="3175">
                <a:solidFill>
                  <a:schemeClr val="tx1"/>
                </a:solidFill>
                <a:prstDash val="solid"/>
                <a:round/>
                <a:headEnd/>
                <a:tailEnd/>
              </a:ln>
            </p:spPr>
            <p:txBody>
              <a:bodyPr/>
              <a:lstStyle/>
              <a:p>
                <a:endParaRPr lang="fr-FR" sz="1800" dirty="0"/>
              </a:p>
            </p:txBody>
          </p:sp>
          <p:sp>
            <p:nvSpPr>
              <p:cNvPr id="67" name="Freeform 22"/>
              <p:cNvSpPr>
                <a:spLocks/>
              </p:cNvSpPr>
              <p:nvPr/>
            </p:nvSpPr>
            <p:spPr bwMode="auto">
              <a:xfrm>
                <a:off x="9100076" y="4220231"/>
                <a:ext cx="25680" cy="44023"/>
              </a:xfrm>
              <a:custGeom>
                <a:avLst/>
                <a:gdLst>
                  <a:gd name="T0" fmla="*/ 23 w 27"/>
                  <a:gd name="T1" fmla="*/ 49 h 49"/>
                  <a:gd name="T2" fmla="*/ 8 w 27"/>
                  <a:gd name="T3" fmla="*/ 27 h 49"/>
                  <a:gd name="T4" fmla="*/ 0 w 27"/>
                  <a:gd name="T5" fmla="*/ 12 h 49"/>
                  <a:gd name="T6" fmla="*/ 11 w 27"/>
                  <a:gd name="T7" fmla="*/ 0 h 49"/>
                  <a:gd name="T8" fmla="*/ 27 w 27"/>
                  <a:gd name="T9" fmla="*/ 14 h 49"/>
                  <a:gd name="T10" fmla="*/ 23 w 27"/>
                  <a:gd name="T11" fmla="*/ 49 h 4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 h="49">
                    <a:moveTo>
                      <a:pt x="23" y="49"/>
                    </a:moveTo>
                    <a:lnTo>
                      <a:pt x="8" y="27"/>
                    </a:lnTo>
                    <a:lnTo>
                      <a:pt x="0" y="12"/>
                    </a:lnTo>
                    <a:lnTo>
                      <a:pt x="11" y="0"/>
                    </a:lnTo>
                    <a:lnTo>
                      <a:pt x="27" y="14"/>
                    </a:lnTo>
                    <a:lnTo>
                      <a:pt x="23" y="49"/>
                    </a:lnTo>
                    <a:close/>
                  </a:path>
                </a:pathLst>
              </a:custGeom>
              <a:noFill/>
              <a:ln w="3175">
                <a:solidFill>
                  <a:schemeClr val="tx1"/>
                </a:solidFill>
                <a:prstDash val="solid"/>
                <a:round/>
                <a:headEnd/>
                <a:tailEnd/>
              </a:ln>
            </p:spPr>
            <p:txBody>
              <a:bodyPr/>
              <a:lstStyle/>
              <a:p>
                <a:endParaRPr lang="fr-FR" sz="1800" dirty="0"/>
              </a:p>
            </p:txBody>
          </p:sp>
          <p:sp>
            <p:nvSpPr>
              <p:cNvPr id="68" name="Freeform 23"/>
              <p:cNvSpPr>
                <a:spLocks/>
              </p:cNvSpPr>
              <p:nvPr/>
            </p:nvSpPr>
            <p:spPr bwMode="auto">
              <a:xfrm>
                <a:off x="9199128" y="3990943"/>
                <a:ext cx="67870" cy="73372"/>
              </a:xfrm>
              <a:custGeom>
                <a:avLst/>
                <a:gdLst>
                  <a:gd name="T0" fmla="*/ 7 w 73"/>
                  <a:gd name="T1" fmla="*/ 80 h 80"/>
                  <a:gd name="T2" fmla="*/ 19 w 73"/>
                  <a:gd name="T3" fmla="*/ 76 h 80"/>
                  <a:gd name="T4" fmla="*/ 26 w 73"/>
                  <a:gd name="T5" fmla="*/ 58 h 80"/>
                  <a:gd name="T6" fmla="*/ 45 w 73"/>
                  <a:gd name="T7" fmla="*/ 73 h 80"/>
                  <a:gd name="T8" fmla="*/ 52 w 73"/>
                  <a:gd name="T9" fmla="*/ 54 h 80"/>
                  <a:gd name="T10" fmla="*/ 73 w 73"/>
                  <a:gd name="T11" fmla="*/ 48 h 80"/>
                  <a:gd name="T12" fmla="*/ 67 w 73"/>
                  <a:gd name="T13" fmla="*/ 25 h 80"/>
                  <a:gd name="T14" fmla="*/ 52 w 73"/>
                  <a:gd name="T15" fmla="*/ 26 h 80"/>
                  <a:gd name="T16" fmla="*/ 20 w 73"/>
                  <a:gd name="T17" fmla="*/ 0 h 80"/>
                  <a:gd name="T18" fmla="*/ 20 w 73"/>
                  <a:gd name="T19" fmla="*/ 42 h 80"/>
                  <a:gd name="T20" fmla="*/ 10 w 73"/>
                  <a:gd name="T21" fmla="*/ 55 h 80"/>
                  <a:gd name="T22" fmla="*/ 0 w 73"/>
                  <a:gd name="T23" fmla="*/ 68 h 80"/>
                  <a:gd name="T24" fmla="*/ 7 w 73"/>
                  <a:gd name="T25" fmla="*/ 80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 h="80">
                    <a:moveTo>
                      <a:pt x="7" y="80"/>
                    </a:moveTo>
                    <a:lnTo>
                      <a:pt x="19" y="76"/>
                    </a:lnTo>
                    <a:lnTo>
                      <a:pt x="26" y="58"/>
                    </a:lnTo>
                    <a:lnTo>
                      <a:pt x="45" y="73"/>
                    </a:lnTo>
                    <a:lnTo>
                      <a:pt x="52" y="54"/>
                    </a:lnTo>
                    <a:lnTo>
                      <a:pt x="73" y="48"/>
                    </a:lnTo>
                    <a:lnTo>
                      <a:pt x="67" y="25"/>
                    </a:lnTo>
                    <a:lnTo>
                      <a:pt x="52" y="26"/>
                    </a:lnTo>
                    <a:lnTo>
                      <a:pt x="20" y="0"/>
                    </a:lnTo>
                    <a:lnTo>
                      <a:pt x="20" y="42"/>
                    </a:lnTo>
                    <a:lnTo>
                      <a:pt x="10" y="55"/>
                    </a:lnTo>
                    <a:lnTo>
                      <a:pt x="0" y="68"/>
                    </a:lnTo>
                    <a:lnTo>
                      <a:pt x="7" y="80"/>
                    </a:lnTo>
                    <a:close/>
                  </a:path>
                </a:pathLst>
              </a:custGeom>
              <a:noFill/>
              <a:ln w="3175">
                <a:solidFill>
                  <a:schemeClr val="tx1"/>
                </a:solidFill>
                <a:prstDash val="solid"/>
                <a:round/>
                <a:headEnd/>
                <a:tailEnd/>
              </a:ln>
            </p:spPr>
            <p:txBody>
              <a:bodyPr/>
              <a:lstStyle/>
              <a:p>
                <a:endParaRPr lang="fr-FR" sz="1800" dirty="0"/>
              </a:p>
            </p:txBody>
          </p:sp>
          <p:sp>
            <p:nvSpPr>
              <p:cNvPr id="69" name="Freeform 25"/>
              <p:cNvSpPr>
                <a:spLocks/>
              </p:cNvSpPr>
              <p:nvPr/>
            </p:nvSpPr>
            <p:spPr bwMode="auto">
              <a:xfrm>
                <a:off x="9516463" y="5260281"/>
                <a:ext cx="106390" cy="113727"/>
              </a:xfrm>
              <a:custGeom>
                <a:avLst/>
                <a:gdLst>
                  <a:gd name="T0" fmla="*/ 0 w 117"/>
                  <a:gd name="T1" fmla="*/ 118 h 124"/>
                  <a:gd name="T2" fmla="*/ 38 w 117"/>
                  <a:gd name="T3" fmla="*/ 124 h 124"/>
                  <a:gd name="T4" fmla="*/ 50 w 117"/>
                  <a:gd name="T5" fmla="*/ 112 h 124"/>
                  <a:gd name="T6" fmla="*/ 78 w 117"/>
                  <a:gd name="T7" fmla="*/ 66 h 124"/>
                  <a:gd name="T8" fmla="*/ 98 w 117"/>
                  <a:gd name="T9" fmla="*/ 66 h 124"/>
                  <a:gd name="T10" fmla="*/ 98 w 117"/>
                  <a:gd name="T11" fmla="*/ 54 h 124"/>
                  <a:gd name="T12" fmla="*/ 117 w 117"/>
                  <a:gd name="T13" fmla="*/ 32 h 124"/>
                  <a:gd name="T14" fmla="*/ 113 w 117"/>
                  <a:gd name="T15" fmla="*/ 13 h 124"/>
                  <a:gd name="T16" fmla="*/ 99 w 117"/>
                  <a:gd name="T17" fmla="*/ 12 h 124"/>
                  <a:gd name="T18" fmla="*/ 94 w 117"/>
                  <a:gd name="T19" fmla="*/ 0 h 124"/>
                  <a:gd name="T20" fmla="*/ 86 w 117"/>
                  <a:gd name="T21" fmla="*/ 3 h 124"/>
                  <a:gd name="T22" fmla="*/ 81 w 117"/>
                  <a:gd name="T23" fmla="*/ 26 h 124"/>
                  <a:gd name="T24" fmla="*/ 54 w 117"/>
                  <a:gd name="T25" fmla="*/ 57 h 124"/>
                  <a:gd name="T26" fmla="*/ 34 w 117"/>
                  <a:gd name="T27" fmla="*/ 63 h 124"/>
                  <a:gd name="T28" fmla="*/ 2 w 117"/>
                  <a:gd name="T29" fmla="*/ 92 h 124"/>
                  <a:gd name="T30" fmla="*/ 0 w 117"/>
                  <a:gd name="T31" fmla="*/ 118 h 1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17" h="124">
                    <a:moveTo>
                      <a:pt x="0" y="118"/>
                    </a:moveTo>
                    <a:lnTo>
                      <a:pt x="38" y="124"/>
                    </a:lnTo>
                    <a:lnTo>
                      <a:pt x="50" y="112"/>
                    </a:lnTo>
                    <a:lnTo>
                      <a:pt x="78" y="66"/>
                    </a:lnTo>
                    <a:lnTo>
                      <a:pt x="98" y="66"/>
                    </a:lnTo>
                    <a:lnTo>
                      <a:pt x="98" y="54"/>
                    </a:lnTo>
                    <a:lnTo>
                      <a:pt x="117" y="32"/>
                    </a:lnTo>
                    <a:lnTo>
                      <a:pt x="113" y="13"/>
                    </a:lnTo>
                    <a:lnTo>
                      <a:pt x="99" y="12"/>
                    </a:lnTo>
                    <a:lnTo>
                      <a:pt x="94" y="0"/>
                    </a:lnTo>
                    <a:lnTo>
                      <a:pt x="86" y="3"/>
                    </a:lnTo>
                    <a:lnTo>
                      <a:pt x="81" y="26"/>
                    </a:lnTo>
                    <a:lnTo>
                      <a:pt x="54" y="57"/>
                    </a:lnTo>
                    <a:lnTo>
                      <a:pt x="34" y="63"/>
                    </a:lnTo>
                    <a:lnTo>
                      <a:pt x="2" y="92"/>
                    </a:lnTo>
                    <a:lnTo>
                      <a:pt x="0" y="118"/>
                    </a:lnTo>
                    <a:close/>
                  </a:path>
                </a:pathLst>
              </a:custGeom>
              <a:noFill/>
              <a:ln w="3175">
                <a:solidFill>
                  <a:schemeClr val="tx1"/>
                </a:solidFill>
                <a:prstDash val="solid"/>
                <a:round/>
                <a:headEnd/>
                <a:tailEnd/>
              </a:ln>
            </p:spPr>
            <p:txBody>
              <a:bodyPr/>
              <a:lstStyle/>
              <a:p>
                <a:endParaRPr lang="fr-FR" sz="1800" dirty="0"/>
              </a:p>
            </p:txBody>
          </p:sp>
          <p:sp>
            <p:nvSpPr>
              <p:cNvPr id="70" name="Freeform 26"/>
              <p:cNvSpPr>
                <a:spLocks/>
              </p:cNvSpPr>
              <p:nvPr/>
            </p:nvSpPr>
            <p:spPr bwMode="auto">
              <a:xfrm>
                <a:off x="9613680" y="5172234"/>
                <a:ext cx="69704" cy="111893"/>
              </a:xfrm>
              <a:custGeom>
                <a:avLst/>
                <a:gdLst>
                  <a:gd name="T0" fmla="*/ 6 w 74"/>
                  <a:gd name="T1" fmla="*/ 90 h 121"/>
                  <a:gd name="T2" fmla="*/ 20 w 74"/>
                  <a:gd name="T3" fmla="*/ 93 h 121"/>
                  <a:gd name="T4" fmla="*/ 22 w 74"/>
                  <a:gd name="T5" fmla="*/ 115 h 121"/>
                  <a:gd name="T6" fmla="*/ 29 w 74"/>
                  <a:gd name="T7" fmla="*/ 121 h 121"/>
                  <a:gd name="T8" fmla="*/ 74 w 74"/>
                  <a:gd name="T9" fmla="*/ 73 h 121"/>
                  <a:gd name="T10" fmla="*/ 65 w 74"/>
                  <a:gd name="T11" fmla="*/ 51 h 121"/>
                  <a:gd name="T12" fmla="*/ 52 w 74"/>
                  <a:gd name="T13" fmla="*/ 57 h 121"/>
                  <a:gd name="T14" fmla="*/ 38 w 74"/>
                  <a:gd name="T15" fmla="*/ 35 h 121"/>
                  <a:gd name="T16" fmla="*/ 27 w 74"/>
                  <a:gd name="T17" fmla="*/ 35 h 121"/>
                  <a:gd name="T18" fmla="*/ 23 w 74"/>
                  <a:gd name="T19" fmla="*/ 18 h 121"/>
                  <a:gd name="T20" fmla="*/ 4 w 74"/>
                  <a:gd name="T21" fmla="*/ 0 h 121"/>
                  <a:gd name="T22" fmla="*/ 0 w 74"/>
                  <a:gd name="T23" fmla="*/ 19 h 121"/>
                  <a:gd name="T24" fmla="*/ 14 w 74"/>
                  <a:gd name="T25" fmla="*/ 36 h 121"/>
                  <a:gd name="T26" fmla="*/ 23 w 74"/>
                  <a:gd name="T27" fmla="*/ 58 h 121"/>
                  <a:gd name="T28" fmla="*/ 20 w 74"/>
                  <a:gd name="T29" fmla="*/ 70 h 121"/>
                  <a:gd name="T30" fmla="*/ 6 w 74"/>
                  <a:gd name="T31" fmla="*/ 73 h 121"/>
                  <a:gd name="T32" fmla="*/ 6 w 74"/>
                  <a:gd name="T33" fmla="*/ 90 h 1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4" h="121">
                    <a:moveTo>
                      <a:pt x="6" y="90"/>
                    </a:moveTo>
                    <a:lnTo>
                      <a:pt x="20" y="93"/>
                    </a:lnTo>
                    <a:lnTo>
                      <a:pt x="22" y="115"/>
                    </a:lnTo>
                    <a:lnTo>
                      <a:pt x="29" y="121"/>
                    </a:lnTo>
                    <a:lnTo>
                      <a:pt x="74" y="73"/>
                    </a:lnTo>
                    <a:lnTo>
                      <a:pt x="65" y="51"/>
                    </a:lnTo>
                    <a:lnTo>
                      <a:pt x="52" y="57"/>
                    </a:lnTo>
                    <a:lnTo>
                      <a:pt x="38" y="35"/>
                    </a:lnTo>
                    <a:lnTo>
                      <a:pt x="27" y="35"/>
                    </a:lnTo>
                    <a:lnTo>
                      <a:pt x="23" y="18"/>
                    </a:lnTo>
                    <a:lnTo>
                      <a:pt x="4" y="0"/>
                    </a:lnTo>
                    <a:lnTo>
                      <a:pt x="0" y="19"/>
                    </a:lnTo>
                    <a:lnTo>
                      <a:pt x="14" y="36"/>
                    </a:lnTo>
                    <a:lnTo>
                      <a:pt x="23" y="58"/>
                    </a:lnTo>
                    <a:lnTo>
                      <a:pt x="20" y="70"/>
                    </a:lnTo>
                    <a:lnTo>
                      <a:pt x="6" y="73"/>
                    </a:lnTo>
                    <a:lnTo>
                      <a:pt x="6" y="90"/>
                    </a:lnTo>
                    <a:close/>
                  </a:path>
                </a:pathLst>
              </a:custGeom>
              <a:noFill/>
              <a:ln w="3175">
                <a:solidFill>
                  <a:schemeClr val="tx1"/>
                </a:solidFill>
                <a:prstDash val="solid"/>
                <a:round/>
                <a:headEnd/>
                <a:tailEnd/>
              </a:ln>
            </p:spPr>
            <p:txBody>
              <a:bodyPr/>
              <a:lstStyle/>
              <a:p>
                <a:endParaRPr lang="fr-FR" sz="1800" dirty="0"/>
              </a:p>
            </p:txBody>
          </p:sp>
          <p:sp>
            <p:nvSpPr>
              <p:cNvPr id="71" name="Freeform 24"/>
              <p:cNvSpPr>
                <a:spLocks/>
              </p:cNvSpPr>
              <p:nvPr/>
            </p:nvSpPr>
            <p:spPr bwMode="auto">
              <a:xfrm>
                <a:off x="9525634" y="5385013"/>
                <a:ext cx="18343" cy="22012"/>
              </a:xfrm>
              <a:custGeom>
                <a:avLst/>
                <a:gdLst>
                  <a:gd name="T0" fmla="*/ 12 w 22"/>
                  <a:gd name="T1" fmla="*/ 23 h 23"/>
                  <a:gd name="T2" fmla="*/ 22 w 22"/>
                  <a:gd name="T3" fmla="*/ 16 h 23"/>
                  <a:gd name="T4" fmla="*/ 16 w 22"/>
                  <a:gd name="T5" fmla="*/ 3 h 23"/>
                  <a:gd name="T6" fmla="*/ 0 w 22"/>
                  <a:gd name="T7" fmla="*/ 0 h 23"/>
                  <a:gd name="T8" fmla="*/ 4 w 22"/>
                  <a:gd name="T9" fmla="*/ 14 h 23"/>
                  <a:gd name="T10" fmla="*/ 2 w 22"/>
                  <a:gd name="T11" fmla="*/ 22 h 23"/>
                  <a:gd name="T12" fmla="*/ 12 w 22"/>
                  <a:gd name="T13" fmla="*/ 23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 h="23">
                    <a:moveTo>
                      <a:pt x="12" y="23"/>
                    </a:moveTo>
                    <a:lnTo>
                      <a:pt x="22" y="16"/>
                    </a:lnTo>
                    <a:lnTo>
                      <a:pt x="16" y="3"/>
                    </a:lnTo>
                    <a:lnTo>
                      <a:pt x="0" y="0"/>
                    </a:lnTo>
                    <a:lnTo>
                      <a:pt x="4" y="14"/>
                    </a:lnTo>
                    <a:lnTo>
                      <a:pt x="2" y="22"/>
                    </a:lnTo>
                    <a:lnTo>
                      <a:pt x="12" y="23"/>
                    </a:lnTo>
                    <a:close/>
                  </a:path>
                </a:pathLst>
              </a:custGeom>
              <a:noFill/>
              <a:ln w="3175">
                <a:solidFill>
                  <a:schemeClr val="tx1"/>
                </a:solidFill>
                <a:prstDash val="solid"/>
                <a:round/>
                <a:headEnd/>
                <a:tailEnd/>
              </a:ln>
            </p:spPr>
            <p:txBody>
              <a:bodyPr/>
              <a:lstStyle/>
              <a:p>
                <a:endParaRPr lang="fr-FR" sz="1800" dirty="0"/>
              </a:p>
            </p:txBody>
          </p:sp>
        </p:grpSp>
        <p:grpSp>
          <p:nvGrpSpPr>
            <p:cNvPr id="7" name="Group 185"/>
            <p:cNvGrpSpPr/>
            <p:nvPr userDrawn="1"/>
          </p:nvGrpSpPr>
          <p:grpSpPr>
            <a:xfrm>
              <a:off x="6218386" y="3987274"/>
              <a:ext cx="3430147" cy="1285848"/>
              <a:chOff x="6218386" y="3987274"/>
              <a:chExt cx="3430147" cy="1285848"/>
            </a:xfrm>
            <a:solidFill>
              <a:srgbClr val="0070C0"/>
            </a:solidFill>
          </p:grpSpPr>
          <p:sp>
            <p:nvSpPr>
              <p:cNvPr id="8" name="Freeform 27"/>
              <p:cNvSpPr>
                <a:spLocks/>
              </p:cNvSpPr>
              <p:nvPr/>
            </p:nvSpPr>
            <p:spPr bwMode="auto">
              <a:xfrm>
                <a:off x="6627435" y="4843894"/>
                <a:ext cx="29349" cy="29349"/>
              </a:xfrm>
              <a:custGeom>
                <a:avLst/>
                <a:gdLst/>
                <a:ahLst/>
                <a:cxnLst>
                  <a:cxn ang="0">
                    <a:pos x="32" y="16"/>
                  </a:cxn>
                  <a:cxn ang="0">
                    <a:pos x="32" y="16"/>
                  </a:cxn>
                  <a:cxn ang="0">
                    <a:pos x="31" y="21"/>
                  </a:cxn>
                  <a:cxn ang="0">
                    <a:pos x="28" y="27"/>
                  </a:cxn>
                  <a:cxn ang="0">
                    <a:pos x="24"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4"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4"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4" y="1"/>
                    </a:lnTo>
                    <a:lnTo>
                      <a:pt x="28" y="4"/>
                    </a:lnTo>
                    <a:lnTo>
                      <a:pt x="31"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9" name="Freeform 28"/>
              <p:cNvSpPr>
                <a:spLocks/>
              </p:cNvSpPr>
              <p:nvPr/>
            </p:nvSpPr>
            <p:spPr bwMode="auto">
              <a:xfrm>
                <a:off x="6568737" y="4605435"/>
                <a:ext cx="31184" cy="31184"/>
              </a:xfrm>
              <a:custGeom>
                <a:avLst/>
                <a:gdLst/>
                <a:ahLst/>
                <a:cxnLst>
                  <a:cxn ang="0">
                    <a:pos x="34" y="18"/>
                  </a:cxn>
                  <a:cxn ang="0">
                    <a:pos x="34" y="18"/>
                  </a:cxn>
                  <a:cxn ang="0">
                    <a:pos x="32" y="23"/>
                  </a:cxn>
                  <a:cxn ang="0">
                    <a:pos x="28" y="28"/>
                  </a:cxn>
                  <a:cxn ang="0">
                    <a:pos x="24" y="32"/>
                  </a:cxn>
                  <a:cxn ang="0">
                    <a:pos x="18" y="34"/>
                  </a:cxn>
                  <a:cxn ang="0">
                    <a:pos x="18" y="34"/>
                  </a:cxn>
                  <a:cxn ang="0">
                    <a:pos x="10" y="32"/>
                  </a:cxn>
                  <a:cxn ang="0">
                    <a:pos x="6" y="28"/>
                  </a:cxn>
                  <a:cxn ang="0">
                    <a:pos x="2" y="23"/>
                  </a:cxn>
                  <a:cxn ang="0">
                    <a:pos x="0" y="18"/>
                  </a:cxn>
                  <a:cxn ang="0">
                    <a:pos x="0" y="18"/>
                  </a:cxn>
                  <a:cxn ang="0">
                    <a:pos x="2" y="10"/>
                  </a:cxn>
                  <a:cxn ang="0">
                    <a:pos x="6" y="6"/>
                  </a:cxn>
                  <a:cxn ang="0">
                    <a:pos x="10" y="2"/>
                  </a:cxn>
                  <a:cxn ang="0">
                    <a:pos x="18" y="0"/>
                  </a:cxn>
                  <a:cxn ang="0">
                    <a:pos x="18" y="0"/>
                  </a:cxn>
                  <a:cxn ang="0">
                    <a:pos x="24" y="2"/>
                  </a:cxn>
                  <a:cxn ang="0">
                    <a:pos x="28" y="6"/>
                  </a:cxn>
                  <a:cxn ang="0">
                    <a:pos x="32" y="10"/>
                  </a:cxn>
                  <a:cxn ang="0">
                    <a:pos x="34" y="18"/>
                  </a:cxn>
                  <a:cxn ang="0">
                    <a:pos x="34" y="18"/>
                  </a:cxn>
                </a:cxnLst>
                <a:rect l="0" t="0" r="r" b="b"/>
                <a:pathLst>
                  <a:path w="34" h="34">
                    <a:moveTo>
                      <a:pt x="34" y="18"/>
                    </a:moveTo>
                    <a:lnTo>
                      <a:pt x="34" y="18"/>
                    </a:lnTo>
                    <a:lnTo>
                      <a:pt x="32" y="23"/>
                    </a:lnTo>
                    <a:lnTo>
                      <a:pt x="28" y="28"/>
                    </a:lnTo>
                    <a:lnTo>
                      <a:pt x="24" y="32"/>
                    </a:lnTo>
                    <a:lnTo>
                      <a:pt x="18" y="34"/>
                    </a:lnTo>
                    <a:lnTo>
                      <a:pt x="18" y="34"/>
                    </a:lnTo>
                    <a:lnTo>
                      <a:pt x="10" y="32"/>
                    </a:lnTo>
                    <a:lnTo>
                      <a:pt x="6" y="28"/>
                    </a:lnTo>
                    <a:lnTo>
                      <a:pt x="2" y="23"/>
                    </a:lnTo>
                    <a:lnTo>
                      <a:pt x="0" y="18"/>
                    </a:lnTo>
                    <a:lnTo>
                      <a:pt x="0" y="18"/>
                    </a:lnTo>
                    <a:lnTo>
                      <a:pt x="2" y="10"/>
                    </a:lnTo>
                    <a:lnTo>
                      <a:pt x="6" y="6"/>
                    </a:lnTo>
                    <a:lnTo>
                      <a:pt x="10" y="2"/>
                    </a:lnTo>
                    <a:lnTo>
                      <a:pt x="18" y="0"/>
                    </a:lnTo>
                    <a:lnTo>
                      <a:pt x="18" y="0"/>
                    </a:lnTo>
                    <a:lnTo>
                      <a:pt x="24" y="2"/>
                    </a:lnTo>
                    <a:lnTo>
                      <a:pt x="28" y="6"/>
                    </a:lnTo>
                    <a:lnTo>
                      <a:pt x="32" y="10"/>
                    </a:lnTo>
                    <a:lnTo>
                      <a:pt x="34" y="18"/>
                    </a:lnTo>
                    <a:lnTo>
                      <a:pt x="34"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0" name="Freeform 29"/>
              <p:cNvSpPr>
                <a:spLocks/>
              </p:cNvSpPr>
              <p:nvPr/>
            </p:nvSpPr>
            <p:spPr bwMode="auto">
              <a:xfrm>
                <a:off x="9248655" y="5041999"/>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2"/>
                  </a:cxn>
                  <a:cxn ang="0">
                    <a:pos x="16" y="0"/>
                  </a:cxn>
                  <a:cxn ang="0">
                    <a:pos x="16" y="0"/>
                  </a:cxn>
                  <a:cxn ang="0">
                    <a:pos x="22" y="2"/>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2"/>
                    </a:lnTo>
                    <a:lnTo>
                      <a:pt x="16" y="0"/>
                    </a:lnTo>
                    <a:lnTo>
                      <a:pt x="16" y="0"/>
                    </a:lnTo>
                    <a:lnTo>
                      <a:pt x="22" y="2"/>
                    </a:lnTo>
                    <a:lnTo>
                      <a:pt x="28" y="5"/>
                    </a:lnTo>
                    <a:lnTo>
                      <a:pt x="31" y="9"/>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1" name="Freeform 30"/>
              <p:cNvSpPr>
                <a:spLocks/>
              </p:cNvSpPr>
              <p:nvPr/>
            </p:nvSpPr>
            <p:spPr bwMode="auto">
              <a:xfrm>
                <a:off x="9617349" y="5243773"/>
                <a:ext cx="31184" cy="29349"/>
              </a:xfrm>
              <a:custGeom>
                <a:avLst/>
                <a:gdLst/>
                <a:ahLst/>
                <a:cxnLst>
                  <a:cxn ang="0">
                    <a:pos x="33" y="18"/>
                  </a:cxn>
                  <a:cxn ang="0">
                    <a:pos x="33" y="18"/>
                  </a:cxn>
                  <a:cxn ang="0">
                    <a:pos x="32" y="24"/>
                  </a:cxn>
                  <a:cxn ang="0">
                    <a:pos x="29" y="29"/>
                  </a:cxn>
                  <a:cxn ang="0">
                    <a:pos x="23" y="32"/>
                  </a:cxn>
                  <a:cxn ang="0">
                    <a:pos x="17" y="34"/>
                  </a:cxn>
                  <a:cxn ang="0">
                    <a:pos x="17" y="34"/>
                  </a:cxn>
                  <a:cxn ang="0">
                    <a:pos x="10" y="32"/>
                  </a:cxn>
                  <a:cxn ang="0">
                    <a:pos x="5" y="29"/>
                  </a:cxn>
                  <a:cxn ang="0">
                    <a:pos x="1" y="24"/>
                  </a:cxn>
                  <a:cxn ang="0">
                    <a:pos x="0" y="18"/>
                  </a:cxn>
                  <a:cxn ang="0">
                    <a:pos x="0" y="18"/>
                  </a:cxn>
                  <a:cxn ang="0">
                    <a:pos x="1" y="10"/>
                  </a:cxn>
                  <a:cxn ang="0">
                    <a:pos x="5" y="6"/>
                  </a:cxn>
                  <a:cxn ang="0">
                    <a:pos x="10" y="2"/>
                  </a:cxn>
                  <a:cxn ang="0">
                    <a:pos x="17" y="0"/>
                  </a:cxn>
                  <a:cxn ang="0">
                    <a:pos x="17" y="0"/>
                  </a:cxn>
                  <a:cxn ang="0">
                    <a:pos x="23" y="2"/>
                  </a:cxn>
                  <a:cxn ang="0">
                    <a:pos x="29" y="6"/>
                  </a:cxn>
                  <a:cxn ang="0">
                    <a:pos x="32" y="10"/>
                  </a:cxn>
                  <a:cxn ang="0">
                    <a:pos x="33" y="18"/>
                  </a:cxn>
                  <a:cxn ang="0">
                    <a:pos x="33" y="18"/>
                  </a:cxn>
                </a:cxnLst>
                <a:rect l="0" t="0" r="r" b="b"/>
                <a:pathLst>
                  <a:path w="33" h="34">
                    <a:moveTo>
                      <a:pt x="33" y="18"/>
                    </a:moveTo>
                    <a:lnTo>
                      <a:pt x="33" y="18"/>
                    </a:lnTo>
                    <a:lnTo>
                      <a:pt x="32" y="24"/>
                    </a:lnTo>
                    <a:lnTo>
                      <a:pt x="29" y="29"/>
                    </a:lnTo>
                    <a:lnTo>
                      <a:pt x="23" y="32"/>
                    </a:lnTo>
                    <a:lnTo>
                      <a:pt x="17" y="34"/>
                    </a:lnTo>
                    <a:lnTo>
                      <a:pt x="17" y="34"/>
                    </a:lnTo>
                    <a:lnTo>
                      <a:pt x="10" y="32"/>
                    </a:lnTo>
                    <a:lnTo>
                      <a:pt x="5" y="29"/>
                    </a:lnTo>
                    <a:lnTo>
                      <a:pt x="1" y="24"/>
                    </a:lnTo>
                    <a:lnTo>
                      <a:pt x="0" y="18"/>
                    </a:lnTo>
                    <a:lnTo>
                      <a:pt x="0" y="18"/>
                    </a:lnTo>
                    <a:lnTo>
                      <a:pt x="1" y="10"/>
                    </a:lnTo>
                    <a:lnTo>
                      <a:pt x="5" y="6"/>
                    </a:lnTo>
                    <a:lnTo>
                      <a:pt x="10" y="2"/>
                    </a:lnTo>
                    <a:lnTo>
                      <a:pt x="17" y="0"/>
                    </a:lnTo>
                    <a:lnTo>
                      <a:pt x="17" y="0"/>
                    </a:lnTo>
                    <a:lnTo>
                      <a:pt x="23" y="2"/>
                    </a:lnTo>
                    <a:lnTo>
                      <a:pt x="29" y="6"/>
                    </a:lnTo>
                    <a:lnTo>
                      <a:pt x="32" y="10"/>
                    </a:lnTo>
                    <a:lnTo>
                      <a:pt x="33" y="18"/>
                    </a:lnTo>
                    <a:lnTo>
                      <a:pt x="33"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2" name="Freeform 31"/>
              <p:cNvSpPr>
                <a:spLocks/>
              </p:cNvSpPr>
              <p:nvPr/>
            </p:nvSpPr>
            <p:spPr bwMode="auto">
              <a:xfrm>
                <a:off x="8949663" y="4664133"/>
                <a:ext cx="31184" cy="31184"/>
              </a:xfrm>
              <a:custGeom>
                <a:avLst/>
                <a:gdLst/>
                <a:ahLst/>
                <a:cxnLst>
                  <a:cxn ang="0">
                    <a:pos x="34" y="18"/>
                  </a:cxn>
                  <a:cxn ang="0">
                    <a:pos x="34" y="18"/>
                  </a:cxn>
                  <a:cxn ang="0">
                    <a:pos x="32" y="24"/>
                  </a:cxn>
                  <a:cxn ang="0">
                    <a:pos x="28" y="29"/>
                  </a:cxn>
                  <a:cxn ang="0">
                    <a:pos x="24" y="32"/>
                  </a:cxn>
                  <a:cxn ang="0">
                    <a:pos x="16" y="34"/>
                  </a:cxn>
                  <a:cxn ang="0">
                    <a:pos x="16" y="34"/>
                  </a:cxn>
                  <a:cxn ang="0">
                    <a:pos x="10" y="32"/>
                  </a:cxn>
                  <a:cxn ang="0">
                    <a:pos x="6" y="29"/>
                  </a:cxn>
                  <a:cxn ang="0">
                    <a:pos x="2" y="24"/>
                  </a:cxn>
                  <a:cxn ang="0">
                    <a:pos x="0" y="18"/>
                  </a:cxn>
                  <a:cxn ang="0">
                    <a:pos x="0" y="18"/>
                  </a:cxn>
                  <a:cxn ang="0">
                    <a:pos x="2" y="10"/>
                  </a:cxn>
                  <a:cxn ang="0">
                    <a:pos x="6" y="6"/>
                  </a:cxn>
                  <a:cxn ang="0">
                    <a:pos x="10" y="2"/>
                  </a:cxn>
                  <a:cxn ang="0">
                    <a:pos x="16" y="0"/>
                  </a:cxn>
                  <a:cxn ang="0">
                    <a:pos x="16" y="0"/>
                  </a:cxn>
                  <a:cxn ang="0">
                    <a:pos x="24" y="2"/>
                  </a:cxn>
                  <a:cxn ang="0">
                    <a:pos x="28" y="6"/>
                  </a:cxn>
                  <a:cxn ang="0">
                    <a:pos x="32" y="10"/>
                  </a:cxn>
                  <a:cxn ang="0">
                    <a:pos x="34" y="18"/>
                  </a:cxn>
                  <a:cxn ang="0">
                    <a:pos x="34" y="18"/>
                  </a:cxn>
                </a:cxnLst>
                <a:rect l="0" t="0" r="r" b="b"/>
                <a:pathLst>
                  <a:path w="34" h="34">
                    <a:moveTo>
                      <a:pt x="34" y="18"/>
                    </a:moveTo>
                    <a:lnTo>
                      <a:pt x="34" y="18"/>
                    </a:lnTo>
                    <a:lnTo>
                      <a:pt x="32" y="24"/>
                    </a:lnTo>
                    <a:lnTo>
                      <a:pt x="28" y="29"/>
                    </a:lnTo>
                    <a:lnTo>
                      <a:pt x="24" y="32"/>
                    </a:lnTo>
                    <a:lnTo>
                      <a:pt x="16" y="34"/>
                    </a:lnTo>
                    <a:lnTo>
                      <a:pt x="16" y="34"/>
                    </a:lnTo>
                    <a:lnTo>
                      <a:pt x="10" y="32"/>
                    </a:lnTo>
                    <a:lnTo>
                      <a:pt x="6" y="29"/>
                    </a:lnTo>
                    <a:lnTo>
                      <a:pt x="2" y="24"/>
                    </a:lnTo>
                    <a:lnTo>
                      <a:pt x="0" y="18"/>
                    </a:lnTo>
                    <a:lnTo>
                      <a:pt x="0" y="18"/>
                    </a:lnTo>
                    <a:lnTo>
                      <a:pt x="2" y="10"/>
                    </a:lnTo>
                    <a:lnTo>
                      <a:pt x="6" y="6"/>
                    </a:lnTo>
                    <a:lnTo>
                      <a:pt x="10" y="2"/>
                    </a:lnTo>
                    <a:lnTo>
                      <a:pt x="16" y="0"/>
                    </a:lnTo>
                    <a:lnTo>
                      <a:pt x="16" y="0"/>
                    </a:lnTo>
                    <a:lnTo>
                      <a:pt x="24" y="2"/>
                    </a:lnTo>
                    <a:lnTo>
                      <a:pt x="28" y="6"/>
                    </a:lnTo>
                    <a:lnTo>
                      <a:pt x="32" y="10"/>
                    </a:lnTo>
                    <a:lnTo>
                      <a:pt x="34" y="18"/>
                    </a:lnTo>
                    <a:lnTo>
                      <a:pt x="34"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3" name="Freeform 32"/>
              <p:cNvSpPr>
                <a:spLocks/>
              </p:cNvSpPr>
              <p:nvPr/>
            </p:nvSpPr>
            <p:spPr bwMode="auto">
              <a:xfrm>
                <a:off x="8775404" y="4253249"/>
                <a:ext cx="31184" cy="29349"/>
              </a:xfrm>
              <a:custGeom>
                <a:avLst/>
                <a:gdLst/>
                <a:ahLst/>
                <a:cxnLst>
                  <a:cxn ang="0">
                    <a:pos x="33" y="16"/>
                  </a:cxn>
                  <a:cxn ang="0">
                    <a:pos x="33" y="16"/>
                  </a:cxn>
                  <a:cxn ang="0">
                    <a:pos x="32" y="23"/>
                  </a:cxn>
                  <a:cxn ang="0">
                    <a:pos x="27" y="28"/>
                  </a:cxn>
                  <a:cxn ang="0">
                    <a:pos x="23" y="32"/>
                  </a:cxn>
                  <a:cxn ang="0">
                    <a:pos x="17" y="32"/>
                  </a:cxn>
                  <a:cxn ang="0">
                    <a:pos x="17" y="32"/>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7" y="4"/>
                  </a:cxn>
                  <a:cxn ang="0">
                    <a:pos x="32" y="10"/>
                  </a:cxn>
                  <a:cxn ang="0">
                    <a:pos x="33" y="16"/>
                  </a:cxn>
                  <a:cxn ang="0">
                    <a:pos x="33" y="16"/>
                  </a:cxn>
                </a:cxnLst>
                <a:rect l="0" t="0" r="r" b="b"/>
                <a:pathLst>
                  <a:path w="33" h="32">
                    <a:moveTo>
                      <a:pt x="33" y="16"/>
                    </a:moveTo>
                    <a:lnTo>
                      <a:pt x="33" y="16"/>
                    </a:lnTo>
                    <a:lnTo>
                      <a:pt x="32" y="23"/>
                    </a:lnTo>
                    <a:lnTo>
                      <a:pt x="27" y="28"/>
                    </a:lnTo>
                    <a:lnTo>
                      <a:pt x="23" y="32"/>
                    </a:lnTo>
                    <a:lnTo>
                      <a:pt x="17" y="32"/>
                    </a:lnTo>
                    <a:lnTo>
                      <a:pt x="17" y="32"/>
                    </a:lnTo>
                    <a:lnTo>
                      <a:pt x="10" y="32"/>
                    </a:lnTo>
                    <a:lnTo>
                      <a:pt x="6" y="28"/>
                    </a:lnTo>
                    <a:lnTo>
                      <a:pt x="1" y="23"/>
                    </a:lnTo>
                    <a:lnTo>
                      <a:pt x="0" y="16"/>
                    </a:lnTo>
                    <a:lnTo>
                      <a:pt x="0" y="16"/>
                    </a:lnTo>
                    <a:lnTo>
                      <a:pt x="1" y="10"/>
                    </a:lnTo>
                    <a:lnTo>
                      <a:pt x="6" y="4"/>
                    </a:lnTo>
                    <a:lnTo>
                      <a:pt x="10" y="1"/>
                    </a:lnTo>
                    <a:lnTo>
                      <a:pt x="17" y="0"/>
                    </a:lnTo>
                    <a:lnTo>
                      <a:pt x="17" y="0"/>
                    </a:lnTo>
                    <a:lnTo>
                      <a:pt x="23" y="1"/>
                    </a:lnTo>
                    <a:lnTo>
                      <a:pt x="27" y="4"/>
                    </a:lnTo>
                    <a:lnTo>
                      <a:pt x="32"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4" name="Freeform 33"/>
              <p:cNvSpPr>
                <a:spLocks/>
              </p:cNvSpPr>
              <p:nvPr/>
            </p:nvSpPr>
            <p:spPr bwMode="auto">
              <a:xfrm>
                <a:off x="9026703" y="4502714"/>
                <a:ext cx="29349" cy="31184"/>
              </a:xfrm>
              <a:custGeom>
                <a:avLst/>
                <a:gdLst/>
                <a:ahLst/>
                <a:cxnLst>
                  <a:cxn ang="0">
                    <a:pos x="32" y="16"/>
                  </a:cxn>
                  <a:cxn ang="0">
                    <a:pos x="32" y="16"/>
                  </a:cxn>
                  <a:cxn ang="0">
                    <a:pos x="30" y="23"/>
                  </a:cxn>
                  <a:cxn ang="0">
                    <a:pos x="28" y="28"/>
                  </a:cxn>
                  <a:cxn ang="0">
                    <a:pos x="22" y="32"/>
                  </a:cxn>
                  <a:cxn ang="0">
                    <a:pos x="16" y="33"/>
                  </a:cxn>
                  <a:cxn ang="0">
                    <a:pos x="16" y="33"/>
                  </a:cxn>
                  <a:cxn ang="0">
                    <a:pos x="10" y="32"/>
                  </a:cxn>
                  <a:cxn ang="0">
                    <a:pos x="4" y="28"/>
                  </a:cxn>
                  <a:cxn ang="0">
                    <a:pos x="1" y="23"/>
                  </a:cxn>
                  <a:cxn ang="0">
                    <a:pos x="0" y="16"/>
                  </a:cxn>
                  <a:cxn ang="0">
                    <a:pos x="0" y="16"/>
                  </a:cxn>
                  <a:cxn ang="0">
                    <a:pos x="1" y="10"/>
                  </a:cxn>
                  <a:cxn ang="0">
                    <a:pos x="4" y="6"/>
                  </a:cxn>
                  <a:cxn ang="0">
                    <a:pos x="10" y="1"/>
                  </a:cxn>
                  <a:cxn ang="0">
                    <a:pos x="16" y="0"/>
                  </a:cxn>
                  <a:cxn ang="0">
                    <a:pos x="16" y="0"/>
                  </a:cxn>
                  <a:cxn ang="0">
                    <a:pos x="22" y="1"/>
                  </a:cxn>
                  <a:cxn ang="0">
                    <a:pos x="28" y="6"/>
                  </a:cxn>
                  <a:cxn ang="0">
                    <a:pos x="30" y="10"/>
                  </a:cxn>
                  <a:cxn ang="0">
                    <a:pos x="32" y="16"/>
                  </a:cxn>
                  <a:cxn ang="0">
                    <a:pos x="32" y="16"/>
                  </a:cxn>
                </a:cxnLst>
                <a:rect l="0" t="0" r="r" b="b"/>
                <a:pathLst>
                  <a:path w="32" h="33">
                    <a:moveTo>
                      <a:pt x="32" y="16"/>
                    </a:moveTo>
                    <a:lnTo>
                      <a:pt x="32" y="16"/>
                    </a:lnTo>
                    <a:lnTo>
                      <a:pt x="30" y="23"/>
                    </a:lnTo>
                    <a:lnTo>
                      <a:pt x="28" y="28"/>
                    </a:lnTo>
                    <a:lnTo>
                      <a:pt x="22" y="32"/>
                    </a:lnTo>
                    <a:lnTo>
                      <a:pt x="16" y="33"/>
                    </a:lnTo>
                    <a:lnTo>
                      <a:pt x="16" y="33"/>
                    </a:lnTo>
                    <a:lnTo>
                      <a:pt x="10" y="32"/>
                    </a:lnTo>
                    <a:lnTo>
                      <a:pt x="4" y="28"/>
                    </a:lnTo>
                    <a:lnTo>
                      <a:pt x="1" y="23"/>
                    </a:lnTo>
                    <a:lnTo>
                      <a:pt x="0" y="16"/>
                    </a:lnTo>
                    <a:lnTo>
                      <a:pt x="0" y="16"/>
                    </a:lnTo>
                    <a:lnTo>
                      <a:pt x="1" y="10"/>
                    </a:lnTo>
                    <a:lnTo>
                      <a:pt x="4" y="6"/>
                    </a:lnTo>
                    <a:lnTo>
                      <a:pt x="10" y="1"/>
                    </a:lnTo>
                    <a:lnTo>
                      <a:pt x="16" y="0"/>
                    </a:lnTo>
                    <a:lnTo>
                      <a:pt x="16" y="0"/>
                    </a:lnTo>
                    <a:lnTo>
                      <a:pt x="22" y="1"/>
                    </a:lnTo>
                    <a:lnTo>
                      <a:pt x="28" y="6"/>
                    </a:lnTo>
                    <a:lnTo>
                      <a:pt x="30"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5" name="Freeform 34"/>
              <p:cNvSpPr>
                <a:spLocks/>
              </p:cNvSpPr>
              <p:nvPr/>
            </p:nvSpPr>
            <p:spPr bwMode="auto">
              <a:xfrm>
                <a:off x="9195459" y="4159699"/>
                <a:ext cx="29349" cy="29349"/>
              </a:xfrm>
              <a:custGeom>
                <a:avLst/>
                <a:gdLst/>
                <a:ahLst/>
                <a:cxnLst>
                  <a:cxn ang="0">
                    <a:pos x="34" y="16"/>
                  </a:cxn>
                  <a:cxn ang="0">
                    <a:pos x="34" y="16"/>
                  </a:cxn>
                  <a:cxn ang="0">
                    <a:pos x="32" y="22"/>
                  </a:cxn>
                  <a:cxn ang="0">
                    <a:pos x="28" y="28"/>
                  </a:cxn>
                  <a:cxn ang="0">
                    <a:pos x="23" y="31"/>
                  </a:cxn>
                  <a:cxn ang="0">
                    <a:pos x="18" y="32"/>
                  </a:cxn>
                  <a:cxn ang="0">
                    <a:pos x="18" y="32"/>
                  </a:cxn>
                  <a:cxn ang="0">
                    <a:pos x="10" y="31"/>
                  </a:cxn>
                  <a:cxn ang="0">
                    <a:pos x="6" y="28"/>
                  </a:cxn>
                  <a:cxn ang="0">
                    <a:pos x="1" y="22"/>
                  </a:cxn>
                  <a:cxn ang="0">
                    <a:pos x="0" y="16"/>
                  </a:cxn>
                  <a:cxn ang="0">
                    <a:pos x="0" y="16"/>
                  </a:cxn>
                  <a:cxn ang="0">
                    <a:pos x="1" y="9"/>
                  </a:cxn>
                  <a:cxn ang="0">
                    <a:pos x="6" y="5"/>
                  </a:cxn>
                  <a:cxn ang="0">
                    <a:pos x="10" y="0"/>
                  </a:cxn>
                  <a:cxn ang="0">
                    <a:pos x="18" y="0"/>
                  </a:cxn>
                  <a:cxn ang="0">
                    <a:pos x="18" y="0"/>
                  </a:cxn>
                  <a:cxn ang="0">
                    <a:pos x="23" y="0"/>
                  </a:cxn>
                  <a:cxn ang="0">
                    <a:pos x="28" y="5"/>
                  </a:cxn>
                  <a:cxn ang="0">
                    <a:pos x="32" y="9"/>
                  </a:cxn>
                  <a:cxn ang="0">
                    <a:pos x="34" y="16"/>
                  </a:cxn>
                  <a:cxn ang="0">
                    <a:pos x="34" y="16"/>
                  </a:cxn>
                </a:cxnLst>
                <a:rect l="0" t="0" r="r" b="b"/>
                <a:pathLst>
                  <a:path w="34" h="32">
                    <a:moveTo>
                      <a:pt x="34" y="16"/>
                    </a:moveTo>
                    <a:lnTo>
                      <a:pt x="34" y="16"/>
                    </a:lnTo>
                    <a:lnTo>
                      <a:pt x="32" y="22"/>
                    </a:lnTo>
                    <a:lnTo>
                      <a:pt x="28" y="28"/>
                    </a:lnTo>
                    <a:lnTo>
                      <a:pt x="23" y="31"/>
                    </a:lnTo>
                    <a:lnTo>
                      <a:pt x="18" y="32"/>
                    </a:lnTo>
                    <a:lnTo>
                      <a:pt x="18" y="32"/>
                    </a:lnTo>
                    <a:lnTo>
                      <a:pt x="10" y="31"/>
                    </a:lnTo>
                    <a:lnTo>
                      <a:pt x="6" y="28"/>
                    </a:lnTo>
                    <a:lnTo>
                      <a:pt x="1" y="22"/>
                    </a:lnTo>
                    <a:lnTo>
                      <a:pt x="0" y="16"/>
                    </a:lnTo>
                    <a:lnTo>
                      <a:pt x="0" y="16"/>
                    </a:lnTo>
                    <a:lnTo>
                      <a:pt x="1" y="9"/>
                    </a:lnTo>
                    <a:lnTo>
                      <a:pt x="6" y="5"/>
                    </a:lnTo>
                    <a:lnTo>
                      <a:pt x="10" y="0"/>
                    </a:lnTo>
                    <a:lnTo>
                      <a:pt x="18" y="0"/>
                    </a:lnTo>
                    <a:lnTo>
                      <a:pt x="18" y="0"/>
                    </a:lnTo>
                    <a:lnTo>
                      <a:pt x="23" y="0"/>
                    </a:lnTo>
                    <a:lnTo>
                      <a:pt x="28" y="5"/>
                    </a:lnTo>
                    <a:lnTo>
                      <a:pt x="32" y="9"/>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6" name="Freeform 35"/>
              <p:cNvSpPr>
                <a:spLocks/>
              </p:cNvSpPr>
              <p:nvPr/>
            </p:nvSpPr>
            <p:spPr bwMode="auto">
              <a:xfrm>
                <a:off x="8485585" y="4440348"/>
                <a:ext cx="29349" cy="29349"/>
              </a:xfrm>
              <a:custGeom>
                <a:avLst/>
                <a:gdLst/>
                <a:ahLst/>
                <a:cxnLst>
                  <a:cxn ang="0">
                    <a:pos x="34" y="16"/>
                  </a:cxn>
                  <a:cxn ang="0">
                    <a:pos x="34" y="16"/>
                  </a:cxn>
                  <a:cxn ang="0">
                    <a:pos x="32" y="22"/>
                  </a:cxn>
                  <a:cxn ang="0">
                    <a:pos x="28" y="28"/>
                  </a:cxn>
                  <a:cxn ang="0">
                    <a:pos x="23" y="30"/>
                  </a:cxn>
                  <a:cxn ang="0">
                    <a:pos x="16" y="32"/>
                  </a:cxn>
                  <a:cxn ang="0">
                    <a:pos x="16" y="32"/>
                  </a:cxn>
                  <a:cxn ang="0">
                    <a:pos x="10" y="30"/>
                  </a:cxn>
                  <a:cxn ang="0">
                    <a:pos x="6" y="28"/>
                  </a:cxn>
                  <a:cxn ang="0">
                    <a:pos x="1" y="22"/>
                  </a:cxn>
                  <a:cxn ang="0">
                    <a:pos x="0" y="16"/>
                  </a:cxn>
                  <a:cxn ang="0">
                    <a:pos x="0" y="16"/>
                  </a:cxn>
                  <a:cxn ang="0">
                    <a:pos x="1" y="9"/>
                  </a:cxn>
                  <a:cxn ang="0">
                    <a:pos x="6" y="4"/>
                  </a:cxn>
                  <a:cxn ang="0">
                    <a:pos x="10" y="0"/>
                  </a:cxn>
                  <a:cxn ang="0">
                    <a:pos x="16" y="0"/>
                  </a:cxn>
                  <a:cxn ang="0">
                    <a:pos x="16" y="0"/>
                  </a:cxn>
                  <a:cxn ang="0">
                    <a:pos x="23" y="0"/>
                  </a:cxn>
                  <a:cxn ang="0">
                    <a:pos x="28" y="4"/>
                  </a:cxn>
                  <a:cxn ang="0">
                    <a:pos x="32" y="9"/>
                  </a:cxn>
                  <a:cxn ang="0">
                    <a:pos x="34" y="16"/>
                  </a:cxn>
                  <a:cxn ang="0">
                    <a:pos x="34" y="16"/>
                  </a:cxn>
                </a:cxnLst>
                <a:rect l="0" t="0" r="r" b="b"/>
                <a:pathLst>
                  <a:path w="34" h="32">
                    <a:moveTo>
                      <a:pt x="34" y="16"/>
                    </a:moveTo>
                    <a:lnTo>
                      <a:pt x="34" y="16"/>
                    </a:lnTo>
                    <a:lnTo>
                      <a:pt x="32" y="22"/>
                    </a:lnTo>
                    <a:lnTo>
                      <a:pt x="28" y="28"/>
                    </a:lnTo>
                    <a:lnTo>
                      <a:pt x="23" y="30"/>
                    </a:lnTo>
                    <a:lnTo>
                      <a:pt x="16" y="32"/>
                    </a:lnTo>
                    <a:lnTo>
                      <a:pt x="16" y="32"/>
                    </a:lnTo>
                    <a:lnTo>
                      <a:pt x="10" y="30"/>
                    </a:lnTo>
                    <a:lnTo>
                      <a:pt x="6" y="28"/>
                    </a:lnTo>
                    <a:lnTo>
                      <a:pt x="1" y="22"/>
                    </a:lnTo>
                    <a:lnTo>
                      <a:pt x="0" y="16"/>
                    </a:lnTo>
                    <a:lnTo>
                      <a:pt x="0" y="16"/>
                    </a:lnTo>
                    <a:lnTo>
                      <a:pt x="1" y="9"/>
                    </a:lnTo>
                    <a:lnTo>
                      <a:pt x="6" y="4"/>
                    </a:lnTo>
                    <a:lnTo>
                      <a:pt x="10" y="0"/>
                    </a:lnTo>
                    <a:lnTo>
                      <a:pt x="16" y="0"/>
                    </a:lnTo>
                    <a:lnTo>
                      <a:pt x="16" y="0"/>
                    </a:lnTo>
                    <a:lnTo>
                      <a:pt x="23" y="0"/>
                    </a:lnTo>
                    <a:lnTo>
                      <a:pt x="28" y="4"/>
                    </a:lnTo>
                    <a:lnTo>
                      <a:pt x="32" y="9"/>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7" name="Freeform 36"/>
              <p:cNvSpPr>
                <a:spLocks/>
              </p:cNvSpPr>
              <p:nvPr/>
            </p:nvSpPr>
            <p:spPr bwMode="auto">
              <a:xfrm>
                <a:off x="8217776" y="4455022"/>
                <a:ext cx="31184" cy="29349"/>
              </a:xfrm>
              <a:custGeom>
                <a:avLst/>
                <a:gdLst/>
                <a:ahLst/>
                <a:cxnLst>
                  <a:cxn ang="0">
                    <a:pos x="33" y="16"/>
                  </a:cxn>
                  <a:cxn ang="0">
                    <a:pos x="33" y="16"/>
                  </a:cxn>
                  <a:cxn ang="0">
                    <a:pos x="32" y="24"/>
                  </a:cxn>
                  <a:cxn ang="0">
                    <a:pos x="29" y="28"/>
                  </a:cxn>
                  <a:cxn ang="0">
                    <a:pos x="23" y="33"/>
                  </a:cxn>
                  <a:cxn ang="0">
                    <a:pos x="17" y="34"/>
                  </a:cxn>
                  <a:cxn ang="0">
                    <a:pos x="17" y="34"/>
                  </a:cxn>
                  <a:cxn ang="0">
                    <a:pos x="10" y="33"/>
                  </a:cxn>
                  <a:cxn ang="0">
                    <a:pos x="6" y="28"/>
                  </a:cxn>
                  <a:cxn ang="0">
                    <a:pos x="1" y="24"/>
                  </a:cxn>
                  <a:cxn ang="0">
                    <a:pos x="0" y="16"/>
                  </a:cxn>
                  <a:cxn ang="0">
                    <a:pos x="0" y="16"/>
                  </a:cxn>
                  <a:cxn ang="0">
                    <a:pos x="1" y="11"/>
                  </a:cxn>
                  <a:cxn ang="0">
                    <a:pos x="6" y="6"/>
                  </a:cxn>
                  <a:cxn ang="0">
                    <a:pos x="10" y="2"/>
                  </a:cxn>
                  <a:cxn ang="0">
                    <a:pos x="17" y="0"/>
                  </a:cxn>
                  <a:cxn ang="0">
                    <a:pos x="17" y="0"/>
                  </a:cxn>
                  <a:cxn ang="0">
                    <a:pos x="23" y="2"/>
                  </a:cxn>
                  <a:cxn ang="0">
                    <a:pos x="29" y="6"/>
                  </a:cxn>
                  <a:cxn ang="0">
                    <a:pos x="32" y="11"/>
                  </a:cxn>
                  <a:cxn ang="0">
                    <a:pos x="33" y="16"/>
                  </a:cxn>
                  <a:cxn ang="0">
                    <a:pos x="33" y="16"/>
                  </a:cxn>
                </a:cxnLst>
                <a:rect l="0" t="0" r="r" b="b"/>
                <a:pathLst>
                  <a:path w="33" h="34">
                    <a:moveTo>
                      <a:pt x="33" y="16"/>
                    </a:moveTo>
                    <a:lnTo>
                      <a:pt x="33" y="16"/>
                    </a:lnTo>
                    <a:lnTo>
                      <a:pt x="32" y="24"/>
                    </a:lnTo>
                    <a:lnTo>
                      <a:pt x="29" y="28"/>
                    </a:lnTo>
                    <a:lnTo>
                      <a:pt x="23" y="33"/>
                    </a:lnTo>
                    <a:lnTo>
                      <a:pt x="17" y="34"/>
                    </a:lnTo>
                    <a:lnTo>
                      <a:pt x="17" y="34"/>
                    </a:lnTo>
                    <a:lnTo>
                      <a:pt x="10" y="33"/>
                    </a:lnTo>
                    <a:lnTo>
                      <a:pt x="6" y="28"/>
                    </a:lnTo>
                    <a:lnTo>
                      <a:pt x="1" y="24"/>
                    </a:lnTo>
                    <a:lnTo>
                      <a:pt x="0" y="16"/>
                    </a:lnTo>
                    <a:lnTo>
                      <a:pt x="0" y="16"/>
                    </a:lnTo>
                    <a:lnTo>
                      <a:pt x="1" y="11"/>
                    </a:lnTo>
                    <a:lnTo>
                      <a:pt x="6" y="6"/>
                    </a:lnTo>
                    <a:lnTo>
                      <a:pt x="10" y="2"/>
                    </a:lnTo>
                    <a:lnTo>
                      <a:pt x="17" y="0"/>
                    </a:lnTo>
                    <a:lnTo>
                      <a:pt x="17" y="0"/>
                    </a:lnTo>
                    <a:lnTo>
                      <a:pt x="23" y="2"/>
                    </a:lnTo>
                    <a:lnTo>
                      <a:pt x="29" y="6"/>
                    </a:lnTo>
                    <a:lnTo>
                      <a:pt x="32" y="11"/>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8" name="Freeform 37"/>
              <p:cNvSpPr>
                <a:spLocks/>
              </p:cNvSpPr>
              <p:nvPr/>
            </p:nvSpPr>
            <p:spPr bwMode="auto">
              <a:xfrm>
                <a:off x="7799555" y="5036496"/>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0" y="22"/>
                  </a:cxn>
                  <a:cxn ang="0">
                    <a:pos x="0" y="16"/>
                  </a:cxn>
                  <a:cxn ang="0">
                    <a:pos x="0" y="16"/>
                  </a:cxn>
                  <a:cxn ang="0">
                    <a:pos x="0" y="9"/>
                  </a:cxn>
                  <a:cxn ang="0">
                    <a:pos x="5" y="5"/>
                  </a:cxn>
                  <a:cxn ang="0">
                    <a:pos x="9" y="0"/>
                  </a:cxn>
                  <a:cxn ang="0">
                    <a:pos x="16" y="0"/>
                  </a:cxn>
                  <a:cxn ang="0">
                    <a:pos x="16" y="0"/>
                  </a:cxn>
                  <a:cxn ang="0">
                    <a:pos x="22" y="0"/>
                  </a:cxn>
                  <a:cxn ang="0">
                    <a:pos x="28" y="5"/>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0" y="22"/>
                    </a:lnTo>
                    <a:lnTo>
                      <a:pt x="0" y="16"/>
                    </a:lnTo>
                    <a:lnTo>
                      <a:pt x="0" y="16"/>
                    </a:lnTo>
                    <a:lnTo>
                      <a:pt x="0" y="9"/>
                    </a:lnTo>
                    <a:lnTo>
                      <a:pt x="5" y="5"/>
                    </a:lnTo>
                    <a:lnTo>
                      <a:pt x="9" y="0"/>
                    </a:lnTo>
                    <a:lnTo>
                      <a:pt x="16" y="0"/>
                    </a:lnTo>
                    <a:lnTo>
                      <a:pt x="16" y="0"/>
                    </a:lnTo>
                    <a:lnTo>
                      <a:pt x="22" y="0"/>
                    </a:lnTo>
                    <a:lnTo>
                      <a:pt x="28" y="5"/>
                    </a:lnTo>
                    <a:lnTo>
                      <a:pt x="31" y="9"/>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19" name="Freeform 38"/>
              <p:cNvSpPr>
                <a:spLocks/>
              </p:cNvSpPr>
              <p:nvPr/>
            </p:nvSpPr>
            <p:spPr bwMode="auto">
              <a:xfrm>
                <a:off x="7927956" y="4315615"/>
                <a:ext cx="29349" cy="31184"/>
              </a:xfrm>
              <a:custGeom>
                <a:avLst/>
                <a:gdLst/>
                <a:ahLst/>
                <a:cxnLst>
                  <a:cxn ang="0">
                    <a:pos x="32" y="17"/>
                  </a:cxn>
                  <a:cxn ang="0">
                    <a:pos x="32" y="17"/>
                  </a:cxn>
                  <a:cxn ang="0">
                    <a:pos x="31" y="23"/>
                  </a:cxn>
                  <a:cxn ang="0">
                    <a:pos x="28" y="28"/>
                  </a:cxn>
                  <a:cxn ang="0">
                    <a:pos x="22" y="32"/>
                  </a:cxn>
                  <a:cxn ang="0">
                    <a:pos x="16" y="33"/>
                  </a:cxn>
                  <a:cxn ang="0">
                    <a:pos x="16" y="33"/>
                  </a:cxn>
                  <a:cxn ang="0">
                    <a:pos x="10" y="32"/>
                  </a:cxn>
                  <a:cxn ang="0">
                    <a:pos x="5" y="28"/>
                  </a:cxn>
                  <a:cxn ang="0">
                    <a:pos x="2" y="23"/>
                  </a:cxn>
                  <a:cxn ang="0">
                    <a:pos x="0" y="17"/>
                  </a:cxn>
                  <a:cxn ang="0">
                    <a:pos x="0" y="17"/>
                  </a:cxn>
                  <a:cxn ang="0">
                    <a:pos x="2" y="10"/>
                  </a:cxn>
                  <a:cxn ang="0">
                    <a:pos x="5"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8"/>
                    </a:lnTo>
                    <a:lnTo>
                      <a:pt x="22" y="32"/>
                    </a:lnTo>
                    <a:lnTo>
                      <a:pt x="16" y="33"/>
                    </a:lnTo>
                    <a:lnTo>
                      <a:pt x="16" y="33"/>
                    </a:lnTo>
                    <a:lnTo>
                      <a:pt x="10" y="32"/>
                    </a:lnTo>
                    <a:lnTo>
                      <a:pt x="5" y="28"/>
                    </a:lnTo>
                    <a:lnTo>
                      <a:pt x="2" y="23"/>
                    </a:lnTo>
                    <a:lnTo>
                      <a:pt x="0" y="17"/>
                    </a:lnTo>
                    <a:lnTo>
                      <a:pt x="0" y="17"/>
                    </a:lnTo>
                    <a:lnTo>
                      <a:pt x="2" y="10"/>
                    </a:lnTo>
                    <a:lnTo>
                      <a:pt x="5"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0" name="Freeform 39"/>
              <p:cNvSpPr>
                <a:spLocks/>
              </p:cNvSpPr>
              <p:nvPr/>
            </p:nvSpPr>
            <p:spPr bwMode="auto">
              <a:xfrm>
                <a:off x="7568433" y="4121179"/>
                <a:ext cx="31184" cy="29349"/>
              </a:xfrm>
              <a:custGeom>
                <a:avLst/>
                <a:gdLst/>
                <a:ahLst/>
                <a:cxnLst>
                  <a:cxn ang="0">
                    <a:pos x="33" y="16"/>
                  </a:cxn>
                  <a:cxn ang="0">
                    <a:pos x="33" y="16"/>
                  </a:cxn>
                  <a:cxn ang="0">
                    <a:pos x="32" y="21"/>
                  </a:cxn>
                  <a:cxn ang="0">
                    <a:pos x="27" y="27"/>
                  </a:cxn>
                  <a:cxn ang="0">
                    <a:pos x="23" y="30"/>
                  </a:cxn>
                  <a:cxn ang="0">
                    <a:pos x="16" y="32"/>
                  </a:cxn>
                  <a:cxn ang="0">
                    <a:pos x="16" y="32"/>
                  </a:cxn>
                  <a:cxn ang="0">
                    <a:pos x="10" y="30"/>
                  </a:cxn>
                  <a:cxn ang="0">
                    <a:pos x="4" y="27"/>
                  </a:cxn>
                  <a:cxn ang="0">
                    <a:pos x="1" y="21"/>
                  </a:cxn>
                  <a:cxn ang="0">
                    <a:pos x="0" y="16"/>
                  </a:cxn>
                  <a:cxn ang="0">
                    <a:pos x="0" y="16"/>
                  </a:cxn>
                  <a:cxn ang="0">
                    <a:pos x="1" y="10"/>
                  </a:cxn>
                  <a:cxn ang="0">
                    <a:pos x="4" y="4"/>
                  </a:cxn>
                  <a:cxn ang="0">
                    <a:pos x="10" y="1"/>
                  </a:cxn>
                  <a:cxn ang="0">
                    <a:pos x="16" y="0"/>
                  </a:cxn>
                  <a:cxn ang="0">
                    <a:pos x="16" y="0"/>
                  </a:cxn>
                  <a:cxn ang="0">
                    <a:pos x="23" y="1"/>
                  </a:cxn>
                  <a:cxn ang="0">
                    <a:pos x="27" y="4"/>
                  </a:cxn>
                  <a:cxn ang="0">
                    <a:pos x="32" y="10"/>
                  </a:cxn>
                  <a:cxn ang="0">
                    <a:pos x="33" y="16"/>
                  </a:cxn>
                  <a:cxn ang="0">
                    <a:pos x="33" y="16"/>
                  </a:cxn>
                </a:cxnLst>
                <a:rect l="0" t="0" r="r" b="b"/>
                <a:pathLst>
                  <a:path w="33" h="32">
                    <a:moveTo>
                      <a:pt x="33" y="16"/>
                    </a:moveTo>
                    <a:lnTo>
                      <a:pt x="33" y="16"/>
                    </a:lnTo>
                    <a:lnTo>
                      <a:pt x="32" y="21"/>
                    </a:lnTo>
                    <a:lnTo>
                      <a:pt x="27" y="27"/>
                    </a:lnTo>
                    <a:lnTo>
                      <a:pt x="23" y="30"/>
                    </a:lnTo>
                    <a:lnTo>
                      <a:pt x="16" y="32"/>
                    </a:lnTo>
                    <a:lnTo>
                      <a:pt x="16" y="32"/>
                    </a:lnTo>
                    <a:lnTo>
                      <a:pt x="10" y="30"/>
                    </a:lnTo>
                    <a:lnTo>
                      <a:pt x="4" y="27"/>
                    </a:lnTo>
                    <a:lnTo>
                      <a:pt x="1" y="21"/>
                    </a:lnTo>
                    <a:lnTo>
                      <a:pt x="0" y="16"/>
                    </a:lnTo>
                    <a:lnTo>
                      <a:pt x="0" y="16"/>
                    </a:lnTo>
                    <a:lnTo>
                      <a:pt x="1" y="10"/>
                    </a:lnTo>
                    <a:lnTo>
                      <a:pt x="4" y="4"/>
                    </a:lnTo>
                    <a:lnTo>
                      <a:pt x="10" y="1"/>
                    </a:lnTo>
                    <a:lnTo>
                      <a:pt x="16" y="0"/>
                    </a:lnTo>
                    <a:lnTo>
                      <a:pt x="16" y="0"/>
                    </a:lnTo>
                    <a:lnTo>
                      <a:pt x="23" y="1"/>
                    </a:lnTo>
                    <a:lnTo>
                      <a:pt x="27" y="4"/>
                    </a:lnTo>
                    <a:lnTo>
                      <a:pt x="32"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1" name="Freeform 40"/>
              <p:cNvSpPr>
                <a:spLocks/>
              </p:cNvSpPr>
              <p:nvPr/>
            </p:nvSpPr>
            <p:spPr bwMode="auto">
              <a:xfrm>
                <a:off x="7507900" y="4106504"/>
                <a:ext cx="31184" cy="29349"/>
              </a:xfrm>
              <a:custGeom>
                <a:avLst/>
                <a:gdLst/>
                <a:ahLst/>
                <a:cxnLst>
                  <a:cxn ang="0">
                    <a:pos x="33" y="16"/>
                  </a:cxn>
                  <a:cxn ang="0">
                    <a:pos x="33" y="16"/>
                  </a:cxn>
                  <a:cxn ang="0">
                    <a:pos x="32" y="21"/>
                  </a:cxn>
                  <a:cxn ang="0">
                    <a:pos x="28" y="27"/>
                  </a:cxn>
                  <a:cxn ang="0">
                    <a:pos x="23" y="30"/>
                  </a:cxn>
                  <a:cxn ang="0">
                    <a:pos x="16" y="32"/>
                  </a:cxn>
                  <a:cxn ang="0">
                    <a:pos x="16" y="32"/>
                  </a:cxn>
                  <a:cxn ang="0">
                    <a:pos x="10" y="30"/>
                  </a:cxn>
                  <a:cxn ang="0">
                    <a:pos x="6" y="27"/>
                  </a:cxn>
                  <a:cxn ang="0">
                    <a:pos x="1" y="21"/>
                  </a:cxn>
                  <a:cxn ang="0">
                    <a:pos x="0" y="16"/>
                  </a:cxn>
                  <a:cxn ang="0">
                    <a:pos x="0" y="16"/>
                  </a:cxn>
                  <a:cxn ang="0">
                    <a:pos x="1" y="10"/>
                  </a:cxn>
                  <a:cxn ang="0">
                    <a:pos x="6" y="4"/>
                  </a:cxn>
                  <a:cxn ang="0">
                    <a:pos x="10" y="1"/>
                  </a:cxn>
                  <a:cxn ang="0">
                    <a:pos x="16" y="0"/>
                  </a:cxn>
                  <a:cxn ang="0">
                    <a:pos x="16" y="0"/>
                  </a:cxn>
                  <a:cxn ang="0">
                    <a:pos x="23" y="1"/>
                  </a:cxn>
                  <a:cxn ang="0">
                    <a:pos x="28" y="4"/>
                  </a:cxn>
                  <a:cxn ang="0">
                    <a:pos x="32" y="10"/>
                  </a:cxn>
                  <a:cxn ang="0">
                    <a:pos x="33" y="16"/>
                  </a:cxn>
                  <a:cxn ang="0">
                    <a:pos x="33" y="16"/>
                  </a:cxn>
                </a:cxnLst>
                <a:rect l="0" t="0" r="r" b="b"/>
                <a:pathLst>
                  <a:path w="33" h="32">
                    <a:moveTo>
                      <a:pt x="33" y="16"/>
                    </a:moveTo>
                    <a:lnTo>
                      <a:pt x="33" y="16"/>
                    </a:lnTo>
                    <a:lnTo>
                      <a:pt x="32" y="21"/>
                    </a:lnTo>
                    <a:lnTo>
                      <a:pt x="28" y="27"/>
                    </a:lnTo>
                    <a:lnTo>
                      <a:pt x="23" y="30"/>
                    </a:lnTo>
                    <a:lnTo>
                      <a:pt x="16" y="32"/>
                    </a:lnTo>
                    <a:lnTo>
                      <a:pt x="16" y="32"/>
                    </a:lnTo>
                    <a:lnTo>
                      <a:pt x="10" y="30"/>
                    </a:lnTo>
                    <a:lnTo>
                      <a:pt x="6" y="27"/>
                    </a:lnTo>
                    <a:lnTo>
                      <a:pt x="1" y="21"/>
                    </a:lnTo>
                    <a:lnTo>
                      <a:pt x="0" y="16"/>
                    </a:lnTo>
                    <a:lnTo>
                      <a:pt x="0" y="16"/>
                    </a:lnTo>
                    <a:lnTo>
                      <a:pt x="1" y="10"/>
                    </a:lnTo>
                    <a:lnTo>
                      <a:pt x="6" y="4"/>
                    </a:lnTo>
                    <a:lnTo>
                      <a:pt x="10" y="1"/>
                    </a:lnTo>
                    <a:lnTo>
                      <a:pt x="16" y="0"/>
                    </a:lnTo>
                    <a:lnTo>
                      <a:pt x="16" y="0"/>
                    </a:lnTo>
                    <a:lnTo>
                      <a:pt x="23" y="1"/>
                    </a:lnTo>
                    <a:lnTo>
                      <a:pt x="28" y="4"/>
                    </a:lnTo>
                    <a:lnTo>
                      <a:pt x="32"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2" name="Freeform 41"/>
              <p:cNvSpPr>
                <a:spLocks/>
              </p:cNvSpPr>
              <p:nvPr/>
            </p:nvSpPr>
            <p:spPr bwMode="auto">
              <a:xfrm>
                <a:off x="7689497" y="4080824"/>
                <a:ext cx="29349" cy="29349"/>
              </a:xfrm>
              <a:custGeom>
                <a:avLst/>
                <a:gdLst/>
                <a:ahLst/>
                <a:cxnLst>
                  <a:cxn ang="0">
                    <a:pos x="32" y="16"/>
                  </a:cxn>
                  <a:cxn ang="0">
                    <a:pos x="32" y="16"/>
                  </a:cxn>
                  <a:cxn ang="0">
                    <a:pos x="32" y="22"/>
                  </a:cxn>
                  <a:cxn ang="0">
                    <a:pos x="27" y="28"/>
                  </a:cxn>
                  <a:cxn ang="0">
                    <a:pos x="23" y="31"/>
                  </a:cxn>
                  <a:cxn ang="0">
                    <a:pos x="16" y="32"/>
                  </a:cxn>
                  <a:cxn ang="0">
                    <a:pos x="16" y="32"/>
                  </a:cxn>
                  <a:cxn ang="0">
                    <a:pos x="10" y="31"/>
                  </a:cxn>
                  <a:cxn ang="0">
                    <a:pos x="4" y="28"/>
                  </a:cxn>
                  <a:cxn ang="0">
                    <a:pos x="1" y="22"/>
                  </a:cxn>
                  <a:cxn ang="0">
                    <a:pos x="0" y="16"/>
                  </a:cxn>
                  <a:cxn ang="0">
                    <a:pos x="0" y="16"/>
                  </a:cxn>
                  <a:cxn ang="0">
                    <a:pos x="1" y="9"/>
                  </a:cxn>
                  <a:cxn ang="0">
                    <a:pos x="4" y="5"/>
                  </a:cxn>
                  <a:cxn ang="0">
                    <a:pos x="10" y="2"/>
                  </a:cxn>
                  <a:cxn ang="0">
                    <a:pos x="16" y="0"/>
                  </a:cxn>
                  <a:cxn ang="0">
                    <a:pos x="16" y="0"/>
                  </a:cxn>
                  <a:cxn ang="0">
                    <a:pos x="23" y="2"/>
                  </a:cxn>
                  <a:cxn ang="0">
                    <a:pos x="27" y="5"/>
                  </a:cxn>
                  <a:cxn ang="0">
                    <a:pos x="32" y="9"/>
                  </a:cxn>
                  <a:cxn ang="0">
                    <a:pos x="32" y="16"/>
                  </a:cxn>
                  <a:cxn ang="0">
                    <a:pos x="32" y="16"/>
                  </a:cxn>
                </a:cxnLst>
                <a:rect l="0" t="0" r="r" b="b"/>
                <a:pathLst>
                  <a:path w="32" h="32">
                    <a:moveTo>
                      <a:pt x="32" y="16"/>
                    </a:moveTo>
                    <a:lnTo>
                      <a:pt x="32" y="16"/>
                    </a:lnTo>
                    <a:lnTo>
                      <a:pt x="32" y="22"/>
                    </a:lnTo>
                    <a:lnTo>
                      <a:pt x="27" y="28"/>
                    </a:lnTo>
                    <a:lnTo>
                      <a:pt x="23" y="31"/>
                    </a:lnTo>
                    <a:lnTo>
                      <a:pt x="16" y="32"/>
                    </a:lnTo>
                    <a:lnTo>
                      <a:pt x="16" y="32"/>
                    </a:lnTo>
                    <a:lnTo>
                      <a:pt x="10" y="31"/>
                    </a:lnTo>
                    <a:lnTo>
                      <a:pt x="4" y="28"/>
                    </a:lnTo>
                    <a:lnTo>
                      <a:pt x="1" y="22"/>
                    </a:lnTo>
                    <a:lnTo>
                      <a:pt x="0" y="16"/>
                    </a:lnTo>
                    <a:lnTo>
                      <a:pt x="0" y="16"/>
                    </a:lnTo>
                    <a:lnTo>
                      <a:pt x="1" y="9"/>
                    </a:lnTo>
                    <a:lnTo>
                      <a:pt x="4" y="5"/>
                    </a:lnTo>
                    <a:lnTo>
                      <a:pt x="10" y="2"/>
                    </a:lnTo>
                    <a:lnTo>
                      <a:pt x="16" y="0"/>
                    </a:lnTo>
                    <a:lnTo>
                      <a:pt x="16" y="0"/>
                    </a:lnTo>
                    <a:lnTo>
                      <a:pt x="23" y="2"/>
                    </a:lnTo>
                    <a:lnTo>
                      <a:pt x="27" y="5"/>
                    </a:lnTo>
                    <a:lnTo>
                      <a:pt x="32" y="9"/>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3" name="Freeform 42"/>
              <p:cNvSpPr>
                <a:spLocks/>
              </p:cNvSpPr>
              <p:nvPr/>
            </p:nvSpPr>
            <p:spPr bwMode="auto">
              <a:xfrm>
                <a:off x="7588610" y="4179877"/>
                <a:ext cx="29349" cy="29349"/>
              </a:xfrm>
              <a:custGeom>
                <a:avLst/>
                <a:gdLst/>
                <a:ahLst/>
                <a:cxnLst>
                  <a:cxn ang="0">
                    <a:pos x="32" y="16"/>
                  </a:cxn>
                  <a:cxn ang="0">
                    <a:pos x="32" y="16"/>
                  </a:cxn>
                  <a:cxn ang="0">
                    <a:pos x="32" y="22"/>
                  </a:cxn>
                  <a:cxn ang="0">
                    <a:pos x="28" y="28"/>
                  </a:cxn>
                  <a:cxn ang="0">
                    <a:pos x="24" y="31"/>
                  </a:cxn>
                  <a:cxn ang="0">
                    <a:pos x="16" y="32"/>
                  </a:cxn>
                  <a:cxn ang="0">
                    <a:pos x="16" y="32"/>
                  </a:cxn>
                  <a:cxn ang="0">
                    <a:pos x="11" y="31"/>
                  </a:cxn>
                  <a:cxn ang="0">
                    <a:pos x="5" y="28"/>
                  </a:cxn>
                  <a:cxn ang="0">
                    <a:pos x="2" y="22"/>
                  </a:cxn>
                  <a:cxn ang="0">
                    <a:pos x="0" y="16"/>
                  </a:cxn>
                  <a:cxn ang="0">
                    <a:pos x="0" y="16"/>
                  </a:cxn>
                  <a:cxn ang="0">
                    <a:pos x="2" y="10"/>
                  </a:cxn>
                  <a:cxn ang="0">
                    <a:pos x="5" y="5"/>
                  </a:cxn>
                  <a:cxn ang="0">
                    <a:pos x="11" y="2"/>
                  </a:cxn>
                  <a:cxn ang="0">
                    <a:pos x="16" y="0"/>
                  </a:cxn>
                  <a:cxn ang="0">
                    <a:pos x="16" y="0"/>
                  </a:cxn>
                  <a:cxn ang="0">
                    <a:pos x="24" y="2"/>
                  </a:cxn>
                  <a:cxn ang="0">
                    <a:pos x="28" y="5"/>
                  </a:cxn>
                  <a:cxn ang="0">
                    <a:pos x="32" y="10"/>
                  </a:cxn>
                  <a:cxn ang="0">
                    <a:pos x="32" y="16"/>
                  </a:cxn>
                  <a:cxn ang="0">
                    <a:pos x="32" y="16"/>
                  </a:cxn>
                </a:cxnLst>
                <a:rect l="0" t="0" r="r" b="b"/>
                <a:pathLst>
                  <a:path w="32" h="32">
                    <a:moveTo>
                      <a:pt x="32" y="16"/>
                    </a:moveTo>
                    <a:lnTo>
                      <a:pt x="32" y="16"/>
                    </a:lnTo>
                    <a:lnTo>
                      <a:pt x="32" y="22"/>
                    </a:lnTo>
                    <a:lnTo>
                      <a:pt x="28" y="28"/>
                    </a:lnTo>
                    <a:lnTo>
                      <a:pt x="24" y="31"/>
                    </a:lnTo>
                    <a:lnTo>
                      <a:pt x="16" y="32"/>
                    </a:lnTo>
                    <a:lnTo>
                      <a:pt x="16" y="32"/>
                    </a:lnTo>
                    <a:lnTo>
                      <a:pt x="11" y="31"/>
                    </a:lnTo>
                    <a:lnTo>
                      <a:pt x="5" y="28"/>
                    </a:lnTo>
                    <a:lnTo>
                      <a:pt x="2" y="22"/>
                    </a:lnTo>
                    <a:lnTo>
                      <a:pt x="0" y="16"/>
                    </a:lnTo>
                    <a:lnTo>
                      <a:pt x="0" y="16"/>
                    </a:lnTo>
                    <a:lnTo>
                      <a:pt x="2" y="10"/>
                    </a:lnTo>
                    <a:lnTo>
                      <a:pt x="5" y="5"/>
                    </a:lnTo>
                    <a:lnTo>
                      <a:pt x="11" y="2"/>
                    </a:lnTo>
                    <a:lnTo>
                      <a:pt x="16" y="0"/>
                    </a:lnTo>
                    <a:lnTo>
                      <a:pt x="16" y="0"/>
                    </a:lnTo>
                    <a:lnTo>
                      <a:pt x="24" y="2"/>
                    </a:lnTo>
                    <a:lnTo>
                      <a:pt x="28" y="5"/>
                    </a:lnTo>
                    <a:lnTo>
                      <a:pt x="32"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4" name="Freeform 43"/>
              <p:cNvSpPr>
                <a:spLocks/>
              </p:cNvSpPr>
              <p:nvPr/>
            </p:nvSpPr>
            <p:spPr bwMode="auto">
              <a:xfrm>
                <a:off x="7680325" y="4172539"/>
                <a:ext cx="31184" cy="31184"/>
              </a:xfrm>
              <a:custGeom>
                <a:avLst/>
                <a:gdLst/>
                <a:ahLst/>
                <a:cxnLst>
                  <a:cxn ang="0">
                    <a:pos x="34" y="16"/>
                  </a:cxn>
                  <a:cxn ang="0">
                    <a:pos x="34" y="16"/>
                  </a:cxn>
                  <a:cxn ang="0">
                    <a:pos x="32" y="23"/>
                  </a:cxn>
                  <a:cxn ang="0">
                    <a:pos x="29" y="28"/>
                  </a:cxn>
                  <a:cxn ang="0">
                    <a:pos x="23" y="32"/>
                  </a:cxn>
                  <a:cxn ang="0">
                    <a:pos x="17" y="33"/>
                  </a:cxn>
                  <a:cxn ang="0">
                    <a:pos x="17" y="33"/>
                  </a:cxn>
                  <a:cxn ang="0">
                    <a:pos x="10" y="32"/>
                  </a:cxn>
                  <a:cxn ang="0">
                    <a:pos x="6" y="28"/>
                  </a:cxn>
                  <a:cxn ang="0">
                    <a:pos x="1" y="23"/>
                  </a:cxn>
                  <a:cxn ang="0">
                    <a:pos x="0" y="16"/>
                  </a:cxn>
                  <a:cxn ang="0">
                    <a:pos x="0" y="16"/>
                  </a:cxn>
                  <a:cxn ang="0">
                    <a:pos x="1" y="10"/>
                  </a:cxn>
                  <a:cxn ang="0">
                    <a:pos x="6" y="4"/>
                  </a:cxn>
                  <a:cxn ang="0">
                    <a:pos x="10" y="1"/>
                  </a:cxn>
                  <a:cxn ang="0">
                    <a:pos x="17" y="0"/>
                  </a:cxn>
                  <a:cxn ang="0">
                    <a:pos x="17" y="0"/>
                  </a:cxn>
                  <a:cxn ang="0">
                    <a:pos x="23" y="1"/>
                  </a:cxn>
                  <a:cxn ang="0">
                    <a:pos x="29" y="4"/>
                  </a:cxn>
                  <a:cxn ang="0">
                    <a:pos x="32" y="10"/>
                  </a:cxn>
                  <a:cxn ang="0">
                    <a:pos x="34" y="16"/>
                  </a:cxn>
                  <a:cxn ang="0">
                    <a:pos x="34" y="16"/>
                  </a:cxn>
                </a:cxnLst>
                <a:rect l="0" t="0" r="r" b="b"/>
                <a:pathLst>
                  <a:path w="34" h="33">
                    <a:moveTo>
                      <a:pt x="34" y="16"/>
                    </a:moveTo>
                    <a:lnTo>
                      <a:pt x="34" y="16"/>
                    </a:lnTo>
                    <a:lnTo>
                      <a:pt x="32" y="23"/>
                    </a:lnTo>
                    <a:lnTo>
                      <a:pt x="29" y="28"/>
                    </a:lnTo>
                    <a:lnTo>
                      <a:pt x="23" y="32"/>
                    </a:lnTo>
                    <a:lnTo>
                      <a:pt x="17" y="33"/>
                    </a:lnTo>
                    <a:lnTo>
                      <a:pt x="17" y="33"/>
                    </a:lnTo>
                    <a:lnTo>
                      <a:pt x="10" y="32"/>
                    </a:lnTo>
                    <a:lnTo>
                      <a:pt x="6" y="28"/>
                    </a:lnTo>
                    <a:lnTo>
                      <a:pt x="1" y="23"/>
                    </a:lnTo>
                    <a:lnTo>
                      <a:pt x="0" y="16"/>
                    </a:lnTo>
                    <a:lnTo>
                      <a:pt x="0" y="16"/>
                    </a:lnTo>
                    <a:lnTo>
                      <a:pt x="1" y="10"/>
                    </a:lnTo>
                    <a:lnTo>
                      <a:pt x="6" y="4"/>
                    </a:lnTo>
                    <a:lnTo>
                      <a:pt x="10" y="1"/>
                    </a:lnTo>
                    <a:lnTo>
                      <a:pt x="17" y="0"/>
                    </a:lnTo>
                    <a:lnTo>
                      <a:pt x="17" y="0"/>
                    </a:lnTo>
                    <a:lnTo>
                      <a:pt x="23" y="1"/>
                    </a:lnTo>
                    <a:lnTo>
                      <a:pt x="29" y="4"/>
                    </a:lnTo>
                    <a:lnTo>
                      <a:pt x="32" y="10"/>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5" name="Freeform 44"/>
              <p:cNvSpPr>
                <a:spLocks/>
              </p:cNvSpPr>
              <p:nvPr/>
            </p:nvSpPr>
            <p:spPr bwMode="auto">
              <a:xfrm>
                <a:off x="7700503" y="4139522"/>
                <a:ext cx="29349" cy="29349"/>
              </a:xfrm>
              <a:custGeom>
                <a:avLst/>
                <a:gdLst/>
                <a:ahLst/>
                <a:cxnLst>
                  <a:cxn ang="0">
                    <a:pos x="32" y="16"/>
                  </a:cxn>
                  <a:cxn ang="0">
                    <a:pos x="32" y="16"/>
                  </a:cxn>
                  <a:cxn ang="0">
                    <a:pos x="31" y="21"/>
                  </a:cxn>
                  <a:cxn ang="0">
                    <a:pos x="28" y="27"/>
                  </a:cxn>
                  <a:cxn ang="0">
                    <a:pos x="22" y="30"/>
                  </a:cxn>
                  <a:cxn ang="0">
                    <a:pos x="16" y="32"/>
                  </a:cxn>
                  <a:cxn ang="0">
                    <a:pos x="16" y="32"/>
                  </a:cxn>
                  <a:cxn ang="0">
                    <a:pos x="11" y="30"/>
                  </a:cxn>
                  <a:cxn ang="0">
                    <a:pos x="5" y="27"/>
                  </a:cxn>
                  <a:cxn ang="0">
                    <a:pos x="2" y="21"/>
                  </a:cxn>
                  <a:cxn ang="0">
                    <a:pos x="0" y="16"/>
                  </a:cxn>
                  <a:cxn ang="0">
                    <a:pos x="0" y="16"/>
                  </a:cxn>
                  <a:cxn ang="0">
                    <a:pos x="2" y="10"/>
                  </a:cxn>
                  <a:cxn ang="0">
                    <a:pos x="5" y="4"/>
                  </a:cxn>
                  <a:cxn ang="0">
                    <a:pos x="11"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1"/>
                    </a:lnTo>
                    <a:lnTo>
                      <a:pt x="28" y="27"/>
                    </a:lnTo>
                    <a:lnTo>
                      <a:pt x="22" y="30"/>
                    </a:lnTo>
                    <a:lnTo>
                      <a:pt x="16" y="32"/>
                    </a:lnTo>
                    <a:lnTo>
                      <a:pt x="16" y="32"/>
                    </a:lnTo>
                    <a:lnTo>
                      <a:pt x="11" y="30"/>
                    </a:lnTo>
                    <a:lnTo>
                      <a:pt x="5" y="27"/>
                    </a:lnTo>
                    <a:lnTo>
                      <a:pt x="2" y="21"/>
                    </a:lnTo>
                    <a:lnTo>
                      <a:pt x="0" y="16"/>
                    </a:lnTo>
                    <a:lnTo>
                      <a:pt x="0" y="16"/>
                    </a:lnTo>
                    <a:lnTo>
                      <a:pt x="2" y="10"/>
                    </a:lnTo>
                    <a:lnTo>
                      <a:pt x="5" y="4"/>
                    </a:lnTo>
                    <a:lnTo>
                      <a:pt x="11"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6" name="Freeform 45"/>
              <p:cNvSpPr>
                <a:spLocks/>
              </p:cNvSpPr>
              <p:nvPr/>
            </p:nvSpPr>
            <p:spPr bwMode="auto">
              <a:xfrm>
                <a:off x="7539084" y="4249580"/>
                <a:ext cx="29349" cy="29349"/>
              </a:xfrm>
              <a:custGeom>
                <a:avLst/>
                <a:gdLst/>
                <a:ahLst/>
                <a:cxnLst>
                  <a:cxn ang="0">
                    <a:pos x="32" y="17"/>
                  </a:cxn>
                  <a:cxn ang="0">
                    <a:pos x="32" y="17"/>
                  </a:cxn>
                  <a:cxn ang="0">
                    <a:pos x="31" y="22"/>
                  </a:cxn>
                  <a:cxn ang="0">
                    <a:pos x="28" y="28"/>
                  </a:cxn>
                  <a:cxn ang="0">
                    <a:pos x="22" y="31"/>
                  </a:cxn>
                  <a:cxn ang="0">
                    <a:pos x="16" y="33"/>
                  </a:cxn>
                  <a:cxn ang="0">
                    <a:pos x="16" y="33"/>
                  </a:cxn>
                  <a:cxn ang="0">
                    <a:pos x="9" y="31"/>
                  </a:cxn>
                  <a:cxn ang="0">
                    <a:pos x="4" y="28"/>
                  </a:cxn>
                  <a:cxn ang="0">
                    <a:pos x="0" y="22"/>
                  </a:cxn>
                  <a:cxn ang="0">
                    <a:pos x="0" y="17"/>
                  </a:cxn>
                  <a:cxn ang="0">
                    <a:pos x="0" y="17"/>
                  </a:cxn>
                  <a:cxn ang="0">
                    <a:pos x="0" y="11"/>
                  </a:cxn>
                  <a:cxn ang="0">
                    <a:pos x="4" y="5"/>
                  </a:cxn>
                  <a:cxn ang="0">
                    <a:pos x="9" y="2"/>
                  </a:cxn>
                  <a:cxn ang="0">
                    <a:pos x="16" y="0"/>
                  </a:cxn>
                  <a:cxn ang="0">
                    <a:pos x="16" y="0"/>
                  </a:cxn>
                  <a:cxn ang="0">
                    <a:pos x="22" y="2"/>
                  </a:cxn>
                  <a:cxn ang="0">
                    <a:pos x="28" y="5"/>
                  </a:cxn>
                  <a:cxn ang="0">
                    <a:pos x="31" y="11"/>
                  </a:cxn>
                  <a:cxn ang="0">
                    <a:pos x="32" y="17"/>
                  </a:cxn>
                  <a:cxn ang="0">
                    <a:pos x="32" y="17"/>
                  </a:cxn>
                </a:cxnLst>
                <a:rect l="0" t="0" r="r" b="b"/>
                <a:pathLst>
                  <a:path w="32" h="33">
                    <a:moveTo>
                      <a:pt x="32" y="17"/>
                    </a:moveTo>
                    <a:lnTo>
                      <a:pt x="32" y="17"/>
                    </a:lnTo>
                    <a:lnTo>
                      <a:pt x="31" y="22"/>
                    </a:lnTo>
                    <a:lnTo>
                      <a:pt x="28" y="28"/>
                    </a:lnTo>
                    <a:lnTo>
                      <a:pt x="22" y="31"/>
                    </a:lnTo>
                    <a:lnTo>
                      <a:pt x="16" y="33"/>
                    </a:lnTo>
                    <a:lnTo>
                      <a:pt x="16" y="33"/>
                    </a:lnTo>
                    <a:lnTo>
                      <a:pt x="9" y="31"/>
                    </a:lnTo>
                    <a:lnTo>
                      <a:pt x="4" y="28"/>
                    </a:lnTo>
                    <a:lnTo>
                      <a:pt x="0" y="22"/>
                    </a:lnTo>
                    <a:lnTo>
                      <a:pt x="0" y="17"/>
                    </a:lnTo>
                    <a:lnTo>
                      <a:pt x="0" y="17"/>
                    </a:lnTo>
                    <a:lnTo>
                      <a:pt x="0" y="11"/>
                    </a:lnTo>
                    <a:lnTo>
                      <a:pt x="4" y="5"/>
                    </a:lnTo>
                    <a:lnTo>
                      <a:pt x="9" y="2"/>
                    </a:lnTo>
                    <a:lnTo>
                      <a:pt x="16" y="0"/>
                    </a:lnTo>
                    <a:lnTo>
                      <a:pt x="16" y="0"/>
                    </a:lnTo>
                    <a:lnTo>
                      <a:pt x="22" y="2"/>
                    </a:lnTo>
                    <a:lnTo>
                      <a:pt x="28" y="5"/>
                    </a:lnTo>
                    <a:lnTo>
                      <a:pt x="31" y="11"/>
                    </a:lnTo>
                    <a:lnTo>
                      <a:pt x="32" y="17"/>
                    </a:lnTo>
                    <a:lnTo>
                      <a:pt x="32"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7" name="Freeform 46"/>
              <p:cNvSpPr>
                <a:spLocks/>
              </p:cNvSpPr>
              <p:nvPr/>
            </p:nvSpPr>
            <p:spPr bwMode="auto">
              <a:xfrm>
                <a:off x="7484055" y="4361472"/>
                <a:ext cx="29349" cy="29349"/>
              </a:xfrm>
              <a:custGeom>
                <a:avLst/>
                <a:gdLst/>
                <a:ahLst/>
                <a:cxnLst>
                  <a:cxn ang="0">
                    <a:pos x="32" y="16"/>
                  </a:cxn>
                  <a:cxn ang="0">
                    <a:pos x="32" y="16"/>
                  </a:cxn>
                  <a:cxn ang="0">
                    <a:pos x="31" y="22"/>
                  </a:cxn>
                  <a:cxn ang="0">
                    <a:pos x="28" y="28"/>
                  </a:cxn>
                  <a:cxn ang="0">
                    <a:pos x="22" y="31"/>
                  </a:cxn>
                  <a:cxn ang="0">
                    <a:pos x="16" y="33"/>
                  </a:cxn>
                  <a:cxn ang="0">
                    <a:pos x="16" y="33"/>
                  </a:cxn>
                  <a:cxn ang="0">
                    <a:pos x="10" y="31"/>
                  </a:cxn>
                  <a:cxn ang="0">
                    <a:pos x="5" y="28"/>
                  </a:cxn>
                  <a:cxn ang="0">
                    <a:pos x="2" y="22"/>
                  </a:cxn>
                  <a:cxn ang="0">
                    <a:pos x="0" y="16"/>
                  </a:cxn>
                  <a:cxn ang="0">
                    <a:pos x="0" y="16"/>
                  </a:cxn>
                  <a:cxn ang="0">
                    <a:pos x="2" y="11"/>
                  </a:cxn>
                  <a:cxn ang="0">
                    <a:pos x="5" y="5"/>
                  </a:cxn>
                  <a:cxn ang="0">
                    <a:pos x="10" y="2"/>
                  </a:cxn>
                  <a:cxn ang="0">
                    <a:pos x="16" y="0"/>
                  </a:cxn>
                  <a:cxn ang="0">
                    <a:pos x="16" y="0"/>
                  </a:cxn>
                  <a:cxn ang="0">
                    <a:pos x="22" y="2"/>
                  </a:cxn>
                  <a:cxn ang="0">
                    <a:pos x="28" y="5"/>
                  </a:cxn>
                  <a:cxn ang="0">
                    <a:pos x="31" y="11"/>
                  </a:cxn>
                  <a:cxn ang="0">
                    <a:pos x="32" y="16"/>
                  </a:cxn>
                  <a:cxn ang="0">
                    <a:pos x="32" y="16"/>
                  </a:cxn>
                </a:cxnLst>
                <a:rect l="0" t="0" r="r" b="b"/>
                <a:pathLst>
                  <a:path w="32" h="33">
                    <a:moveTo>
                      <a:pt x="32" y="16"/>
                    </a:moveTo>
                    <a:lnTo>
                      <a:pt x="32" y="16"/>
                    </a:lnTo>
                    <a:lnTo>
                      <a:pt x="31" y="22"/>
                    </a:lnTo>
                    <a:lnTo>
                      <a:pt x="28" y="28"/>
                    </a:lnTo>
                    <a:lnTo>
                      <a:pt x="22" y="31"/>
                    </a:lnTo>
                    <a:lnTo>
                      <a:pt x="16" y="33"/>
                    </a:lnTo>
                    <a:lnTo>
                      <a:pt x="16" y="33"/>
                    </a:lnTo>
                    <a:lnTo>
                      <a:pt x="10" y="31"/>
                    </a:lnTo>
                    <a:lnTo>
                      <a:pt x="5" y="28"/>
                    </a:lnTo>
                    <a:lnTo>
                      <a:pt x="2" y="22"/>
                    </a:lnTo>
                    <a:lnTo>
                      <a:pt x="0" y="16"/>
                    </a:lnTo>
                    <a:lnTo>
                      <a:pt x="0" y="16"/>
                    </a:lnTo>
                    <a:lnTo>
                      <a:pt x="2" y="11"/>
                    </a:lnTo>
                    <a:lnTo>
                      <a:pt x="5" y="5"/>
                    </a:lnTo>
                    <a:lnTo>
                      <a:pt x="10" y="2"/>
                    </a:lnTo>
                    <a:lnTo>
                      <a:pt x="16" y="0"/>
                    </a:lnTo>
                    <a:lnTo>
                      <a:pt x="16" y="0"/>
                    </a:lnTo>
                    <a:lnTo>
                      <a:pt x="22" y="2"/>
                    </a:lnTo>
                    <a:lnTo>
                      <a:pt x="28" y="5"/>
                    </a:lnTo>
                    <a:lnTo>
                      <a:pt x="31" y="11"/>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8" name="Freeform 47"/>
              <p:cNvSpPr>
                <a:spLocks/>
              </p:cNvSpPr>
              <p:nvPr/>
            </p:nvSpPr>
            <p:spPr bwMode="auto">
              <a:xfrm>
                <a:off x="7693166" y="4236739"/>
                <a:ext cx="29349" cy="31184"/>
              </a:xfrm>
              <a:custGeom>
                <a:avLst/>
                <a:gdLst/>
                <a:ahLst/>
                <a:cxnLst>
                  <a:cxn ang="0">
                    <a:pos x="32" y="17"/>
                  </a:cxn>
                  <a:cxn ang="0">
                    <a:pos x="32" y="17"/>
                  </a:cxn>
                  <a:cxn ang="0">
                    <a:pos x="31" y="23"/>
                  </a:cxn>
                  <a:cxn ang="0">
                    <a:pos x="28" y="29"/>
                  </a:cxn>
                  <a:cxn ang="0">
                    <a:pos x="22" y="32"/>
                  </a:cxn>
                  <a:cxn ang="0">
                    <a:pos x="16" y="33"/>
                  </a:cxn>
                  <a:cxn ang="0">
                    <a:pos x="16" y="33"/>
                  </a:cxn>
                  <a:cxn ang="0">
                    <a:pos x="10" y="32"/>
                  </a:cxn>
                  <a:cxn ang="0">
                    <a:pos x="4" y="29"/>
                  </a:cxn>
                  <a:cxn ang="0">
                    <a:pos x="2" y="23"/>
                  </a:cxn>
                  <a:cxn ang="0">
                    <a:pos x="0" y="17"/>
                  </a:cxn>
                  <a:cxn ang="0">
                    <a:pos x="0" y="17"/>
                  </a:cxn>
                  <a:cxn ang="0">
                    <a:pos x="2"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9"/>
                    </a:lnTo>
                    <a:lnTo>
                      <a:pt x="22" y="32"/>
                    </a:lnTo>
                    <a:lnTo>
                      <a:pt x="16" y="33"/>
                    </a:lnTo>
                    <a:lnTo>
                      <a:pt x="16" y="33"/>
                    </a:lnTo>
                    <a:lnTo>
                      <a:pt x="10" y="32"/>
                    </a:lnTo>
                    <a:lnTo>
                      <a:pt x="4" y="29"/>
                    </a:lnTo>
                    <a:lnTo>
                      <a:pt x="2" y="23"/>
                    </a:lnTo>
                    <a:lnTo>
                      <a:pt x="0" y="17"/>
                    </a:lnTo>
                    <a:lnTo>
                      <a:pt x="0" y="17"/>
                    </a:lnTo>
                    <a:lnTo>
                      <a:pt x="2"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29" name="Freeform 48"/>
              <p:cNvSpPr>
                <a:spLocks/>
              </p:cNvSpPr>
              <p:nvPr/>
            </p:nvSpPr>
            <p:spPr bwMode="auto">
              <a:xfrm>
                <a:off x="7724348" y="4174373"/>
                <a:ext cx="29349" cy="29349"/>
              </a:xfrm>
              <a:custGeom>
                <a:avLst/>
                <a:gdLst/>
                <a:ahLst/>
                <a:cxnLst>
                  <a:cxn ang="0">
                    <a:pos x="32" y="16"/>
                  </a:cxn>
                  <a:cxn ang="0">
                    <a:pos x="32" y="16"/>
                  </a:cxn>
                  <a:cxn ang="0">
                    <a:pos x="30" y="22"/>
                  </a:cxn>
                  <a:cxn ang="0">
                    <a:pos x="27" y="28"/>
                  </a:cxn>
                  <a:cxn ang="0">
                    <a:pos x="21" y="31"/>
                  </a:cxn>
                  <a:cxn ang="0">
                    <a:pos x="16" y="32"/>
                  </a:cxn>
                  <a:cxn ang="0">
                    <a:pos x="16" y="32"/>
                  </a:cxn>
                  <a:cxn ang="0">
                    <a:pos x="10" y="31"/>
                  </a:cxn>
                  <a:cxn ang="0">
                    <a:pos x="4" y="28"/>
                  </a:cxn>
                  <a:cxn ang="0">
                    <a:pos x="1" y="22"/>
                  </a:cxn>
                  <a:cxn ang="0">
                    <a:pos x="0" y="16"/>
                  </a:cxn>
                  <a:cxn ang="0">
                    <a:pos x="0" y="16"/>
                  </a:cxn>
                  <a:cxn ang="0">
                    <a:pos x="1" y="11"/>
                  </a:cxn>
                  <a:cxn ang="0">
                    <a:pos x="4" y="5"/>
                  </a:cxn>
                  <a:cxn ang="0">
                    <a:pos x="10" y="2"/>
                  </a:cxn>
                  <a:cxn ang="0">
                    <a:pos x="16" y="0"/>
                  </a:cxn>
                  <a:cxn ang="0">
                    <a:pos x="16" y="0"/>
                  </a:cxn>
                  <a:cxn ang="0">
                    <a:pos x="21" y="2"/>
                  </a:cxn>
                  <a:cxn ang="0">
                    <a:pos x="27" y="5"/>
                  </a:cxn>
                  <a:cxn ang="0">
                    <a:pos x="30" y="11"/>
                  </a:cxn>
                  <a:cxn ang="0">
                    <a:pos x="32" y="16"/>
                  </a:cxn>
                  <a:cxn ang="0">
                    <a:pos x="32" y="16"/>
                  </a:cxn>
                </a:cxnLst>
                <a:rect l="0" t="0" r="r" b="b"/>
                <a:pathLst>
                  <a:path w="32" h="32">
                    <a:moveTo>
                      <a:pt x="32" y="16"/>
                    </a:moveTo>
                    <a:lnTo>
                      <a:pt x="32" y="16"/>
                    </a:lnTo>
                    <a:lnTo>
                      <a:pt x="30" y="22"/>
                    </a:lnTo>
                    <a:lnTo>
                      <a:pt x="27" y="28"/>
                    </a:lnTo>
                    <a:lnTo>
                      <a:pt x="21" y="31"/>
                    </a:lnTo>
                    <a:lnTo>
                      <a:pt x="16" y="32"/>
                    </a:lnTo>
                    <a:lnTo>
                      <a:pt x="16" y="32"/>
                    </a:lnTo>
                    <a:lnTo>
                      <a:pt x="10" y="31"/>
                    </a:lnTo>
                    <a:lnTo>
                      <a:pt x="4" y="28"/>
                    </a:lnTo>
                    <a:lnTo>
                      <a:pt x="1" y="22"/>
                    </a:lnTo>
                    <a:lnTo>
                      <a:pt x="0" y="16"/>
                    </a:lnTo>
                    <a:lnTo>
                      <a:pt x="0" y="16"/>
                    </a:lnTo>
                    <a:lnTo>
                      <a:pt x="1" y="11"/>
                    </a:lnTo>
                    <a:lnTo>
                      <a:pt x="4" y="5"/>
                    </a:lnTo>
                    <a:lnTo>
                      <a:pt x="10" y="2"/>
                    </a:lnTo>
                    <a:lnTo>
                      <a:pt x="16" y="0"/>
                    </a:lnTo>
                    <a:lnTo>
                      <a:pt x="16" y="0"/>
                    </a:lnTo>
                    <a:lnTo>
                      <a:pt x="21" y="2"/>
                    </a:lnTo>
                    <a:lnTo>
                      <a:pt x="27" y="5"/>
                    </a:lnTo>
                    <a:lnTo>
                      <a:pt x="30" y="11"/>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0" name="Freeform 49"/>
              <p:cNvSpPr>
                <a:spLocks/>
              </p:cNvSpPr>
              <p:nvPr/>
            </p:nvSpPr>
            <p:spPr bwMode="auto">
              <a:xfrm>
                <a:off x="7759200" y="4156030"/>
                <a:ext cx="31184" cy="29349"/>
              </a:xfrm>
              <a:custGeom>
                <a:avLst/>
                <a:gdLst/>
                <a:ahLst/>
                <a:cxnLst>
                  <a:cxn ang="0">
                    <a:pos x="32" y="16"/>
                  </a:cxn>
                  <a:cxn ang="0">
                    <a:pos x="32" y="16"/>
                  </a:cxn>
                  <a:cxn ang="0">
                    <a:pos x="31" y="22"/>
                  </a:cxn>
                  <a:cxn ang="0">
                    <a:pos x="28" y="28"/>
                  </a:cxn>
                  <a:cxn ang="0">
                    <a:pos x="22" y="31"/>
                  </a:cxn>
                  <a:cxn ang="0">
                    <a:pos x="16" y="32"/>
                  </a:cxn>
                  <a:cxn ang="0">
                    <a:pos x="16" y="32"/>
                  </a:cxn>
                  <a:cxn ang="0">
                    <a:pos x="10" y="31"/>
                  </a:cxn>
                  <a:cxn ang="0">
                    <a:pos x="4" y="28"/>
                  </a:cxn>
                  <a:cxn ang="0">
                    <a:pos x="1" y="22"/>
                  </a:cxn>
                  <a:cxn ang="0">
                    <a:pos x="0" y="16"/>
                  </a:cxn>
                  <a:cxn ang="0">
                    <a:pos x="0" y="16"/>
                  </a:cxn>
                  <a:cxn ang="0">
                    <a:pos x="1" y="10"/>
                  </a:cxn>
                  <a:cxn ang="0">
                    <a:pos x="4" y="4"/>
                  </a:cxn>
                  <a:cxn ang="0">
                    <a:pos x="10" y="1"/>
                  </a:cxn>
                  <a:cxn ang="0">
                    <a:pos x="16" y="0"/>
                  </a:cxn>
                  <a:cxn ang="0">
                    <a:pos x="16" y="0"/>
                  </a:cxn>
                  <a:cxn ang="0">
                    <a:pos x="22"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10" y="31"/>
                    </a:lnTo>
                    <a:lnTo>
                      <a:pt x="4" y="28"/>
                    </a:lnTo>
                    <a:lnTo>
                      <a:pt x="1" y="22"/>
                    </a:lnTo>
                    <a:lnTo>
                      <a:pt x="0" y="16"/>
                    </a:lnTo>
                    <a:lnTo>
                      <a:pt x="0" y="16"/>
                    </a:lnTo>
                    <a:lnTo>
                      <a:pt x="1" y="10"/>
                    </a:lnTo>
                    <a:lnTo>
                      <a:pt x="4" y="4"/>
                    </a:lnTo>
                    <a:lnTo>
                      <a:pt x="10" y="1"/>
                    </a:lnTo>
                    <a:lnTo>
                      <a:pt x="16" y="0"/>
                    </a:lnTo>
                    <a:lnTo>
                      <a:pt x="16" y="0"/>
                    </a:lnTo>
                    <a:lnTo>
                      <a:pt x="22" y="1"/>
                    </a:lnTo>
                    <a:lnTo>
                      <a:pt x="28" y="4"/>
                    </a:lnTo>
                    <a:lnTo>
                      <a:pt x="31"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1" name="Freeform 50"/>
              <p:cNvSpPr>
                <a:spLocks/>
              </p:cNvSpPr>
              <p:nvPr/>
            </p:nvSpPr>
            <p:spPr bwMode="auto">
              <a:xfrm>
                <a:off x="7759200" y="4194551"/>
                <a:ext cx="31184" cy="29349"/>
              </a:xfrm>
              <a:custGeom>
                <a:avLst/>
                <a:gdLst/>
                <a:ahLst/>
                <a:cxnLst>
                  <a:cxn ang="0">
                    <a:pos x="34" y="16"/>
                  </a:cxn>
                  <a:cxn ang="0">
                    <a:pos x="34" y="16"/>
                  </a:cxn>
                  <a:cxn ang="0">
                    <a:pos x="32" y="24"/>
                  </a:cxn>
                  <a:cxn ang="0">
                    <a:pos x="28" y="28"/>
                  </a:cxn>
                  <a:cxn ang="0">
                    <a:pos x="23" y="32"/>
                  </a:cxn>
                  <a:cxn ang="0">
                    <a:pos x="17" y="34"/>
                  </a:cxn>
                  <a:cxn ang="0">
                    <a:pos x="17" y="34"/>
                  </a:cxn>
                  <a:cxn ang="0">
                    <a:pos x="10" y="32"/>
                  </a:cxn>
                  <a:cxn ang="0">
                    <a:pos x="6" y="28"/>
                  </a:cxn>
                  <a:cxn ang="0">
                    <a:pos x="1" y="24"/>
                  </a:cxn>
                  <a:cxn ang="0">
                    <a:pos x="0" y="16"/>
                  </a:cxn>
                  <a:cxn ang="0">
                    <a:pos x="0" y="16"/>
                  </a:cxn>
                  <a:cxn ang="0">
                    <a:pos x="1" y="10"/>
                  </a:cxn>
                  <a:cxn ang="0">
                    <a:pos x="6" y="5"/>
                  </a:cxn>
                  <a:cxn ang="0">
                    <a:pos x="10" y="2"/>
                  </a:cxn>
                  <a:cxn ang="0">
                    <a:pos x="17" y="0"/>
                  </a:cxn>
                  <a:cxn ang="0">
                    <a:pos x="17" y="0"/>
                  </a:cxn>
                  <a:cxn ang="0">
                    <a:pos x="23" y="2"/>
                  </a:cxn>
                  <a:cxn ang="0">
                    <a:pos x="28" y="5"/>
                  </a:cxn>
                  <a:cxn ang="0">
                    <a:pos x="32" y="10"/>
                  </a:cxn>
                  <a:cxn ang="0">
                    <a:pos x="34" y="16"/>
                  </a:cxn>
                  <a:cxn ang="0">
                    <a:pos x="34" y="16"/>
                  </a:cxn>
                </a:cxnLst>
                <a:rect l="0" t="0" r="r" b="b"/>
                <a:pathLst>
                  <a:path w="34" h="34">
                    <a:moveTo>
                      <a:pt x="34" y="16"/>
                    </a:moveTo>
                    <a:lnTo>
                      <a:pt x="34" y="16"/>
                    </a:lnTo>
                    <a:lnTo>
                      <a:pt x="32" y="24"/>
                    </a:lnTo>
                    <a:lnTo>
                      <a:pt x="28" y="28"/>
                    </a:lnTo>
                    <a:lnTo>
                      <a:pt x="23" y="32"/>
                    </a:lnTo>
                    <a:lnTo>
                      <a:pt x="17" y="34"/>
                    </a:lnTo>
                    <a:lnTo>
                      <a:pt x="17" y="34"/>
                    </a:lnTo>
                    <a:lnTo>
                      <a:pt x="10" y="32"/>
                    </a:lnTo>
                    <a:lnTo>
                      <a:pt x="6" y="28"/>
                    </a:lnTo>
                    <a:lnTo>
                      <a:pt x="1" y="24"/>
                    </a:lnTo>
                    <a:lnTo>
                      <a:pt x="0" y="16"/>
                    </a:lnTo>
                    <a:lnTo>
                      <a:pt x="0" y="16"/>
                    </a:lnTo>
                    <a:lnTo>
                      <a:pt x="1" y="10"/>
                    </a:lnTo>
                    <a:lnTo>
                      <a:pt x="6" y="5"/>
                    </a:lnTo>
                    <a:lnTo>
                      <a:pt x="10" y="2"/>
                    </a:lnTo>
                    <a:lnTo>
                      <a:pt x="17" y="0"/>
                    </a:lnTo>
                    <a:lnTo>
                      <a:pt x="17" y="0"/>
                    </a:lnTo>
                    <a:lnTo>
                      <a:pt x="23" y="2"/>
                    </a:lnTo>
                    <a:lnTo>
                      <a:pt x="28" y="5"/>
                    </a:lnTo>
                    <a:lnTo>
                      <a:pt x="32" y="10"/>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2" name="Freeform 51"/>
              <p:cNvSpPr>
                <a:spLocks/>
              </p:cNvSpPr>
              <p:nvPr/>
            </p:nvSpPr>
            <p:spPr bwMode="auto">
              <a:xfrm>
                <a:off x="7839910" y="4234906"/>
                <a:ext cx="29349" cy="29349"/>
              </a:xfrm>
              <a:custGeom>
                <a:avLst/>
                <a:gdLst/>
                <a:ahLst/>
                <a:cxnLst>
                  <a:cxn ang="0">
                    <a:pos x="33" y="16"/>
                  </a:cxn>
                  <a:cxn ang="0">
                    <a:pos x="33" y="16"/>
                  </a:cxn>
                  <a:cxn ang="0">
                    <a:pos x="33" y="22"/>
                  </a:cxn>
                  <a:cxn ang="0">
                    <a:pos x="28" y="28"/>
                  </a:cxn>
                  <a:cxn ang="0">
                    <a:pos x="24" y="31"/>
                  </a:cxn>
                  <a:cxn ang="0">
                    <a:pos x="16" y="33"/>
                  </a:cxn>
                  <a:cxn ang="0">
                    <a:pos x="16" y="33"/>
                  </a:cxn>
                  <a:cxn ang="0">
                    <a:pos x="11" y="31"/>
                  </a:cxn>
                  <a:cxn ang="0">
                    <a:pos x="5" y="28"/>
                  </a:cxn>
                  <a:cxn ang="0">
                    <a:pos x="2" y="22"/>
                  </a:cxn>
                  <a:cxn ang="0">
                    <a:pos x="0" y="16"/>
                  </a:cxn>
                  <a:cxn ang="0">
                    <a:pos x="0" y="16"/>
                  </a:cxn>
                  <a:cxn ang="0">
                    <a:pos x="2" y="11"/>
                  </a:cxn>
                  <a:cxn ang="0">
                    <a:pos x="5" y="5"/>
                  </a:cxn>
                  <a:cxn ang="0">
                    <a:pos x="11" y="2"/>
                  </a:cxn>
                  <a:cxn ang="0">
                    <a:pos x="16" y="0"/>
                  </a:cxn>
                  <a:cxn ang="0">
                    <a:pos x="16" y="0"/>
                  </a:cxn>
                  <a:cxn ang="0">
                    <a:pos x="24" y="2"/>
                  </a:cxn>
                  <a:cxn ang="0">
                    <a:pos x="28" y="5"/>
                  </a:cxn>
                  <a:cxn ang="0">
                    <a:pos x="33" y="11"/>
                  </a:cxn>
                  <a:cxn ang="0">
                    <a:pos x="33" y="16"/>
                  </a:cxn>
                  <a:cxn ang="0">
                    <a:pos x="33" y="16"/>
                  </a:cxn>
                </a:cxnLst>
                <a:rect l="0" t="0" r="r" b="b"/>
                <a:pathLst>
                  <a:path w="33" h="33">
                    <a:moveTo>
                      <a:pt x="33" y="16"/>
                    </a:moveTo>
                    <a:lnTo>
                      <a:pt x="33" y="16"/>
                    </a:lnTo>
                    <a:lnTo>
                      <a:pt x="33" y="22"/>
                    </a:lnTo>
                    <a:lnTo>
                      <a:pt x="28" y="28"/>
                    </a:lnTo>
                    <a:lnTo>
                      <a:pt x="24" y="31"/>
                    </a:lnTo>
                    <a:lnTo>
                      <a:pt x="16" y="33"/>
                    </a:lnTo>
                    <a:lnTo>
                      <a:pt x="16" y="33"/>
                    </a:lnTo>
                    <a:lnTo>
                      <a:pt x="11" y="31"/>
                    </a:lnTo>
                    <a:lnTo>
                      <a:pt x="5" y="28"/>
                    </a:lnTo>
                    <a:lnTo>
                      <a:pt x="2" y="22"/>
                    </a:lnTo>
                    <a:lnTo>
                      <a:pt x="0" y="16"/>
                    </a:lnTo>
                    <a:lnTo>
                      <a:pt x="0" y="16"/>
                    </a:lnTo>
                    <a:lnTo>
                      <a:pt x="2" y="11"/>
                    </a:lnTo>
                    <a:lnTo>
                      <a:pt x="5" y="5"/>
                    </a:lnTo>
                    <a:lnTo>
                      <a:pt x="11" y="2"/>
                    </a:lnTo>
                    <a:lnTo>
                      <a:pt x="16" y="0"/>
                    </a:lnTo>
                    <a:lnTo>
                      <a:pt x="16" y="0"/>
                    </a:lnTo>
                    <a:lnTo>
                      <a:pt x="24" y="2"/>
                    </a:lnTo>
                    <a:lnTo>
                      <a:pt x="28" y="5"/>
                    </a:lnTo>
                    <a:lnTo>
                      <a:pt x="33" y="11"/>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3" name="Freeform 52"/>
              <p:cNvSpPr>
                <a:spLocks/>
              </p:cNvSpPr>
              <p:nvPr/>
            </p:nvSpPr>
            <p:spPr bwMode="auto">
              <a:xfrm>
                <a:off x="7801389" y="4212894"/>
                <a:ext cx="29349" cy="29349"/>
              </a:xfrm>
              <a:custGeom>
                <a:avLst/>
                <a:gdLst/>
                <a:ahLst/>
                <a:cxnLst>
                  <a:cxn ang="0">
                    <a:pos x="32" y="16"/>
                  </a:cxn>
                  <a:cxn ang="0">
                    <a:pos x="32" y="16"/>
                  </a:cxn>
                  <a:cxn ang="0">
                    <a:pos x="32" y="22"/>
                  </a:cxn>
                  <a:cxn ang="0">
                    <a:pos x="28" y="27"/>
                  </a:cxn>
                  <a:cxn ang="0">
                    <a:pos x="23" y="30"/>
                  </a:cxn>
                  <a:cxn ang="0">
                    <a:pos x="16" y="32"/>
                  </a:cxn>
                  <a:cxn ang="0">
                    <a:pos x="16" y="32"/>
                  </a:cxn>
                  <a:cxn ang="0">
                    <a:pos x="10" y="30"/>
                  </a:cxn>
                  <a:cxn ang="0">
                    <a:pos x="5" y="27"/>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2" y="10"/>
                  </a:cxn>
                  <a:cxn ang="0">
                    <a:pos x="32" y="16"/>
                  </a:cxn>
                  <a:cxn ang="0">
                    <a:pos x="32" y="16"/>
                  </a:cxn>
                </a:cxnLst>
                <a:rect l="0" t="0" r="r" b="b"/>
                <a:pathLst>
                  <a:path w="32" h="32">
                    <a:moveTo>
                      <a:pt x="32" y="16"/>
                    </a:moveTo>
                    <a:lnTo>
                      <a:pt x="32" y="16"/>
                    </a:lnTo>
                    <a:lnTo>
                      <a:pt x="32" y="22"/>
                    </a:lnTo>
                    <a:lnTo>
                      <a:pt x="28" y="27"/>
                    </a:lnTo>
                    <a:lnTo>
                      <a:pt x="23" y="30"/>
                    </a:lnTo>
                    <a:lnTo>
                      <a:pt x="16" y="32"/>
                    </a:lnTo>
                    <a:lnTo>
                      <a:pt x="16" y="32"/>
                    </a:lnTo>
                    <a:lnTo>
                      <a:pt x="10" y="30"/>
                    </a:lnTo>
                    <a:lnTo>
                      <a:pt x="5" y="27"/>
                    </a:lnTo>
                    <a:lnTo>
                      <a:pt x="2" y="22"/>
                    </a:lnTo>
                    <a:lnTo>
                      <a:pt x="0" y="16"/>
                    </a:lnTo>
                    <a:lnTo>
                      <a:pt x="0" y="16"/>
                    </a:lnTo>
                    <a:lnTo>
                      <a:pt x="2" y="10"/>
                    </a:lnTo>
                    <a:lnTo>
                      <a:pt x="5" y="4"/>
                    </a:lnTo>
                    <a:lnTo>
                      <a:pt x="10" y="1"/>
                    </a:lnTo>
                    <a:lnTo>
                      <a:pt x="16" y="0"/>
                    </a:lnTo>
                    <a:lnTo>
                      <a:pt x="16" y="0"/>
                    </a:lnTo>
                    <a:lnTo>
                      <a:pt x="23" y="1"/>
                    </a:lnTo>
                    <a:lnTo>
                      <a:pt x="28" y="4"/>
                    </a:lnTo>
                    <a:lnTo>
                      <a:pt x="32"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4" name="Freeform 53"/>
              <p:cNvSpPr>
                <a:spLocks/>
              </p:cNvSpPr>
              <p:nvPr/>
            </p:nvSpPr>
            <p:spPr bwMode="auto">
              <a:xfrm>
                <a:off x="7792218" y="4115675"/>
                <a:ext cx="29349" cy="29349"/>
              </a:xfrm>
              <a:custGeom>
                <a:avLst/>
                <a:gdLst/>
                <a:ahLst/>
                <a:cxnLst>
                  <a:cxn ang="0">
                    <a:pos x="32" y="16"/>
                  </a:cxn>
                  <a:cxn ang="0">
                    <a:pos x="32" y="16"/>
                  </a:cxn>
                  <a:cxn ang="0">
                    <a:pos x="31" y="24"/>
                  </a:cxn>
                  <a:cxn ang="0">
                    <a:pos x="28" y="28"/>
                  </a:cxn>
                  <a:cxn ang="0">
                    <a:pos x="22" y="32"/>
                  </a:cxn>
                  <a:cxn ang="0">
                    <a:pos x="16" y="34"/>
                  </a:cxn>
                  <a:cxn ang="0">
                    <a:pos x="16" y="34"/>
                  </a:cxn>
                  <a:cxn ang="0">
                    <a:pos x="10" y="32"/>
                  </a:cxn>
                  <a:cxn ang="0">
                    <a:pos x="4" y="28"/>
                  </a:cxn>
                  <a:cxn ang="0">
                    <a:pos x="1" y="24"/>
                  </a:cxn>
                  <a:cxn ang="0">
                    <a:pos x="0" y="16"/>
                  </a:cxn>
                  <a:cxn ang="0">
                    <a:pos x="0" y="16"/>
                  </a:cxn>
                  <a:cxn ang="0">
                    <a:pos x="1" y="11"/>
                  </a:cxn>
                  <a:cxn ang="0">
                    <a:pos x="4" y="6"/>
                  </a:cxn>
                  <a:cxn ang="0">
                    <a:pos x="10" y="2"/>
                  </a:cxn>
                  <a:cxn ang="0">
                    <a:pos x="16" y="0"/>
                  </a:cxn>
                  <a:cxn ang="0">
                    <a:pos x="16" y="0"/>
                  </a:cxn>
                  <a:cxn ang="0">
                    <a:pos x="22" y="2"/>
                  </a:cxn>
                  <a:cxn ang="0">
                    <a:pos x="28" y="6"/>
                  </a:cxn>
                  <a:cxn ang="0">
                    <a:pos x="31" y="11"/>
                  </a:cxn>
                  <a:cxn ang="0">
                    <a:pos x="32" y="16"/>
                  </a:cxn>
                  <a:cxn ang="0">
                    <a:pos x="32" y="16"/>
                  </a:cxn>
                </a:cxnLst>
                <a:rect l="0" t="0" r="r" b="b"/>
                <a:pathLst>
                  <a:path w="32" h="34">
                    <a:moveTo>
                      <a:pt x="32" y="16"/>
                    </a:moveTo>
                    <a:lnTo>
                      <a:pt x="32" y="16"/>
                    </a:lnTo>
                    <a:lnTo>
                      <a:pt x="31" y="24"/>
                    </a:lnTo>
                    <a:lnTo>
                      <a:pt x="28" y="28"/>
                    </a:lnTo>
                    <a:lnTo>
                      <a:pt x="22" y="32"/>
                    </a:lnTo>
                    <a:lnTo>
                      <a:pt x="16" y="34"/>
                    </a:lnTo>
                    <a:lnTo>
                      <a:pt x="16" y="34"/>
                    </a:lnTo>
                    <a:lnTo>
                      <a:pt x="10" y="32"/>
                    </a:lnTo>
                    <a:lnTo>
                      <a:pt x="4" y="28"/>
                    </a:lnTo>
                    <a:lnTo>
                      <a:pt x="1" y="24"/>
                    </a:lnTo>
                    <a:lnTo>
                      <a:pt x="0" y="16"/>
                    </a:lnTo>
                    <a:lnTo>
                      <a:pt x="0" y="16"/>
                    </a:lnTo>
                    <a:lnTo>
                      <a:pt x="1" y="11"/>
                    </a:lnTo>
                    <a:lnTo>
                      <a:pt x="4" y="6"/>
                    </a:lnTo>
                    <a:lnTo>
                      <a:pt x="10" y="2"/>
                    </a:lnTo>
                    <a:lnTo>
                      <a:pt x="16" y="0"/>
                    </a:lnTo>
                    <a:lnTo>
                      <a:pt x="16" y="0"/>
                    </a:lnTo>
                    <a:lnTo>
                      <a:pt x="22" y="2"/>
                    </a:lnTo>
                    <a:lnTo>
                      <a:pt x="28" y="6"/>
                    </a:lnTo>
                    <a:lnTo>
                      <a:pt x="31" y="11"/>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5" name="Freeform 54"/>
              <p:cNvSpPr>
                <a:spLocks/>
              </p:cNvSpPr>
              <p:nvPr/>
            </p:nvSpPr>
            <p:spPr bwMode="auto">
              <a:xfrm>
                <a:off x="7839910" y="4194551"/>
                <a:ext cx="29349" cy="29349"/>
              </a:xfrm>
              <a:custGeom>
                <a:avLst/>
                <a:gdLst/>
                <a:ahLst/>
                <a:cxnLst>
                  <a:cxn ang="0">
                    <a:pos x="33" y="16"/>
                  </a:cxn>
                  <a:cxn ang="0">
                    <a:pos x="33" y="16"/>
                  </a:cxn>
                  <a:cxn ang="0">
                    <a:pos x="33" y="23"/>
                  </a:cxn>
                  <a:cxn ang="0">
                    <a:pos x="28" y="27"/>
                  </a:cxn>
                  <a:cxn ang="0">
                    <a:pos x="24" y="32"/>
                  </a:cxn>
                  <a:cxn ang="0">
                    <a:pos x="16" y="32"/>
                  </a:cxn>
                  <a:cxn ang="0">
                    <a:pos x="16" y="32"/>
                  </a:cxn>
                  <a:cxn ang="0">
                    <a:pos x="11" y="32"/>
                  </a:cxn>
                  <a:cxn ang="0">
                    <a:pos x="5" y="27"/>
                  </a:cxn>
                  <a:cxn ang="0">
                    <a:pos x="2" y="23"/>
                  </a:cxn>
                  <a:cxn ang="0">
                    <a:pos x="0" y="16"/>
                  </a:cxn>
                  <a:cxn ang="0">
                    <a:pos x="0" y="16"/>
                  </a:cxn>
                  <a:cxn ang="0">
                    <a:pos x="2" y="10"/>
                  </a:cxn>
                  <a:cxn ang="0">
                    <a:pos x="5" y="4"/>
                  </a:cxn>
                  <a:cxn ang="0">
                    <a:pos x="11" y="1"/>
                  </a:cxn>
                  <a:cxn ang="0">
                    <a:pos x="16" y="0"/>
                  </a:cxn>
                  <a:cxn ang="0">
                    <a:pos x="16" y="0"/>
                  </a:cxn>
                  <a:cxn ang="0">
                    <a:pos x="24" y="1"/>
                  </a:cxn>
                  <a:cxn ang="0">
                    <a:pos x="28" y="4"/>
                  </a:cxn>
                  <a:cxn ang="0">
                    <a:pos x="33" y="10"/>
                  </a:cxn>
                  <a:cxn ang="0">
                    <a:pos x="33" y="16"/>
                  </a:cxn>
                  <a:cxn ang="0">
                    <a:pos x="33" y="16"/>
                  </a:cxn>
                </a:cxnLst>
                <a:rect l="0" t="0" r="r" b="b"/>
                <a:pathLst>
                  <a:path w="33" h="32">
                    <a:moveTo>
                      <a:pt x="33" y="16"/>
                    </a:moveTo>
                    <a:lnTo>
                      <a:pt x="33" y="16"/>
                    </a:lnTo>
                    <a:lnTo>
                      <a:pt x="33" y="23"/>
                    </a:lnTo>
                    <a:lnTo>
                      <a:pt x="28" y="27"/>
                    </a:lnTo>
                    <a:lnTo>
                      <a:pt x="24" y="32"/>
                    </a:lnTo>
                    <a:lnTo>
                      <a:pt x="16" y="32"/>
                    </a:lnTo>
                    <a:lnTo>
                      <a:pt x="16" y="32"/>
                    </a:lnTo>
                    <a:lnTo>
                      <a:pt x="11" y="32"/>
                    </a:lnTo>
                    <a:lnTo>
                      <a:pt x="5" y="27"/>
                    </a:lnTo>
                    <a:lnTo>
                      <a:pt x="2" y="23"/>
                    </a:lnTo>
                    <a:lnTo>
                      <a:pt x="0" y="16"/>
                    </a:lnTo>
                    <a:lnTo>
                      <a:pt x="0" y="16"/>
                    </a:lnTo>
                    <a:lnTo>
                      <a:pt x="2" y="10"/>
                    </a:lnTo>
                    <a:lnTo>
                      <a:pt x="5" y="4"/>
                    </a:lnTo>
                    <a:lnTo>
                      <a:pt x="11" y="1"/>
                    </a:lnTo>
                    <a:lnTo>
                      <a:pt x="16" y="0"/>
                    </a:lnTo>
                    <a:lnTo>
                      <a:pt x="16" y="0"/>
                    </a:lnTo>
                    <a:lnTo>
                      <a:pt x="24" y="1"/>
                    </a:lnTo>
                    <a:lnTo>
                      <a:pt x="28" y="4"/>
                    </a:lnTo>
                    <a:lnTo>
                      <a:pt x="33"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6" name="Freeform 55"/>
              <p:cNvSpPr>
                <a:spLocks/>
              </p:cNvSpPr>
              <p:nvPr/>
            </p:nvSpPr>
            <p:spPr bwMode="auto">
              <a:xfrm>
                <a:off x="7797720" y="4159699"/>
                <a:ext cx="29349" cy="31184"/>
              </a:xfrm>
              <a:custGeom>
                <a:avLst/>
                <a:gdLst/>
                <a:ahLst/>
                <a:cxnLst>
                  <a:cxn ang="0">
                    <a:pos x="32" y="16"/>
                  </a:cxn>
                  <a:cxn ang="0">
                    <a:pos x="32" y="16"/>
                  </a:cxn>
                  <a:cxn ang="0">
                    <a:pos x="30" y="23"/>
                  </a:cxn>
                  <a:cxn ang="0">
                    <a:pos x="27" y="28"/>
                  </a:cxn>
                  <a:cxn ang="0">
                    <a:pos x="22" y="32"/>
                  </a:cxn>
                  <a:cxn ang="0">
                    <a:pos x="16" y="33"/>
                  </a:cxn>
                  <a:cxn ang="0">
                    <a:pos x="16" y="33"/>
                  </a:cxn>
                  <a:cxn ang="0">
                    <a:pos x="10" y="32"/>
                  </a:cxn>
                  <a:cxn ang="0">
                    <a:pos x="4" y="28"/>
                  </a:cxn>
                  <a:cxn ang="0">
                    <a:pos x="1" y="23"/>
                  </a:cxn>
                  <a:cxn ang="0">
                    <a:pos x="0" y="16"/>
                  </a:cxn>
                  <a:cxn ang="0">
                    <a:pos x="0" y="16"/>
                  </a:cxn>
                  <a:cxn ang="0">
                    <a:pos x="1" y="10"/>
                  </a:cxn>
                  <a:cxn ang="0">
                    <a:pos x="4" y="4"/>
                  </a:cxn>
                  <a:cxn ang="0">
                    <a:pos x="10" y="1"/>
                  </a:cxn>
                  <a:cxn ang="0">
                    <a:pos x="16" y="0"/>
                  </a:cxn>
                  <a:cxn ang="0">
                    <a:pos x="16" y="0"/>
                  </a:cxn>
                  <a:cxn ang="0">
                    <a:pos x="22" y="1"/>
                  </a:cxn>
                  <a:cxn ang="0">
                    <a:pos x="27" y="4"/>
                  </a:cxn>
                  <a:cxn ang="0">
                    <a:pos x="30" y="10"/>
                  </a:cxn>
                  <a:cxn ang="0">
                    <a:pos x="32" y="16"/>
                  </a:cxn>
                  <a:cxn ang="0">
                    <a:pos x="32" y="16"/>
                  </a:cxn>
                </a:cxnLst>
                <a:rect l="0" t="0" r="r" b="b"/>
                <a:pathLst>
                  <a:path w="32" h="33">
                    <a:moveTo>
                      <a:pt x="32" y="16"/>
                    </a:moveTo>
                    <a:lnTo>
                      <a:pt x="32" y="16"/>
                    </a:lnTo>
                    <a:lnTo>
                      <a:pt x="30" y="23"/>
                    </a:lnTo>
                    <a:lnTo>
                      <a:pt x="27" y="28"/>
                    </a:lnTo>
                    <a:lnTo>
                      <a:pt x="22" y="32"/>
                    </a:lnTo>
                    <a:lnTo>
                      <a:pt x="16" y="33"/>
                    </a:lnTo>
                    <a:lnTo>
                      <a:pt x="16" y="33"/>
                    </a:lnTo>
                    <a:lnTo>
                      <a:pt x="10" y="32"/>
                    </a:lnTo>
                    <a:lnTo>
                      <a:pt x="4" y="28"/>
                    </a:lnTo>
                    <a:lnTo>
                      <a:pt x="1" y="23"/>
                    </a:lnTo>
                    <a:lnTo>
                      <a:pt x="0" y="16"/>
                    </a:lnTo>
                    <a:lnTo>
                      <a:pt x="0" y="16"/>
                    </a:lnTo>
                    <a:lnTo>
                      <a:pt x="1" y="10"/>
                    </a:lnTo>
                    <a:lnTo>
                      <a:pt x="4" y="4"/>
                    </a:lnTo>
                    <a:lnTo>
                      <a:pt x="10"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7" name="Freeform 56"/>
              <p:cNvSpPr>
                <a:spLocks/>
              </p:cNvSpPr>
              <p:nvPr/>
            </p:nvSpPr>
            <p:spPr bwMode="auto">
              <a:xfrm>
                <a:off x="7493226" y="4256917"/>
                <a:ext cx="29349" cy="29349"/>
              </a:xfrm>
              <a:custGeom>
                <a:avLst/>
                <a:gdLst/>
                <a:ahLst/>
                <a:cxnLst>
                  <a:cxn ang="0">
                    <a:pos x="33" y="16"/>
                  </a:cxn>
                  <a:cxn ang="0">
                    <a:pos x="33" y="16"/>
                  </a:cxn>
                  <a:cxn ang="0">
                    <a:pos x="31" y="22"/>
                  </a:cxn>
                  <a:cxn ang="0">
                    <a:pos x="28" y="27"/>
                  </a:cxn>
                  <a:cxn ang="0">
                    <a:pos x="22" y="30"/>
                  </a:cxn>
                  <a:cxn ang="0">
                    <a:pos x="16" y="32"/>
                  </a:cxn>
                  <a:cxn ang="0">
                    <a:pos x="16" y="32"/>
                  </a:cxn>
                  <a:cxn ang="0">
                    <a:pos x="9" y="30"/>
                  </a:cxn>
                  <a:cxn ang="0">
                    <a:pos x="5" y="27"/>
                  </a:cxn>
                  <a:cxn ang="0">
                    <a:pos x="0" y="22"/>
                  </a:cxn>
                  <a:cxn ang="0">
                    <a:pos x="0" y="16"/>
                  </a:cxn>
                  <a:cxn ang="0">
                    <a:pos x="0" y="16"/>
                  </a:cxn>
                  <a:cxn ang="0">
                    <a:pos x="0" y="10"/>
                  </a:cxn>
                  <a:cxn ang="0">
                    <a:pos x="5" y="4"/>
                  </a:cxn>
                  <a:cxn ang="0">
                    <a:pos x="9" y="1"/>
                  </a:cxn>
                  <a:cxn ang="0">
                    <a:pos x="16" y="0"/>
                  </a:cxn>
                  <a:cxn ang="0">
                    <a:pos x="16" y="0"/>
                  </a:cxn>
                  <a:cxn ang="0">
                    <a:pos x="22" y="1"/>
                  </a:cxn>
                  <a:cxn ang="0">
                    <a:pos x="28" y="4"/>
                  </a:cxn>
                  <a:cxn ang="0">
                    <a:pos x="31" y="10"/>
                  </a:cxn>
                  <a:cxn ang="0">
                    <a:pos x="33" y="16"/>
                  </a:cxn>
                  <a:cxn ang="0">
                    <a:pos x="33" y="16"/>
                  </a:cxn>
                </a:cxnLst>
                <a:rect l="0" t="0" r="r" b="b"/>
                <a:pathLst>
                  <a:path w="33" h="32">
                    <a:moveTo>
                      <a:pt x="33" y="16"/>
                    </a:moveTo>
                    <a:lnTo>
                      <a:pt x="33" y="16"/>
                    </a:lnTo>
                    <a:lnTo>
                      <a:pt x="31" y="22"/>
                    </a:lnTo>
                    <a:lnTo>
                      <a:pt x="28" y="27"/>
                    </a:lnTo>
                    <a:lnTo>
                      <a:pt x="22" y="30"/>
                    </a:lnTo>
                    <a:lnTo>
                      <a:pt x="16" y="32"/>
                    </a:lnTo>
                    <a:lnTo>
                      <a:pt x="16" y="32"/>
                    </a:lnTo>
                    <a:lnTo>
                      <a:pt x="9" y="30"/>
                    </a:lnTo>
                    <a:lnTo>
                      <a:pt x="5" y="27"/>
                    </a:lnTo>
                    <a:lnTo>
                      <a:pt x="0" y="22"/>
                    </a:lnTo>
                    <a:lnTo>
                      <a:pt x="0" y="16"/>
                    </a:lnTo>
                    <a:lnTo>
                      <a:pt x="0" y="16"/>
                    </a:lnTo>
                    <a:lnTo>
                      <a:pt x="0" y="10"/>
                    </a:lnTo>
                    <a:lnTo>
                      <a:pt x="5" y="4"/>
                    </a:lnTo>
                    <a:lnTo>
                      <a:pt x="9" y="1"/>
                    </a:lnTo>
                    <a:lnTo>
                      <a:pt x="16" y="0"/>
                    </a:lnTo>
                    <a:lnTo>
                      <a:pt x="16" y="0"/>
                    </a:lnTo>
                    <a:lnTo>
                      <a:pt x="22" y="1"/>
                    </a:lnTo>
                    <a:lnTo>
                      <a:pt x="28" y="4"/>
                    </a:lnTo>
                    <a:lnTo>
                      <a:pt x="31"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8" name="Freeform 57"/>
              <p:cNvSpPr>
                <a:spLocks/>
              </p:cNvSpPr>
              <p:nvPr/>
            </p:nvSpPr>
            <p:spPr bwMode="auto">
              <a:xfrm>
                <a:off x="6730156" y="3987274"/>
                <a:ext cx="29349" cy="29349"/>
              </a:xfrm>
              <a:custGeom>
                <a:avLst/>
                <a:gdLst/>
                <a:ahLst/>
                <a:cxnLst>
                  <a:cxn ang="0">
                    <a:pos x="32" y="18"/>
                  </a:cxn>
                  <a:cxn ang="0">
                    <a:pos x="32" y="18"/>
                  </a:cxn>
                  <a:cxn ang="0">
                    <a:pos x="32" y="24"/>
                  </a:cxn>
                  <a:cxn ang="0">
                    <a:pos x="28" y="30"/>
                  </a:cxn>
                  <a:cxn ang="0">
                    <a:pos x="23" y="32"/>
                  </a:cxn>
                  <a:cxn ang="0">
                    <a:pos x="16" y="34"/>
                  </a:cxn>
                  <a:cxn ang="0">
                    <a:pos x="16" y="34"/>
                  </a:cxn>
                  <a:cxn ang="0">
                    <a:pos x="10" y="32"/>
                  </a:cxn>
                  <a:cxn ang="0">
                    <a:pos x="5" y="30"/>
                  </a:cxn>
                  <a:cxn ang="0">
                    <a:pos x="2" y="24"/>
                  </a:cxn>
                  <a:cxn ang="0">
                    <a:pos x="0" y="18"/>
                  </a:cxn>
                  <a:cxn ang="0">
                    <a:pos x="0" y="18"/>
                  </a:cxn>
                  <a:cxn ang="0">
                    <a:pos x="2" y="11"/>
                  </a:cxn>
                  <a:cxn ang="0">
                    <a:pos x="5" y="6"/>
                  </a:cxn>
                  <a:cxn ang="0">
                    <a:pos x="10" y="2"/>
                  </a:cxn>
                  <a:cxn ang="0">
                    <a:pos x="16" y="0"/>
                  </a:cxn>
                  <a:cxn ang="0">
                    <a:pos x="16" y="0"/>
                  </a:cxn>
                  <a:cxn ang="0">
                    <a:pos x="23" y="2"/>
                  </a:cxn>
                  <a:cxn ang="0">
                    <a:pos x="28" y="6"/>
                  </a:cxn>
                  <a:cxn ang="0">
                    <a:pos x="32" y="11"/>
                  </a:cxn>
                  <a:cxn ang="0">
                    <a:pos x="32" y="18"/>
                  </a:cxn>
                  <a:cxn ang="0">
                    <a:pos x="32" y="18"/>
                  </a:cxn>
                </a:cxnLst>
                <a:rect l="0" t="0" r="r" b="b"/>
                <a:pathLst>
                  <a:path w="32" h="34">
                    <a:moveTo>
                      <a:pt x="32" y="18"/>
                    </a:moveTo>
                    <a:lnTo>
                      <a:pt x="32" y="18"/>
                    </a:lnTo>
                    <a:lnTo>
                      <a:pt x="32" y="24"/>
                    </a:lnTo>
                    <a:lnTo>
                      <a:pt x="28" y="30"/>
                    </a:lnTo>
                    <a:lnTo>
                      <a:pt x="23" y="32"/>
                    </a:lnTo>
                    <a:lnTo>
                      <a:pt x="16" y="34"/>
                    </a:lnTo>
                    <a:lnTo>
                      <a:pt x="16" y="34"/>
                    </a:lnTo>
                    <a:lnTo>
                      <a:pt x="10" y="32"/>
                    </a:lnTo>
                    <a:lnTo>
                      <a:pt x="5" y="30"/>
                    </a:lnTo>
                    <a:lnTo>
                      <a:pt x="2" y="24"/>
                    </a:lnTo>
                    <a:lnTo>
                      <a:pt x="0" y="18"/>
                    </a:lnTo>
                    <a:lnTo>
                      <a:pt x="0" y="18"/>
                    </a:lnTo>
                    <a:lnTo>
                      <a:pt x="2" y="11"/>
                    </a:lnTo>
                    <a:lnTo>
                      <a:pt x="5" y="6"/>
                    </a:lnTo>
                    <a:lnTo>
                      <a:pt x="10" y="2"/>
                    </a:lnTo>
                    <a:lnTo>
                      <a:pt x="16" y="0"/>
                    </a:lnTo>
                    <a:lnTo>
                      <a:pt x="16" y="0"/>
                    </a:lnTo>
                    <a:lnTo>
                      <a:pt x="23" y="2"/>
                    </a:lnTo>
                    <a:lnTo>
                      <a:pt x="28" y="6"/>
                    </a:lnTo>
                    <a:lnTo>
                      <a:pt x="32" y="11"/>
                    </a:lnTo>
                    <a:lnTo>
                      <a:pt x="32" y="18"/>
                    </a:lnTo>
                    <a:lnTo>
                      <a:pt x="32"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39" name="Freeform 58"/>
              <p:cNvSpPr>
                <a:spLocks/>
              </p:cNvSpPr>
              <p:nvPr/>
            </p:nvSpPr>
            <p:spPr bwMode="auto">
              <a:xfrm>
                <a:off x="6273415" y="4071652"/>
                <a:ext cx="31184" cy="31184"/>
              </a:xfrm>
              <a:custGeom>
                <a:avLst/>
                <a:gdLst/>
                <a:ahLst/>
                <a:cxnLst>
                  <a:cxn ang="0">
                    <a:pos x="34" y="16"/>
                  </a:cxn>
                  <a:cxn ang="0">
                    <a:pos x="34" y="16"/>
                  </a:cxn>
                  <a:cxn ang="0">
                    <a:pos x="32" y="23"/>
                  </a:cxn>
                  <a:cxn ang="0">
                    <a:pos x="28" y="27"/>
                  </a:cxn>
                  <a:cxn ang="0">
                    <a:pos x="23" y="32"/>
                  </a:cxn>
                  <a:cxn ang="0">
                    <a:pos x="18" y="33"/>
                  </a:cxn>
                  <a:cxn ang="0">
                    <a:pos x="18" y="33"/>
                  </a:cxn>
                  <a:cxn ang="0">
                    <a:pos x="10" y="32"/>
                  </a:cxn>
                  <a:cxn ang="0">
                    <a:pos x="6" y="27"/>
                  </a:cxn>
                  <a:cxn ang="0">
                    <a:pos x="2" y="23"/>
                  </a:cxn>
                  <a:cxn ang="0">
                    <a:pos x="0" y="16"/>
                  </a:cxn>
                  <a:cxn ang="0">
                    <a:pos x="0" y="16"/>
                  </a:cxn>
                  <a:cxn ang="0">
                    <a:pos x="2" y="10"/>
                  </a:cxn>
                  <a:cxn ang="0">
                    <a:pos x="6" y="4"/>
                  </a:cxn>
                  <a:cxn ang="0">
                    <a:pos x="10" y="1"/>
                  </a:cxn>
                  <a:cxn ang="0">
                    <a:pos x="18" y="0"/>
                  </a:cxn>
                  <a:cxn ang="0">
                    <a:pos x="18" y="0"/>
                  </a:cxn>
                  <a:cxn ang="0">
                    <a:pos x="23" y="1"/>
                  </a:cxn>
                  <a:cxn ang="0">
                    <a:pos x="28" y="4"/>
                  </a:cxn>
                  <a:cxn ang="0">
                    <a:pos x="32" y="10"/>
                  </a:cxn>
                  <a:cxn ang="0">
                    <a:pos x="34" y="16"/>
                  </a:cxn>
                  <a:cxn ang="0">
                    <a:pos x="34" y="16"/>
                  </a:cxn>
                </a:cxnLst>
                <a:rect l="0" t="0" r="r" b="b"/>
                <a:pathLst>
                  <a:path w="34" h="33">
                    <a:moveTo>
                      <a:pt x="34" y="16"/>
                    </a:moveTo>
                    <a:lnTo>
                      <a:pt x="34" y="16"/>
                    </a:lnTo>
                    <a:lnTo>
                      <a:pt x="32" y="23"/>
                    </a:lnTo>
                    <a:lnTo>
                      <a:pt x="28" y="27"/>
                    </a:lnTo>
                    <a:lnTo>
                      <a:pt x="23" y="32"/>
                    </a:lnTo>
                    <a:lnTo>
                      <a:pt x="18" y="33"/>
                    </a:lnTo>
                    <a:lnTo>
                      <a:pt x="18" y="33"/>
                    </a:lnTo>
                    <a:lnTo>
                      <a:pt x="10" y="32"/>
                    </a:lnTo>
                    <a:lnTo>
                      <a:pt x="6" y="27"/>
                    </a:lnTo>
                    <a:lnTo>
                      <a:pt x="2" y="23"/>
                    </a:lnTo>
                    <a:lnTo>
                      <a:pt x="0" y="16"/>
                    </a:lnTo>
                    <a:lnTo>
                      <a:pt x="0" y="16"/>
                    </a:lnTo>
                    <a:lnTo>
                      <a:pt x="2" y="10"/>
                    </a:lnTo>
                    <a:lnTo>
                      <a:pt x="6" y="4"/>
                    </a:lnTo>
                    <a:lnTo>
                      <a:pt x="10" y="1"/>
                    </a:lnTo>
                    <a:lnTo>
                      <a:pt x="18" y="0"/>
                    </a:lnTo>
                    <a:lnTo>
                      <a:pt x="18" y="0"/>
                    </a:lnTo>
                    <a:lnTo>
                      <a:pt x="23" y="1"/>
                    </a:lnTo>
                    <a:lnTo>
                      <a:pt x="28" y="4"/>
                    </a:lnTo>
                    <a:lnTo>
                      <a:pt x="32" y="10"/>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0" name="Freeform 59"/>
              <p:cNvSpPr>
                <a:spLocks/>
              </p:cNvSpPr>
              <p:nvPr/>
            </p:nvSpPr>
            <p:spPr bwMode="auto">
              <a:xfrm>
                <a:off x="6218386" y="4361472"/>
                <a:ext cx="29349" cy="29349"/>
              </a:xfrm>
              <a:custGeom>
                <a:avLst/>
                <a:gdLst/>
                <a:ahLst/>
                <a:cxnLst>
                  <a:cxn ang="0">
                    <a:pos x="32" y="16"/>
                  </a:cxn>
                  <a:cxn ang="0">
                    <a:pos x="32" y="16"/>
                  </a:cxn>
                  <a:cxn ang="0">
                    <a:pos x="31" y="22"/>
                  </a:cxn>
                  <a:cxn ang="0">
                    <a:pos x="28" y="28"/>
                  </a:cxn>
                  <a:cxn ang="0">
                    <a:pos x="22" y="31"/>
                  </a:cxn>
                  <a:cxn ang="0">
                    <a:pos x="16" y="32"/>
                  </a:cxn>
                  <a:cxn ang="0">
                    <a:pos x="16" y="32"/>
                  </a:cxn>
                  <a:cxn ang="0">
                    <a:pos x="9" y="31"/>
                  </a:cxn>
                  <a:cxn ang="0">
                    <a:pos x="5" y="28"/>
                  </a:cxn>
                  <a:cxn ang="0">
                    <a:pos x="2" y="22"/>
                  </a:cxn>
                  <a:cxn ang="0">
                    <a:pos x="0" y="16"/>
                  </a:cxn>
                  <a:cxn ang="0">
                    <a:pos x="0" y="16"/>
                  </a:cxn>
                  <a:cxn ang="0">
                    <a:pos x="2" y="9"/>
                  </a:cxn>
                  <a:cxn ang="0">
                    <a:pos x="5" y="4"/>
                  </a:cxn>
                  <a:cxn ang="0">
                    <a:pos x="9" y="0"/>
                  </a:cxn>
                  <a:cxn ang="0">
                    <a:pos x="16" y="0"/>
                  </a:cxn>
                  <a:cxn ang="0">
                    <a:pos x="16" y="0"/>
                  </a:cxn>
                  <a:cxn ang="0">
                    <a:pos x="22" y="0"/>
                  </a:cxn>
                  <a:cxn ang="0">
                    <a:pos x="28" y="4"/>
                  </a:cxn>
                  <a:cxn ang="0">
                    <a:pos x="31" y="9"/>
                  </a:cxn>
                  <a:cxn ang="0">
                    <a:pos x="32" y="16"/>
                  </a:cxn>
                  <a:cxn ang="0">
                    <a:pos x="32" y="16"/>
                  </a:cxn>
                </a:cxnLst>
                <a:rect l="0" t="0" r="r" b="b"/>
                <a:pathLst>
                  <a:path w="32" h="32">
                    <a:moveTo>
                      <a:pt x="32" y="16"/>
                    </a:moveTo>
                    <a:lnTo>
                      <a:pt x="32" y="16"/>
                    </a:lnTo>
                    <a:lnTo>
                      <a:pt x="31" y="22"/>
                    </a:lnTo>
                    <a:lnTo>
                      <a:pt x="28" y="28"/>
                    </a:lnTo>
                    <a:lnTo>
                      <a:pt x="22" y="31"/>
                    </a:lnTo>
                    <a:lnTo>
                      <a:pt x="16" y="32"/>
                    </a:lnTo>
                    <a:lnTo>
                      <a:pt x="16" y="32"/>
                    </a:lnTo>
                    <a:lnTo>
                      <a:pt x="9" y="31"/>
                    </a:lnTo>
                    <a:lnTo>
                      <a:pt x="5" y="28"/>
                    </a:lnTo>
                    <a:lnTo>
                      <a:pt x="2" y="22"/>
                    </a:lnTo>
                    <a:lnTo>
                      <a:pt x="0" y="16"/>
                    </a:lnTo>
                    <a:lnTo>
                      <a:pt x="0" y="16"/>
                    </a:lnTo>
                    <a:lnTo>
                      <a:pt x="2" y="9"/>
                    </a:lnTo>
                    <a:lnTo>
                      <a:pt x="5" y="4"/>
                    </a:lnTo>
                    <a:lnTo>
                      <a:pt x="9" y="0"/>
                    </a:lnTo>
                    <a:lnTo>
                      <a:pt x="16" y="0"/>
                    </a:lnTo>
                    <a:lnTo>
                      <a:pt x="16" y="0"/>
                    </a:lnTo>
                    <a:lnTo>
                      <a:pt x="22" y="0"/>
                    </a:lnTo>
                    <a:lnTo>
                      <a:pt x="28" y="4"/>
                    </a:lnTo>
                    <a:lnTo>
                      <a:pt x="31" y="9"/>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1" name="Freeform 60"/>
              <p:cNvSpPr>
                <a:spLocks/>
              </p:cNvSpPr>
              <p:nvPr/>
            </p:nvSpPr>
            <p:spPr bwMode="auto">
              <a:xfrm>
                <a:off x="6381638" y="4469696"/>
                <a:ext cx="29349" cy="31184"/>
              </a:xfrm>
              <a:custGeom>
                <a:avLst/>
                <a:gdLst/>
                <a:ahLst/>
                <a:cxnLst>
                  <a:cxn ang="0">
                    <a:pos x="32" y="16"/>
                  </a:cxn>
                  <a:cxn ang="0">
                    <a:pos x="32" y="16"/>
                  </a:cxn>
                  <a:cxn ang="0">
                    <a:pos x="31" y="22"/>
                  </a:cxn>
                  <a:cxn ang="0">
                    <a:pos x="28" y="28"/>
                  </a:cxn>
                  <a:cxn ang="0">
                    <a:pos x="23" y="31"/>
                  </a:cxn>
                  <a:cxn ang="0">
                    <a:pos x="16" y="32"/>
                  </a:cxn>
                  <a:cxn ang="0">
                    <a:pos x="16" y="32"/>
                  </a:cxn>
                  <a:cxn ang="0">
                    <a:pos x="10" y="31"/>
                  </a:cxn>
                  <a:cxn ang="0">
                    <a:pos x="5" y="28"/>
                  </a:cxn>
                  <a:cxn ang="0">
                    <a:pos x="2" y="22"/>
                  </a:cxn>
                  <a:cxn ang="0">
                    <a:pos x="0" y="16"/>
                  </a:cxn>
                  <a:cxn ang="0">
                    <a:pos x="0" y="16"/>
                  </a:cxn>
                  <a:cxn ang="0">
                    <a:pos x="2" y="10"/>
                  </a:cxn>
                  <a:cxn ang="0">
                    <a:pos x="5" y="4"/>
                  </a:cxn>
                  <a:cxn ang="0">
                    <a:pos x="10" y="1"/>
                  </a:cxn>
                  <a:cxn ang="0">
                    <a:pos x="16" y="0"/>
                  </a:cxn>
                  <a:cxn ang="0">
                    <a:pos x="16" y="0"/>
                  </a:cxn>
                  <a:cxn ang="0">
                    <a:pos x="23" y="1"/>
                  </a:cxn>
                  <a:cxn ang="0">
                    <a:pos x="28" y="4"/>
                  </a:cxn>
                  <a:cxn ang="0">
                    <a:pos x="31" y="10"/>
                  </a:cxn>
                  <a:cxn ang="0">
                    <a:pos x="32" y="16"/>
                  </a:cxn>
                  <a:cxn ang="0">
                    <a:pos x="32" y="16"/>
                  </a:cxn>
                </a:cxnLst>
                <a:rect l="0" t="0" r="r" b="b"/>
                <a:pathLst>
                  <a:path w="32" h="32">
                    <a:moveTo>
                      <a:pt x="32" y="16"/>
                    </a:moveTo>
                    <a:lnTo>
                      <a:pt x="32" y="16"/>
                    </a:lnTo>
                    <a:lnTo>
                      <a:pt x="31" y="22"/>
                    </a:lnTo>
                    <a:lnTo>
                      <a:pt x="28" y="28"/>
                    </a:lnTo>
                    <a:lnTo>
                      <a:pt x="23" y="31"/>
                    </a:lnTo>
                    <a:lnTo>
                      <a:pt x="16" y="32"/>
                    </a:lnTo>
                    <a:lnTo>
                      <a:pt x="16" y="32"/>
                    </a:lnTo>
                    <a:lnTo>
                      <a:pt x="10" y="31"/>
                    </a:lnTo>
                    <a:lnTo>
                      <a:pt x="5" y="28"/>
                    </a:lnTo>
                    <a:lnTo>
                      <a:pt x="2" y="22"/>
                    </a:lnTo>
                    <a:lnTo>
                      <a:pt x="0" y="16"/>
                    </a:lnTo>
                    <a:lnTo>
                      <a:pt x="0" y="16"/>
                    </a:lnTo>
                    <a:lnTo>
                      <a:pt x="2" y="10"/>
                    </a:lnTo>
                    <a:lnTo>
                      <a:pt x="5" y="4"/>
                    </a:lnTo>
                    <a:lnTo>
                      <a:pt x="10" y="1"/>
                    </a:lnTo>
                    <a:lnTo>
                      <a:pt x="16" y="0"/>
                    </a:lnTo>
                    <a:lnTo>
                      <a:pt x="16" y="0"/>
                    </a:lnTo>
                    <a:lnTo>
                      <a:pt x="23" y="1"/>
                    </a:lnTo>
                    <a:lnTo>
                      <a:pt x="28" y="4"/>
                    </a:lnTo>
                    <a:lnTo>
                      <a:pt x="31"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2" name="Freeform 61"/>
              <p:cNvSpPr>
                <a:spLocks/>
              </p:cNvSpPr>
              <p:nvPr/>
            </p:nvSpPr>
            <p:spPr bwMode="auto">
              <a:xfrm>
                <a:off x="6840214" y="4748511"/>
                <a:ext cx="31184" cy="29349"/>
              </a:xfrm>
              <a:custGeom>
                <a:avLst/>
                <a:gdLst/>
                <a:ahLst/>
                <a:cxnLst>
                  <a:cxn ang="0">
                    <a:pos x="34" y="16"/>
                  </a:cxn>
                  <a:cxn ang="0">
                    <a:pos x="34" y="16"/>
                  </a:cxn>
                  <a:cxn ang="0">
                    <a:pos x="32" y="22"/>
                  </a:cxn>
                  <a:cxn ang="0">
                    <a:pos x="28" y="28"/>
                  </a:cxn>
                  <a:cxn ang="0">
                    <a:pos x="23" y="31"/>
                  </a:cxn>
                  <a:cxn ang="0">
                    <a:pos x="16" y="32"/>
                  </a:cxn>
                  <a:cxn ang="0">
                    <a:pos x="16" y="32"/>
                  </a:cxn>
                  <a:cxn ang="0">
                    <a:pos x="10" y="31"/>
                  </a:cxn>
                  <a:cxn ang="0">
                    <a:pos x="6" y="28"/>
                  </a:cxn>
                  <a:cxn ang="0">
                    <a:pos x="2" y="22"/>
                  </a:cxn>
                  <a:cxn ang="0">
                    <a:pos x="0" y="16"/>
                  </a:cxn>
                  <a:cxn ang="0">
                    <a:pos x="0" y="16"/>
                  </a:cxn>
                  <a:cxn ang="0">
                    <a:pos x="2" y="10"/>
                  </a:cxn>
                  <a:cxn ang="0">
                    <a:pos x="6" y="4"/>
                  </a:cxn>
                  <a:cxn ang="0">
                    <a:pos x="10" y="2"/>
                  </a:cxn>
                  <a:cxn ang="0">
                    <a:pos x="16" y="0"/>
                  </a:cxn>
                  <a:cxn ang="0">
                    <a:pos x="16" y="0"/>
                  </a:cxn>
                  <a:cxn ang="0">
                    <a:pos x="23" y="2"/>
                  </a:cxn>
                  <a:cxn ang="0">
                    <a:pos x="28" y="4"/>
                  </a:cxn>
                  <a:cxn ang="0">
                    <a:pos x="32" y="10"/>
                  </a:cxn>
                  <a:cxn ang="0">
                    <a:pos x="34" y="16"/>
                  </a:cxn>
                  <a:cxn ang="0">
                    <a:pos x="34" y="16"/>
                  </a:cxn>
                </a:cxnLst>
                <a:rect l="0" t="0" r="r" b="b"/>
                <a:pathLst>
                  <a:path w="34" h="32">
                    <a:moveTo>
                      <a:pt x="34" y="16"/>
                    </a:moveTo>
                    <a:lnTo>
                      <a:pt x="34" y="16"/>
                    </a:lnTo>
                    <a:lnTo>
                      <a:pt x="32" y="22"/>
                    </a:lnTo>
                    <a:lnTo>
                      <a:pt x="28" y="28"/>
                    </a:lnTo>
                    <a:lnTo>
                      <a:pt x="23" y="31"/>
                    </a:lnTo>
                    <a:lnTo>
                      <a:pt x="16" y="32"/>
                    </a:lnTo>
                    <a:lnTo>
                      <a:pt x="16" y="32"/>
                    </a:lnTo>
                    <a:lnTo>
                      <a:pt x="10" y="31"/>
                    </a:lnTo>
                    <a:lnTo>
                      <a:pt x="6" y="28"/>
                    </a:lnTo>
                    <a:lnTo>
                      <a:pt x="2" y="22"/>
                    </a:lnTo>
                    <a:lnTo>
                      <a:pt x="0" y="16"/>
                    </a:lnTo>
                    <a:lnTo>
                      <a:pt x="0" y="16"/>
                    </a:lnTo>
                    <a:lnTo>
                      <a:pt x="2" y="10"/>
                    </a:lnTo>
                    <a:lnTo>
                      <a:pt x="6" y="4"/>
                    </a:lnTo>
                    <a:lnTo>
                      <a:pt x="10" y="2"/>
                    </a:lnTo>
                    <a:lnTo>
                      <a:pt x="16" y="0"/>
                    </a:lnTo>
                    <a:lnTo>
                      <a:pt x="16" y="0"/>
                    </a:lnTo>
                    <a:lnTo>
                      <a:pt x="23" y="2"/>
                    </a:lnTo>
                    <a:lnTo>
                      <a:pt x="28" y="4"/>
                    </a:lnTo>
                    <a:lnTo>
                      <a:pt x="32" y="10"/>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3" name="Freeform 62"/>
              <p:cNvSpPr>
                <a:spLocks/>
              </p:cNvSpPr>
              <p:nvPr/>
            </p:nvSpPr>
            <p:spPr bwMode="auto">
              <a:xfrm>
                <a:off x="6697138" y="5003478"/>
                <a:ext cx="29349" cy="31184"/>
              </a:xfrm>
              <a:custGeom>
                <a:avLst/>
                <a:gdLst/>
                <a:ahLst/>
                <a:cxnLst>
                  <a:cxn ang="0">
                    <a:pos x="32" y="18"/>
                  </a:cxn>
                  <a:cxn ang="0">
                    <a:pos x="32" y="18"/>
                  </a:cxn>
                  <a:cxn ang="0">
                    <a:pos x="31" y="24"/>
                  </a:cxn>
                  <a:cxn ang="0">
                    <a:pos x="28" y="30"/>
                  </a:cxn>
                  <a:cxn ang="0">
                    <a:pos x="22" y="32"/>
                  </a:cxn>
                  <a:cxn ang="0">
                    <a:pos x="16" y="34"/>
                  </a:cxn>
                  <a:cxn ang="0">
                    <a:pos x="16" y="34"/>
                  </a:cxn>
                  <a:cxn ang="0">
                    <a:pos x="9" y="32"/>
                  </a:cxn>
                  <a:cxn ang="0">
                    <a:pos x="5" y="30"/>
                  </a:cxn>
                  <a:cxn ang="0">
                    <a:pos x="2" y="24"/>
                  </a:cxn>
                  <a:cxn ang="0">
                    <a:pos x="0" y="18"/>
                  </a:cxn>
                  <a:cxn ang="0">
                    <a:pos x="0" y="18"/>
                  </a:cxn>
                  <a:cxn ang="0">
                    <a:pos x="2" y="11"/>
                  </a:cxn>
                  <a:cxn ang="0">
                    <a:pos x="5" y="6"/>
                  </a:cxn>
                  <a:cxn ang="0">
                    <a:pos x="9" y="2"/>
                  </a:cxn>
                  <a:cxn ang="0">
                    <a:pos x="16" y="0"/>
                  </a:cxn>
                  <a:cxn ang="0">
                    <a:pos x="16" y="0"/>
                  </a:cxn>
                  <a:cxn ang="0">
                    <a:pos x="22" y="2"/>
                  </a:cxn>
                  <a:cxn ang="0">
                    <a:pos x="28" y="6"/>
                  </a:cxn>
                  <a:cxn ang="0">
                    <a:pos x="31" y="11"/>
                  </a:cxn>
                  <a:cxn ang="0">
                    <a:pos x="32" y="18"/>
                  </a:cxn>
                  <a:cxn ang="0">
                    <a:pos x="32" y="18"/>
                  </a:cxn>
                </a:cxnLst>
                <a:rect l="0" t="0" r="r" b="b"/>
                <a:pathLst>
                  <a:path w="32" h="34">
                    <a:moveTo>
                      <a:pt x="32" y="18"/>
                    </a:moveTo>
                    <a:lnTo>
                      <a:pt x="32" y="18"/>
                    </a:lnTo>
                    <a:lnTo>
                      <a:pt x="31" y="24"/>
                    </a:lnTo>
                    <a:lnTo>
                      <a:pt x="28" y="30"/>
                    </a:lnTo>
                    <a:lnTo>
                      <a:pt x="22" y="32"/>
                    </a:lnTo>
                    <a:lnTo>
                      <a:pt x="16" y="34"/>
                    </a:lnTo>
                    <a:lnTo>
                      <a:pt x="16" y="34"/>
                    </a:lnTo>
                    <a:lnTo>
                      <a:pt x="9" y="32"/>
                    </a:lnTo>
                    <a:lnTo>
                      <a:pt x="5" y="30"/>
                    </a:lnTo>
                    <a:lnTo>
                      <a:pt x="2" y="24"/>
                    </a:lnTo>
                    <a:lnTo>
                      <a:pt x="0" y="18"/>
                    </a:lnTo>
                    <a:lnTo>
                      <a:pt x="0" y="18"/>
                    </a:lnTo>
                    <a:lnTo>
                      <a:pt x="2" y="11"/>
                    </a:lnTo>
                    <a:lnTo>
                      <a:pt x="5" y="6"/>
                    </a:lnTo>
                    <a:lnTo>
                      <a:pt x="9" y="2"/>
                    </a:lnTo>
                    <a:lnTo>
                      <a:pt x="16" y="0"/>
                    </a:lnTo>
                    <a:lnTo>
                      <a:pt x="16" y="0"/>
                    </a:lnTo>
                    <a:lnTo>
                      <a:pt x="22" y="2"/>
                    </a:lnTo>
                    <a:lnTo>
                      <a:pt x="28" y="6"/>
                    </a:lnTo>
                    <a:lnTo>
                      <a:pt x="31" y="11"/>
                    </a:lnTo>
                    <a:lnTo>
                      <a:pt x="32" y="18"/>
                    </a:lnTo>
                    <a:lnTo>
                      <a:pt x="32"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4" name="Freeform 63"/>
              <p:cNvSpPr>
                <a:spLocks/>
              </p:cNvSpPr>
              <p:nvPr/>
            </p:nvSpPr>
            <p:spPr bwMode="auto">
              <a:xfrm>
                <a:off x="7671154" y="4130350"/>
                <a:ext cx="29349" cy="29349"/>
              </a:xfrm>
              <a:custGeom>
                <a:avLst/>
                <a:gdLst/>
                <a:ahLst/>
                <a:cxnLst>
                  <a:cxn ang="0">
                    <a:pos x="34" y="16"/>
                  </a:cxn>
                  <a:cxn ang="0">
                    <a:pos x="34" y="16"/>
                  </a:cxn>
                  <a:cxn ang="0">
                    <a:pos x="32" y="22"/>
                  </a:cxn>
                  <a:cxn ang="0">
                    <a:pos x="28" y="27"/>
                  </a:cxn>
                  <a:cxn ang="0">
                    <a:pos x="24" y="30"/>
                  </a:cxn>
                  <a:cxn ang="0">
                    <a:pos x="16" y="32"/>
                  </a:cxn>
                  <a:cxn ang="0">
                    <a:pos x="16" y="32"/>
                  </a:cxn>
                  <a:cxn ang="0">
                    <a:pos x="11" y="30"/>
                  </a:cxn>
                  <a:cxn ang="0">
                    <a:pos x="6" y="27"/>
                  </a:cxn>
                  <a:cxn ang="0">
                    <a:pos x="2" y="22"/>
                  </a:cxn>
                  <a:cxn ang="0">
                    <a:pos x="0" y="16"/>
                  </a:cxn>
                  <a:cxn ang="0">
                    <a:pos x="0" y="16"/>
                  </a:cxn>
                  <a:cxn ang="0">
                    <a:pos x="2" y="10"/>
                  </a:cxn>
                  <a:cxn ang="0">
                    <a:pos x="6" y="4"/>
                  </a:cxn>
                  <a:cxn ang="0">
                    <a:pos x="11" y="1"/>
                  </a:cxn>
                  <a:cxn ang="0">
                    <a:pos x="16" y="0"/>
                  </a:cxn>
                  <a:cxn ang="0">
                    <a:pos x="16" y="0"/>
                  </a:cxn>
                  <a:cxn ang="0">
                    <a:pos x="24" y="1"/>
                  </a:cxn>
                  <a:cxn ang="0">
                    <a:pos x="28" y="4"/>
                  </a:cxn>
                  <a:cxn ang="0">
                    <a:pos x="32" y="10"/>
                  </a:cxn>
                  <a:cxn ang="0">
                    <a:pos x="34" y="16"/>
                  </a:cxn>
                  <a:cxn ang="0">
                    <a:pos x="34" y="16"/>
                  </a:cxn>
                </a:cxnLst>
                <a:rect l="0" t="0" r="r" b="b"/>
                <a:pathLst>
                  <a:path w="34" h="32">
                    <a:moveTo>
                      <a:pt x="34" y="16"/>
                    </a:moveTo>
                    <a:lnTo>
                      <a:pt x="34" y="16"/>
                    </a:lnTo>
                    <a:lnTo>
                      <a:pt x="32" y="22"/>
                    </a:lnTo>
                    <a:lnTo>
                      <a:pt x="28" y="27"/>
                    </a:lnTo>
                    <a:lnTo>
                      <a:pt x="24" y="30"/>
                    </a:lnTo>
                    <a:lnTo>
                      <a:pt x="16" y="32"/>
                    </a:lnTo>
                    <a:lnTo>
                      <a:pt x="16" y="32"/>
                    </a:lnTo>
                    <a:lnTo>
                      <a:pt x="11" y="30"/>
                    </a:lnTo>
                    <a:lnTo>
                      <a:pt x="6" y="27"/>
                    </a:lnTo>
                    <a:lnTo>
                      <a:pt x="2" y="22"/>
                    </a:lnTo>
                    <a:lnTo>
                      <a:pt x="0" y="16"/>
                    </a:lnTo>
                    <a:lnTo>
                      <a:pt x="0" y="16"/>
                    </a:lnTo>
                    <a:lnTo>
                      <a:pt x="2" y="10"/>
                    </a:lnTo>
                    <a:lnTo>
                      <a:pt x="6" y="4"/>
                    </a:lnTo>
                    <a:lnTo>
                      <a:pt x="11" y="1"/>
                    </a:lnTo>
                    <a:lnTo>
                      <a:pt x="16" y="0"/>
                    </a:lnTo>
                    <a:lnTo>
                      <a:pt x="16" y="0"/>
                    </a:lnTo>
                    <a:lnTo>
                      <a:pt x="24" y="1"/>
                    </a:lnTo>
                    <a:lnTo>
                      <a:pt x="28" y="4"/>
                    </a:lnTo>
                    <a:lnTo>
                      <a:pt x="32" y="10"/>
                    </a:lnTo>
                    <a:lnTo>
                      <a:pt x="34" y="16"/>
                    </a:lnTo>
                    <a:lnTo>
                      <a:pt x="34"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5" name="Freeform 64"/>
              <p:cNvSpPr>
                <a:spLocks/>
              </p:cNvSpPr>
              <p:nvPr/>
            </p:nvSpPr>
            <p:spPr bwMode="auto">
              <a:xfrm>
                <a:off x="7650976" y="3990943"/>
                <a:ext cx="29349" cy="31184"/>
              </a:xfrm>
              <a:custGeom>
                <a:avLst/>
                <a:gdLst/>
                <a:ahLst/>
                <a:cxnLst>
                  <a:cxn ang="0">
                    <a:pos x="32" y="17"/>
                  </a:cxn>
                  <a:cxn ang="0">
                    <a:pos x="32" y="17"/>
                  </a:cxn>
                  <a:cxn ang="0">
                    <a:pos x="32" y="23"/>
                  </a:cxn>
                  <a:cxn ang="0">
                    <a:pos x="28" y="29"/>
                  </a:cxn>
                  <a:cxn ang="0">
                    <a:pos x="23" y="32"/>
                  </a:cxn>
                  <a:cxn ang="0">
                    <a:pos x="16" y="33"/>
                  </a:cxn>
                  <a:cxn ang="0">
                    <a:pos x="16" y="33"/>
                  </a:cxn>
                  <a:cxn ang="0">
                    <a:pos x="10" y="32"/>
                  </a:cxn>
                  <a:cxn ang="0">
                    <a:pos x="4" y="29"/>
                  </a:cxn>
                  <a:cxn ang="0">
                    <a:pos x="1" y="23"/>
                  </a:cxn>
                  <a:cxn ang="0">
                    <a:pos x="0" y="17"/>
                  </a:cxn>
                  <a:cxn ang="0">
                    <a:pos x="0" y="17"/>
                  </a:cxn>
                  <a:cxn ang="0">
                    <a:pos x="1" y="10"/>
                  </a:cxn>
                  <a:cxn ang="0">
                    <a:pos x="4" y="6"/>
                  </a:cxn>
                  <a:cxn ang="0">
                    <a:pos x="10" y="1"/>
                  </a:cxn>
                  <a:cxn ang="0">
                    <a:pos x="16" y="0"/>
                  </a:cxn>
                  <a:cxn ang="0">
                    <a:pos x="16" y="0"/>
                  </a:cxn>
                  <a:cxn ang="0">
                    <a:pos x="23" y="1"/>
                  </a:cxn>
                  <a:cxn ang="0">
                    <a:pos x="28" y="6"/>
                  </a:cxn>
                  <a:cxn ang="0">
                    <a:pos x="32" y="10"/>
                  </a:cxn>
                  <a:cxn ang="0">
                    <a:pos x="32" y="17"/>
                  </a:cxn>
                  <a:cxn ang="0">
                    <a:pos x="32" y="17"/>
                  </a:cxn>
                </a:cxnLst>
                <a:rect l="0" t="0" r="r" b="b"/>
                <a:pathLst>
                  <a:path w="32" h="33">
                    <a:moveTo>
                      <a:pt x="32" y="17"/>
                    </a:moveTo>
                    <a:lnTo>
                      <a:pt x="32" y="17"/>
                    </a:lnTo>
                    <a:lnTo>
                      <a:pt x="32" y="23"/>
                    </a:lnTo>
                    <a:lnTo>
                      <a:pt x="28" y="29"/>
                    </a:lnTo>
                    <a:lnTo>
                      <a:pt x="23" y="32"/>
                    </a:lnTo>
                    <a:lnTo>
                      <a:pt x="16" y="33"/>
                    </a:lnTo>
                    <a:lnTo>
                      <a:pt x="16" y="33"/>
                    </a:lnTo>
                    <a:lnTo>
                      <a:pt x="10" y="32"/>
                    </a:lnTo>
                    <a:lnTo>
                      <a:pt x="4" y="29"/>
                    </a:lnTo>
                    <a:lnTo>
                      <a:pt x="1" y="23"/>
                    </a:lnTo>
                    <a:lnTo>
                      <a:pt x="0" y="17"/>
                    </a:lnTo>
                    <a:lnTo>
                      <a:pt x="0" y="17"/>
                    </a:lnTo>
                    <a:lnTo>
                      <a:pt x="1" y="10"/>
                    </a:lnTo>
                    <a:lnTo>
                      <a:pt x="4" y="6"/>
                    </a:lnTo>
                    <a:lnTo>
                      <a:pt x="10" y="1"/>
                    </a:lnTo>
                    <a:lnTo>
                      <a:pt x="16" y="0"/>
                    </a:lnTo>
                    <a:lnTo>
                      <a:pt x="16" y="0"/>
                    </a:lnTo>
                    <a:lnTo>
                      <a:pt x="23" y="1"/>
                    </a:lnTo>
                    <a:lnTo>
                      <a:pt x="28" y="6"/>
                    </a:lnTo>
                    <a:lnTo>
                      <a:pt x="32" y="10"/>
                    </a:lnTo>
                    <a:lnTo>
                      <a:pt x="32" y="17"/>
                    </a:lnTo>
                    <a:lnTo>
                      <a:pt x="32"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6" name="Freeform 65"/>
              <p:cNvSpPr>
                <a:spLocks/>
              </p:cNvSpPr>
              <p:nvPr/>
            </p:nvSpPr>
            <p:spPr bwMode="auto">
              <a:xfrm>
                <a:off x="7706005" y="4005617"/>
                <a:ext cx="31184" cy="31184"/>
              </a:xfrm>
              <a:custGeom>
                <a:avLst/>
                <a:gdLst/>
                <a:ahLst/>
                <a:cxnLst>
                  <a:cxn ang="0">
                    <a:pos x="33" y="17"/>
                  </a:cxn>
                  <a:cxn ang="0">
                    <a:pos x="33" y="17"/>
                  </a:cxn>
                  <a:cxn ang="0">
                    <a:pos x="32" y="23"/>
                  </a:cxn>
                  <a:cxn ang="0">
                    <a:pos x="27" y="29"/>
                  </a:cxn>
                  <a:cxn ang="0">
                    <a:pos x="23" y="32"/>
                  </a:cxn>
                  <a:cxn ang="0">
                    <a:pos x="16" y="33"/>
                  </a:cxn>
                  <a:cxn ang="0">
                    <a:pos x="16" y="33"/>
                  </a:cxn>
                  <a:cxn ang="0">
                    <a:pos x="10" y="32"/>
                  </a:cxn>
                  <a:cxn ang="0">
                    <a:pos x="6" y="29"/>
                  </a:cxn>
                  <a:cxn ang="0">
                    <a:pos x="1" y="23"/>
                  </a:cxn>
                  <a:cxn ang="0">
                    <a:pos x="0" y="17"/>
                  </a:cxn>
                  <a:cxn ang="0">
                    <a:pos x="0" y="17"/>
                  </a:cxn>
                  <a:cxn ang="0">
                    <a:pos x="1" y="10"/>
                  </a:cxn>
                  <a:cxn ang="0">
                    <a:pos x="6" y="6"/>
                  </a:cxn>
                  <a:cxn ang="0">
                    <a:pos x="10" y="1"/>
                  </a:cxn>
                  <a:cxn ang="0">
                    <a:pos x="16" y="0"/>
                  </a:cxn>
                  <a:cxn ang="0">
                    <a:pos x="16" y="0"/>
                  </a:cxn>
                  <a:cxn ang="0">
                    <a:pos x="23" y="1"/>
                  </a:cxn>
                  <a:cxn ang="0">
                    <a:pos x="27" y="6"/>
                  </a:cxn>
                  <a:cxn ang="0">
                    <a:pos x="32" y="10"/>
                  </a:cxn>
                  <a:cxn ang="0">
                    <a:pos x="33" y="17"/>
                  </a:cxn>
                  <a:cxn ang="0">
                    <a:pos x="33" y="17"/>
                  </a:cxn>
                </a:cxnLst>
                <a:rect l="0" t="0" r="r" b="b"/>
                <a:pathLst>
                  <a:path w="33" h="33">
                    <a:moveTo>
                      <a:pt x="33" y="17"/>
                    </a:moveTo>
                    <a:lnTo>
                      <a:pt x="33" y="17"/>
                    </a:lnTo>
                    <a:lnTo>
                      <a:pt x="32" y="23"/>
                    </a:lnTo>
                    <a:lnTo>
                      <a:pt x="27" y="29"/>
                    </a:lnTo>
                    <a:lnTo>
                      <a:pt x="23" y="32"/>
                    </a:lnTo>
                    <a:lnTo>
                      <a:pt x="16" y="33"/>
                    </a:lnTo>
                    <a:lnTo>
                      <a:pt x="16" y="33"/>
                    </a:lnTo>
                    <a:lnTo>
                      <a:pt x="10" y="32"/>
                    </a:lnTo>
                    <a:lnTo>
                      <a:pt x="6" y="29"/>
                    </a:lnTo>
                    <a:lnTo>
                      <a:pt x="1" y="23"/>
                    </a:lnTo>
                    <a:lnTo>
                      <a:pt x="0" y="17"/>
                    </a:lnTo>
                    <a:lnTo>
                      <a:pt x="0" y="17"/>
                    </a:lnTo>
                    <a:lnTo>
                      <a:pt x="1" y="10"/>
                    </a:lnTo>
                    <a:lnTo>
                      <a:pt x="6" y="6"/>
                    </a:lnTo>
                    <a:lnTo>
                      <a:pt x="10" y="1"/>
                    </a:lnTo>
                    <a:lnTo>
                      <a:pt x="16" y="0"/>
                    </a:lnTo>
                    <a:lnTo>
                      <a:pt x="16" y="0"/>
                    </a:lnTo>
                    <a:lnTo>
                      <a:pt x="23" y="1"/>
                    </a:lnTo>
                    <a:lnTo>
                      <a:pt x="27" y="6"/>
                    </a:lnTo>
                    <a:lnTo>
                      <a:pt x="32" y="10"/>
                    </a:lnTo>
                    <a:lnTo>
                      <a:pt x="33" y="17"/>
                    </a:lnTo>
                    <a:lnTo>
                      <a:pt x="33"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7" name="Freeform 66"/>
              <p:cNvSpPr>
                <a:spLocks/>
              </p:cNvSpPr>
              <p:nvPr/>
            </p:nvSpPr>
            <p:spPr bwMode="auto">
              <a:xfrm>
                <a:off x="7821567" y="3992778"/>
                <a:ext cx="29349" cy="31184"/>
              </a:xfrm>
              <a:custGeom>
                <a:avLst/>
                <a:gdLst/>
                <a:ahLst/>
                <a:cxnLst>
                  <a:cxn ang="0">
                    <a:pos x="32" y="17"/>
                  </a:cxn>
                  <a:cxn ang="0">
                    <a:pos x="32" y="17"/>
                  </a:cxn>
                  <a:cxn ang="0">
                    <a:pos x="31" y="23"/>
                  </a:cxn>
                  <a:cxn ang="0">
                    <a:pos x="28" y="27"/>
                  </a:cxn>
                  <a:cxn ang="0">
                    <a:pos x="22" y="32"/>
                  </a:cxn>
                  <a:cxn ang="0">
                    <a:pos x="16" y="33"/>
                  </a:cxn>
                  <a:cxn ang="0">
                    <a:pos x="16" y="33"/>
                  </a:cxn>
                  <a:cxn ang="0">
                    <a:pos x="10" y="32"/>
                  </a:cxn>
                  <a:cxn ang="0">
                    <a:pos x="4" y="27"/>
                  </a:cxn>
                  <a:cxn ang="0">
                    <a:pos x="1" y="23"/>
                  </a:cxn>
                  <a:cxn ang="0">
                    <a:pos x="0" y="17"/>
                  </a:cxn>
                  <a:cxn ang="0">
                    <a:pos x="0" y="17"/>
                  </a:cxn>
                  <a:cxn ang="0">
                    <a:pos x="1" y="10"/>
                  </a:cxn>
                  <a:cxn ang="0">
                    <a:pos x="4" y="6"/>
                  </a:cxn>
                  <a:cxn ang="0">
                    <a:pos x="10" y="1"/>
                  </a:cxn>
                  <a:cxn ang="0">
                    <a:pos x="16" y="0"/>
                  </a:cxn>
                  <a:cxn ang="0">
                    <a:pos x="16" y="0"/>
                  </a:cxn>
                  <a:cxn ang="0">
                    <a:pos x="22" y="1"/>
                  </a:cxn>
                  <a:cxn ang="0">
                    <a:pos x="28" y="6"/>
                  </a:cxn>
                  <a:cxn ang="0">
                    <a:pos x="31" y="10"/>
                  </a:cxn>
                  <a:cxn ang="0">
                    <a:pos x="32" y="17"/>
                  </a:cxn>
                  <a:cxn ang="0">
                    <a:pos x="32" y="17"/>
                  </a:cxn>
                </a:cxnLst>
                <a:rect l="0" t="0" r="r" b="b"/>
                <a:pathLst>
                  <a:path w="32" h="33">
                    <a:moveTo>
                      <a:pt x="32" y="17"/>
                    </a:moveTo>
                    <a:lnTo>
                      <a:pt x="32" y="17"/>
                    </a:lnTo>
                    <a:lnTo>
                      <a:pt x="31" y="23"/>
                    </a:lnTo>
                    <a:lnTo>
                      <a:pt x="28" y="27"/>
                    </a:lnTo>
                    <a:lnTo>
                      <a:pt x="22" y="32"/>
                    </a:lnTo>
                    <a:lnTo>
                      <a:pt x="16" y="33"/>
                    </a:lnTo>
                    <a:lnTo>
                      <a:pt x="16" y="33"/>
                    </a:lnTo>
                    <a:lnTo>
                      <a:pt x="10" y="32"/>
                    </a:lnTo>
                    <a:lnTo>
                      <a:pt x="4" y="27"/>
                    </a:lnTo>
                    <a:lnTo>
                      <a:pt x="1" y="23"/>
                    </a:lnTo>
                    <a:lnTo>
                      <a:pt x="0" y="17"/>
                    </a:lnTo>
                    <a:lnTo>
                      <a:pt x="0" y="17"/>
                    </a:lnTo>
                    <a:lnTo>
                      <a:pt x="1" y="10"/>
                    </a:lnTo>
                    <a:lnTo>
                      <a:pt x="4" y="6"/>
                    </a:lnTo>
                    <a:lnTo>
                      <a:pt x="10" y="1"/>
                    </a:lnTo>
                    <a:lnTo>
                      <a:pt x="16" y="0"/>
                    </a:lnTo>
                    <a:lnTo>
                      <a:pt x="16" y="0"/>
                    </a:lnTo>
                    <a:lnTo>
                      <a:pt x="22" y="1"/>
                    </a:lnTo>
                    <a:lnTo>
                      <a:pt x="28" y="6"/>
                    </a:lnTo>
                    <a:lnTo>
                      <a:pt x="31" y="10"/>
                    </a:lnTo>
                    <a:lnTo>
                      <a:pt x="32" y="17"/>
                    </a:lnTo>
                    <a:lnTo>
                      <a:pt x="32" y="17"/>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8" name="Freeform 67"/>
              <p:cNvSpPr>
                <a:spLocks/>
              </p:cNvSpPr>
              <p:nvPr/>
            </p:nvSpPr>
            <p:spPr bwMode="auto">
              <a:xfrm>
                <a:off x="7726183" y="4121179"/>
                <a:ext cx="29349" cy="29349"/>
              </a:xfrm>
              <a:custGeom>
                <a:avLst/>
                <a:gdLst/>
                <a:ahLst/>
                <a:cxnLst>
                  <a:cxn ang="0">
                    <a:pos x="32" y="16"/>
                  </a:cxn>
                  <a:cxn ang="0">
                    <a:pos x="32" y="16"/>
                  </a:cxn>
                  <a:cxn ang="0">
                    <a:pos x="30" y="21"/>
                  </a:cxn>
                  <a:cxn ang="0">
                    <a:pos x="27" y="27"/>
                  </a:cxn>
                  <a:cxn ang="0">
                    <a:pos x="21" y="30"/>
                  </a:cxn>
                  <a:cxn ang="0">
                    <a:pos x="16" y="32"/>
                  </a:cxn>
                  <a:cxn ang="0">
                    <a:pos x="16" y="32"/>
                  </a:cxn>
                  <a:cxn ang="0">
                    <a:pos x="8" y="30"/>
                  </a:cxn>
                  <a:cxn ang="0">
                    <a:pos x="4" y="27"/>
                  </a:cxn>
                  <a:cxn ang="0">
                    <a:pos x="0" y="21"/>
                  </a:cxn>
                  <a:cxn ang="0">
                    <a:pos x="0" y="16"/>
                  </a:cxn>
                  <a:cxn ang="0">
                    <a:pos x="0" y="16"/>
                  </a:cxn>
                  <a:cxn ang="0">
                    <a:pos x="0" y="10"/>
                  </a:cxn>
                  <a:cxn ang="0">
                    <a:pos x="4" y="4"/>
                  </a:cxn>
                  <a:cxn ang="0">
                    <a:pos x="8" y="1"/>
                  </a:cxn>
                  <a:cxn ang="0">
                    <a:pos x="16" y="0"/>
                  </a:cxn>
                  <a:cxn ang="0">
                    <a:pos x="16" y="0"/>
                  </a:cxn>
                  <a:cxn ang="0">
                    <a:pos x="21" y="1"/>
                  </a:cxn>
                  <a:cxn ang="0">
                    <a:pos x="27" y="4"/>
                  </a:cxn>
                  <a:cxn ang="0">
                    <a:pos x="30" y="10"/>
                  </a:cxn>
                  <a:cxn ang="0">
                    <a:pos x="32" y="16"/>
                  </a:cxn>
                  <a:cxn ang="0">
                    <a:pos x="32" y="16"/>
                  </a:cxn>
                </a:cxnLst>
                <a:rect l="0" t="0" r="r" b="b"/>
                <a:pathLst>
                  <a:path w="32" h="32">
                    <a:moveTo>
                      <a:pt x="32" y="16"/>
                    </a:moveTo>
                    <a:lnTo>
                      <a:pt x="32" y="16"/>
                    </a:lnTo>
                    <a:lnTo>
                      <a:pt x="30" y="21"/>
                    </a:lnTo>
                    <a:lnTo>
                      <a:pt x="27" y="27"/>
                    </a:lnTo>
                    <a:lnTo>
                      <a:pt x="21" y="30"/>
                    </a:lnTo>
                    <a:lnTo>
                      <a:pt x="16" y="32"/>
                    </a:lnTo>
                    <a:lnTo>
                      <a:pt x="16" y="32"/>
                    </a:lnTo>
                    <a:lnTo>
                      <a:pt x="8" y="30"/>
                    </a:lnTo>
                    <a:lnTo>
                      <a:pt x="4" y="27"/>
                    </a:lnTo>
                    <a:lnTo>
                      <a:pt x="0" y="21"/>
                    </a:lnTo>
                    <a:lnTo>
                      <a:pt x="0" y="16"/>
                    </a:lnTo>
                    <a:lnTo>
                      <a:pt x="0" y="16"/>
                    </a:lnTo>
                    <a:lnTo>
                      <a:pt x="0" y="10"/>
                    </a:lnTo>
                    <a:lnTo>
                      <a:pt x="4" y="4"/>
                    </a:lnTo>
                    <a:lnTo>
                      <a:pt x="8" y="1"/>
                    </a:lnTo>
                    <a:lnTo>
                      <a:pt x="16" y="0"/>
                    </a:lnTo>
                    <a:lnTo>
                      <a:pt x="16" y="0"/>
                    </a:lnTo>
                    <a:lnTo>
                      <a:pt x="21" y="1"/>
                    </a:lnTo>
                    <a:lnTo>
                      <a:pt x="27" y="4"/>
                    </a:lnTo>
                    <a:lnTo>
                      <a:pt x="30"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49" name="Freeform 68"/>
              <p:cNvSpPr>
                <a:spLocks/>
              </p:cNvSpPr>
              <p:nvPr/>
            </p:nvSpPr>
            <p:spPr bwMode="auto">
              <a:xfrm>
                <a:off x="8824930" y="4640286"/>
                <a:ext cx="29349" cy="31184"/>
              </a:xfrm>
              <a:custGeom>
                <a:avLst/>
                <a:gdLst/>
                <a:ahLst/>
                <a:cxnLst>
                  <a:cxn ang="0">
                    <a:pos x="32" y="16"/>
                  </a:cxn>
                  <a:cxn ang="0">
                    <a:pos x="32" y="16"/>
                  </a:cxn>
                  <a:cxn ang="0">
                    <a:pos x="30" y="23"/>
                  </a:cxn>
                  <a:cxn ang="0">
                    <a:pos x="27" y="28"/>
                  </a:cxn>
                  <a:cxn ang="0">
                    <a:pos x="22" y="32"/>
                  </a:cxn>
                  <a:cxn ang="0">
                    <a:pos x="16" y="34"/>
                  </a:cxn>
                  <a:cxn ang="0">
                    <a:pos x="16" y="34"/>
                  </a:cxn>
                  <a:cxn ang="0">
                    <a:pos x="8" y="32"/>
                  </a:cxn>
                  <a:cxn ang="0">
                    <a:pos x="4" y="28"/>
                  </a:cxn>
                  <a:cxn ang="0">
                    <a:pos x="0" y="23"/>
                  </a:cxn>
                  <a:cxn ang="0">
                    <a:pos x="0" y="16"/>
                  </a:cxn>
                  <a:cxn ang="0">
                    <a:pos x="0" y="16"/>
                  </a:cxn>
                  <a:cxn ang="0">
                    <a:pos x="0" y="10"/>
                  </a:cxn>
                  <a:cxn ang="0">
                    <a:pos x="4" y="4"/>
                  </a:cxn>
                  <a:cxn ang="0">
                    <a:pos x="8" y="1"/>
                  </a:cxn>
                  <a:cxn ang="0">
                    <a:pos x="16" y="0"/>
                  </a:cxn>
                  <a:cxn ang="0">
                    <a:pos x="16" y="0"/>
                  </a:cxn>
                  <a:cxn ang="0">
                    <a:pos x="22" y="1"/>
                  </a:cxn>
                  <a:cxn ang="0">
                    <a:pos x="27" y="4"/>
                  </a:cxn>
                  <a:cxn ang="0">
                    <a:pos x="30" y="10"/>
                  </a:cxn>
                  <a:cxn ang="0">
                    <a:pos x="32" y="16"/>
                  </a:cxn>
                  <a:cxn ang="0">
                    <a:pos x="32" y="16"/>
                  </a:cxn>
                </a:cxnLst>
                <a:rect l="0" t="0" r="r" b="b"/>
                <a:pathLst>
                  <a:path w="32" h="34">
                    <a:moveTo>
                      <a:pt x="32" y="16"/>
                    </a:moveTo>
                    <a:lnTo>
                      <a:pt x="32" y="16"/>
                    </a:lnTo>
                    <a:lnTo>
                      <a:pt x="30" y="23"/>
                    </a:lnTo>
                    <a:lnTo>
                      <a:pt x="27" y="28"/>
                    </a:lnTo>
                    <a:lnTo>
                      <a:pt x="22" y="32"/>
                    </a:lnTo>
                    <a:lnTo>
                      <a:pt x="16" y="34"/>
                    </a:lnTo>
                    <a:lnTo>
                      <a:pt x="16" y="34"/>
                    </a:lnTo>
                    <a:lnTo>
                      <a:pt x="8" y="32"/>
                    </a:lnTo>
                    <a:lnTo>
                      <a:pt x="4" y="28"/>
                    </a:lnTo>
                    <a:lnTo>
                      <a:pt x="0" y="23"/>
                    </a:lnTo>
                    <a:lnTo>
                      <a:pt x="0" y="16"/>
                    </a:lnTo>
                    <a:lnTo>
                      <a:pt x="0" y="16"/>
                    </a:lnTo>
                    <a:lnTo>
                      <a:pt x="0" y="10"/>
                    </a:lnTo>
                    <a:lnTo>
                      <a:pt x="4" y="4"/>
                    </a:lnTo>
                    <a:lnTo>
                      <a:pt x="8" y="1"/>
                    </a:lnTo>
                    <a:lnTo>
                      <a:pt x="16" y="0"/>
                    </a:lnTo>
                    <a:lnTo>
                      <a:pt x="16" y="0"/>
                    </a:lnTo>
                    <a:lnTo>
                      <a:pt x="22" y="1"/>
                    </a:lnTo>
                    <a:lnTo>
                      <a:pt x="27" y="4"/>
                    </a:lnTo>
                    <a:lnTo>
                      <a:pt x="30" y="10"/>
                    </a:lnTo>
                    <a:lnTo>
                      <a:pt x="32" y="16"/>
                    </a:lnTo>
                    <a:lnTo>
                      <a:pt x="32"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50" name="Freeform 69"/>
              <p:cNvSpPr>
                <a:spLocks/>
              </p:cNvSpPr>
              <p:nvPr/>
            </p:nvSpPr>
            <p:spPr bwMode="auto">
              <a:xfrm>
                <a:off x="8857948" y="4530228"/>
                <a:ext cx="31184" cy="29349"/>
              </a:xfrm>
              <a:custGeom>
                <a:avLst/>
                <a:gdLst/>
                <a:ahLst/>
                <a:cxnLst>
                  <a:cxn ang="0">
                    <a:pos x="33" y="16"/>
                  </a:cxn>
                  <a:cxn ang="0">
                    <a:pos x="33" y="16"/>
                  </a:cxn>
                  <a:cxn ang="0">
                    <a:pos x="32" y="23"/>
                  </a:cxn>
                  <a:cxn ang="0">
                    <a:pos x="27" y="28"/>
                  </a:cxn>
                  <a:cxn ang="0">
                    <a:pos x="23" y="32"/>
                  </a:cxn>
                  <a:cxn ang="0">
                    <a:pos x="17" y="34"/>
                  </a:cxn>
                  <a:cxn ang="0">
                    <a:pos x="17" y="34"/>
                  </a:cxn>
                  <a:cxn ang="0">
                    <a:pos x="10" y="32"/>
                  </a:cxn>
                  <a:cxn ang="0">
                    <a:pos x="6" y="28"/>
                  </a:cxn>
                  <a:cxn ang="0">
                    <a:pos x="1" y="23"/>
                  </a:cxn>
                  <a:cxn ang="0">
                    <a:pos x="0" y="16"/>
                  </a:cxn>
                  <a:cxn ang="0">
                    <a:pos x="0" y="16"/>
                  </a:cxn>
                  <a:cxn ang="0">
                    <a:pos x="1" y="10"/>
                  </a:cxn>
                  <a:cxn ang="0">
                    <a:pos x="6" y="6"/>
                  </a:cxn>
                  <a:cxn ang="0">
                    <a:pos x="10" y="2"/>
                  </a:cxn>
                  <a:cxn ang="0">
                    <a:pos x="17" y="0"/>
                  </a:cxn>
                  <a:cxn ang="0">
                    <a:pos x="17" y="0"/>
                  </a:cxn>
                  <a:cxn ang="0">
                    <a:pos x="23" y="2"/>
                  </a:cxn>
                  <a:cxn ang="0">
                    <a:pos x="27" y="6"/>
                  </a:cxn>
                  <a:cxn ang="0">
                    <a:pos x="32" y="10"/>
                  </a:cxn>
                  <a:cxn ang="0">
                    <a:pos x="33" y="16"/>
                  </a:cxn>
                  <a:cxn ang="0">
                    <a:pos x="33" y="16"/>
                  </a:cxn>
                </a:cxnLst>
                <a:rect l="0" t="0" r="r" b="b"/>
                <a:pathLst>
                  <a:path w="33" h="34">
                    <a:moveTo>
                      <a:pt x="33" y="16"/>
                    </a:moveTo>
                    <a:lnTo>
                      <a:pt x="33" y="16"/>
                    </a:lnTo>
                    <a:lnTo>
                      <a:pt x="32" y="23"/>
                    </a:lnTo>
                    <a:lnTo>
                      <a:pt x="27" y="28"/>
                    </a:lnTo>
                    <a:lnTo>
                      <a:pt x="23" y="32"/>
                    </a:lnTo>
                    <a:lnTo>
                      <a:pt x="17" y="34"/>
                    </a:lnTo>
                    <a:lnTo>
                      <a:pt x="17" y="34"/>
                    </a:lnTo>
                    <a:lnTo>
                      <a:pt x="10" y="32"/>
                    </a:lnTo>
                    <a:lnTo>
                      <a:pt x="6" y="28"/>
                    </a:lnTo>
                    <a:lnTo>
                      <a:pt x="1" y="23"/>
                    </a:lnTo>
                    <a:lnTo>
                      <a:pt x="0" y="16"/>
                    </a:lnTo>
                    <a:lnTo>
                      <a:pt x="0" y="16"/>
                    </a:lnTo>
                    <a:lnTo>
                      <a:pt x="1" y="10"/>
                    </a:lnTo>
                    <a:lnTo>
                      <a:pt x="6" y="6"/>
                    </a:lnTo>
                    <a:lnTo>
                      <a:pt x="10" y="2"/>
                    </a:lnTo>
                    <a:lnTo>
                      <a:pt x="17" y="0"/>
                    </a:lnTo>
                    <a:lnTo>
                      <a:pt x="17" y="0"/>
                    </a:lnTo>
                    <a:lnTo>
                      <a:pt x="23" y="2"/>
                    </a:lnTo>
                    <a:lnTo>
                      <a:pt x="27" y="6"/>
                    </a:lnTo>
                    <a:lnTo>
                      <a:pt x="32" y="10"/>
                    </a:lnTo>
                    <a:lnTo>
                      <a:pt x="33" y="16"/>
                    </a:lnTo>
                    <a:lnTo>
                      <a:pt x="33" y="16"/>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sp>
            <p:nvSpPr>
              <p:cNvPr id="51" name="Freeform 70"/>
              <p:cNvSpPr>
                <a:spLocks/>
              </p:cNvSpPr>
              <p:nvPr/>
            </p:nvSpPr>
            <p:spPr bwMode="auto">
              <a:xfrm>
                <a:off x="8982680" y="4401827"/>
                <a:ext cx="29349" cy="29349"/>
              </a:xfrm>
              <a:custGeom>
                <a:avLst/>
                <a:gdLst/>
                <a:ahLst/>
                <a:cxnLst>
                  <a:cxn ang="0">
                    <a:pos x="32" y="18"/>
                  </a:cxn>
                  <a:cxn ang="0">
                    <a:pos x="32" y="18"/>
                  </a:cxn>
                  <a:cxn ang="0">
                    <a:pos x="31" y="23"/>
                  </a:cxn>
                  <a:cxn ang="0">
                    <a:pos x="28" y="29"/>
                  </a:cxn>
                  <a:cxn ang="0">
                    <a:pos x="22" y="32"/>
                  </a:cxn>
                  <a:cxn ang="0">
                    <a:pos x="16" y="34"/>
                  </a:cxn>
                  <a:cxn ang="0">
                    <a:pos x="16" y="34"/>
                  </a:cxn>
                  <a:cxn ang="0">
                    <a:pos x="10" y="32"/>
                  </a:cxn>
                  <a:cxn ang="0">
                    <a:pos x="5" y="29"/>
                  </a:cxn>
                  <a:cxn ang="0">
                    <a:pos x="2" y="23"/>
                  </a:cxn>
                  <a:cxn ang="0">
                    <a:pos x="0" y="18"/>
                  </a:cxn>
                  <a:cxn ang="0">
                    <a:pos x="0" y="18"/>
                  </a:cxn>
                  <a:cxn ang="0">
                    <a:pos x="2" y="10"/>
                  </a:cxn>
                  <a:cxn ang="0">
                    <a:pos x="5" y="6"/>
                  </a:cxn>
                  <a:cxn ang="0">
                    <a:pos x="10" y="2"/>
                  </a:cxn>
                  <a:cxn ang="0">
                    <a:pos x="16" y="0"/>
                  </a:cxn>
                  <a:cxn ang="0">
                    <a:pos x="16" y="0"/>
                  </a:cxn>
                  <a:cxn ang="0">
                    <a:pos x="22" y="2"/>
                  </a:cxn>
                  <a:cxn ang="0">
                    <a:pos x="28" y="6"/>
                  </a:cxn>
                  <a:cxn ang="0">
                    <a:pos x="31" y="10"/>
                  </a:cxn>
                  <a:cxn ang="0">
                    <a:pos x="32" y="18"/>
                  </a:cxn>
                  <a:cxn ang="0">
                    <a:pos x="32" y="18"/>
                  </a:cxn>
                </a:cxnLst>
                <a:rect l="0" t="0" r="r" b="b"/>
                <a:pathLst>
                  <a:path w="32" h="34">
                    <a:moveTo>
                      <a:pt x="32" y="18"/>
                    </a:moveTo>
                    <a:lnTo>
                      <a:pt x="32" y="18"/>
                    </a:lnTo>
                    <a:lnTo>
                      <a:pt x="31" y="23"/>
                    </a:lnTo>
                    <a:lnTo>
                      <a:pt x="28" y="29"/>
                    </a:lnTo>
                    <a:lnTo>
                      <a:pt x="22" y="32"/>
                    </a:lnTo>
                    <a:lnTo>
                      <a:pt x="16" y="34"/>
                    </a:lnTo>
                    <a:lnTo>
                      <a:pt x="16" y="34"/>
                    </a:lnTo>
                    <a:lnTo>
                      <a:pt x="10" y="32"/>
                    </a:lnTo>
                    <a:lnTo>
                      <a:pt x="5" y="29"/>
                    </a:lnTo>
                    <a:lnTo>
                      <a:pt x="2" y="23"/>
                    </a:lnTo>
                    <a:lnTo>
                      <a:pt x="0" y="18"/>
                    </a:lnTo>
                    <a:lnTo>
                      <a:pt x="0" y="18"/>
                    </a:lnTo>
                    <a:lnTo>
                      <a:pt x="2" y="10"/>
                    </a:lnTo>
                    <a:lnTo>
                      <a:pt x="5" y="6"/>
                    </a:lnTo>
                    <a:lnTo>
                      <a:pt x="10" y="2"/>
                    </a:lnTo>
                    <a:lnTo>
                      <a:pt x="16" y="0"/>
                    </a:lnTo>
                    <a:lnTo>
                      <a:pt x="16" y="0"/>
                    </a:lnTo>
                    <a:lnTo>
                      <a:pt x="22" y="2"/>
                    </a:lnTo>
                    <a:lnTo>
                      <a:pt x="28" y="6"/>
                    </a:lnTo>
                    <a:lnTo>
                      <a:pt x="31" y="10"/>
                    </a:lnTo>
                    <a:lnTo>
                      <a:pt x="32" y="18"/>
                    </a:lnTo>
                    <a:lnTo>
                      <a:pt x="32" y="18"/>
                    </a:lnTo>
                    <a:close/>
                  </a:path>
                </a:pathLst>
              </a:custGeom>
              <a:grpFill/>
              <a:ln w="9525">
                <a:noFill/>
                <a:round/>
                <a:headEnd/>
                <a:tailEnd/>
              </a:ln>
            </p:spPr>
            <p:txBody>
              <a:bodyPr/>
              <a:lstStyle/>
              <a:p>
                <a:pPr defTabSz="914193" fontAlgn="auto">
                  <a:spcBef>
                    <a:spcPts val="0"/>
                  </a:spcBef>
                  <a:spcAft>
                    <a:spcPts val="0"/>
                  </a:spcAft>
                  <a:defRPr/>
                </a:pPr>
                <a:endParaRPr lang="en-US" sz="1800" dirty="0">
                  <a:latin typeface="+mn-lt"/>
                  <a:cs typeface="+mn-cs"/>
                </a:endParaRPr>
              </a:p>
            </p:txBody>
          </p:sp>
        </p:grpSp>
      </p:grpSp>
      <p:sp>
        <p:nvSpPr>
          <p:cNvPr id="73" name="Rectangle 12"/>
          <p:cNvSpPr>
            <a:spLocks noChangeArrowheads="1"/>
          </p:cNvSpPr>
          <p:nvPr>
            <p:custDataLst>
              <p:tags r:id="rId3"/>
            </p:custDataLst>
          </p:nvPr>
        </p:nvSpPr>
        <p:spPr bwMode="auto">
          <a:xfrm>
            <a:off x="8369541" y="5787176"/>
            <a:ext cx="2921001" cy="222039"/>
          </a:xfrm>
          <a:prstGeom prst="rect">
            <a:avLst/>
          </a:prstGeom>
          <a:noFill/>
          <a:ln w="9525">
            <a:noFill/>
            <a:miter lim="800000"/>
            <a:headEnd/>
            <a:tailEnd/>
          </a:ln>
        </p:spPr>
        <p:txBody>
          <a:bodyPr lIns="18506" tIns="18506" rIns="185063" bIns="18506" anchor="b">
            <a:spAutoFit/>
          </a:bodyPr>
          <a:lstStyle/>
          <a:p>
            <a:pPr algn="r"/>
            <a:r>
              <a:rPr lang="en-US" sz="400" dirty="0">
                <a:latin typeface="Trebuchet MS" pitchFamily="34" charset="0"/>
              </a:rPr>
              <a:t>The information contained in this presentation is proprietary.</a:t>
            </a:r>
          </a:p>
          <a:p>
            <a:pPr algn="r"/>
            <a:r>
              <a:rPr lang="en-US" sz="400" dirty="0">
                <a:latin typeface="Trebuchet MS" pitchFamily="34" charset="0"/>
              </a:rPr>
              <a:t>© 2015 Capgemini. All rights reserved.</a:t>
            </a:r>
          </a:p>
          <a:p>
            <a:pPr algn="r"/>
            <a:r>
              <a:rPr lang="en-US" sz="400" i="1" dirty="0">
                <a:latin typeface="Trebuchet MS" pitchFamily="34" charset="0"/>
              </a:rPr>
              <a:t>Rightshore</a:t>
            </a:r>
            <a:r>
              <a:rPr lang="en-US" sz="400" i="1" baseline="30000" dirty="0">
                <a:latin typeface="Trebuchet MS" pitchFamily="34" charset="0"/>
              </a:rPr>
              <a:t>®</a:t>
            </a:r>
            <a:r>
              <a:rPr lang="en-US" sz="400" i="1" dirty="0">
                <a:latin typeface="Trebuchet MS" pitchFamily="34" charset="0"/>
              </a:rPr>
              <a:t> is a trademark belonging to Capgemini.</a:t>
            </a:r>
            <a:endParaRPr lang="en-US" sz="400" dirty="0">
              <a:latin typeface="Trebuchet MS" pitchFamily="34" charset="0"/>
            </a:endParaRPr>
          </a:p>
        </p:txBody>
      </p:sp>
      <p:sp>
        <p:nvSpPr>
          <p:cNvPr id="74" name="Rectangle 13">
            <a:hlinkClick r:id="rId13"/>
          </p:cNvPr>
          <p:cNvSpPr>
            <a:spLocks noChangeArrowheads="1"/>
          </p:cNvSpPr>
          <p:nvPr>
            <p:custDataLst>
              <p:tags r:id="rId4"/>
            </p:custDataLst>
          </p:nvPr>
        </p:nvSpPr>
        <p:spPr bwMode="auto">
          <a:xfrm>
            <a:off x="9680097" y="5251514"/>
            <a:ext cx="1610443" cy="209977"/>
          </a:xfrm>
          <a:prstGeom prst="rect">
            <a:avLst/>
          </a:prstGeom>
          <a:noFill/>
          <a:ln w="9525">
            <a:noFill/>
            <a:miter lim="800000"/>
            <a:headEnd/>
            <a:tailEnd/>
          </a:ln>
        </p:spPr>
        <p:txBody>
          <a:bodyPr wrap="none" lIns="20153" tIns="20153" rIns="201528" bIns="20153" anchor="b">
            <a:spAutoFit/>
          </a:bodyPr>
          <a:lstStyle/>
          <a:p>
            <a:pPr algn="r"/>
            <a:r>
              <a:rPr lang="en-US" sz="1100" b="1" dirty="0"/>
              <a:t>www.capgemini.com</a:t>
            </a:r>
          </a:p>
        </p:txBody>
      </p:sp>
      <p:pic>
        <p:nvPicPr>
          <p:cNvPr id="75" name="Picture 3" descr="C:\Users\UserSim\Desktop\DS_icons\128x128 shadows\facebook.png">
            <a:hlinkClick r:id="rId14"/>
          </p:cNvPr>
          <p:cNvPicPr>
            <a:picLocks noChangeAspect="1" noChangeArrowheads="1"/>
          </p:cNvPicPr>
          <p:nvPr>
            <p:custDataLst>
              <p:tags r:id="rId5"/>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9979265" y="5523890"/>
            <a:ext cx="185208" cy="175521"/>
          </a:xfrm>
          <a:prstGeom prst="rect">
            <a:avLst/>
          </a:prstGeom>
          <a:noFill/>
          <a:ln w="9525">
            <a:noFill/>
            <a:miter lim="800000"/>
            <a:headEnd/>
            <a:tailEnd/>
          </a:ln>
        </p:spPr>
      </p:pic>
      <p:pic>
        <p:nvPicPr>
          <p:cNvPr id="76" name="Picture 4" descr="C:\Users\UserSim\Desktop\DS_icons\128x128 shadows\linkedin.png">
            <a:hlinkClick r:id="rId16"/>
          </p:cNvPr>
          <p:cNvPicPr>
            <a:picLocks noChangeAspect="1" noChangeArrowheads="1"/>
          </p:cNvPicPr>
          <p:nvPr>
            <p:custDataLst>
              <p:tags r:id="rId6"/>
            </p:custDataLst>
          </p:nvPr>
        </p:nvPicPr>
        <p:blipFill>
          <a:blip r:embed="rId17" cstate="email">
            <a:extLst>
              <a:ext uri="{28A0092B-C50C-407E-A947-70E740481C1C}">
                <a14:useLocalDpi xmlns:a14="http://schemas.microsoft.com/office/drawing/2010/main" val="0"/>
              </a:ext>
            </a:extLst>
          </a:blip>
          <a:srcRect/>
          <a:stretch>
            <a:fillRect/>
          </a:stretch>
        </p:blipFill>
        <p:spPr bwMode="auto">
          <a:xfrm>
            <a:off x="10202573" y="5523874"/>
            <a:ext cx="188384" cy="177636"/>
          </a:xfrm>
          <a:prstGeom prst="rect">
            <a:avLst/>
          </a:prstGeom>
          <a:noFill/>
          <a:ln w="9525">
            <a:noFill/>
            <a:miter lim="800000"/>
            <a:headEnd/>
            <a:tailEnd/>
          </a:ln>
        </p:spPr>
      </p:pic>
      <p:pic>
        <p:nvPicPr>
          <p:cNvPr id="77" name="Picture 5" descr="C:\Users\UserSim\Desktop\DS_icons\128x128 shadows\twitter.png">
            <a:hlinkClick r:id="rId18"/>
          </p:cNvPr>
          <p:cNvPicPr>
            <a:picLocks noChangeAspect="1" noChangeArrowheads="1"/>
          </p:cNvPicPr>
          <p:nvPr>
            <p:custDataLst>
              <p:tags r:id="rId7"/>
            </p:custDataLst>
          </p:nvPr>
        </p:nvPicPr>
        <p:blipFill>
          <a:blip r:embed="rId19" cstate="email">
            <a:extLst>
              <a:ext uri="{28A0092B-C50C-407E-A947-70E740481C1C}">
                <a14:useLocalDpi xmlns:a14="http://schemas.microsoft.com/office/drawing/2010/main" val="0"/>
              </a:ext>
            </a:extLst>
          </a:blip>
          <a:srcRect/>
          <a:stretch>
            <a:fillRect/>
          </a:stretch>
        </p:blipFill>
        <p:spPr bwMode="auto">
          <a:xfrm>
            <a:off x="10622740" y="5523874"/>
            <a:ext cx="187325" cy="177636"/>
          </a:xfrm>
          <a:prstGeom prst="rect">
            <a:avLst/>
          </a:prstGeom>
          <a:noFill/>
          <a:ln w="9525">
            <a:noFill/>
            <a:miter lim="800000"/>
            <a:headEnd/>
            <a:tailEnd/>
          </a:ln>
        </p:spPr>
      </p:pic>
      <p:pic>
        <p:nvPicPr>
          <p:cNvPr id="78" name="Picture 6" descr="C:\Users\UserSim\Desktop\DS_icons\128x128 shadows\youtube.png">
            <a:hlinkClick r:id="rId20"/>
          </p:cNvPr>
          <p:cNvPicPr>
            <a:picLocks noChangeAspect="1" noChangeArrowheads="1"/>
          </p:cNvPicPr>
          <p:nvPr>
            <p:custDataLst>
              <p:tags r:id="rId8"/>
            </p:custDataLst>
          </p:nvPr>
        </p:nvPicPr>
        <p:blipFill>
          <a:blip r:embed="rId21" cstate="email">
            <a:extLst>
              <a:ext uri="{28A0092B-C50C-407E-A947-70E740481C1C}">
                <a14:useLocalDpi xmlns:a14="http://schemas.microsoft.com/office/drawing/2010/main" val="0"/>
              </a:ext>
            </a:extLst>
          </a:blip>
          <a:srcRect/>
          <a:stretch>
            <a:fillRect/>
          </a:stretch>
        </p:blipFill>
        <p:spPr bwMode="auto">
          <a:xfrm>
            <a:off x="10848162" y="5523874"/>
            <a:ext cx="187327" cy="177636"/>
          </a:xfrm>
          <a:prstGeom prst="rect">
            <a:avLst/>
          </a:prstGeom>
          <a:noFill/>
          <a:ln w="9525">
            <a:noFill/>
            <a:miter lim="800000"/>
            <a:headEnd/>
            <a:tailEnd/>
          </a:ln>
        </p:spPr>
      </p:pic>
      <p:pic>
        <p:nvPicPr>
          <p:cNvPr id="79" name="Image 22" descr="Picto_Slideshare.gif">
            <a:hlinkClick r:id="rId22"/>
          </p:cNvPr>
          <p:cNvPicPr preferRelativeResize="0">
            <a:picLocks/>
          </p:cNvPicPr>
          <p:nvPr>
            <p:custDataLst>
              <p:tags r:id="rId9"/>
            </p:custDataLst>
          </p:nvPr>
        </p:nvPicPr>
        <p:blipFill>
          <a:blip r:embed="rId23" cstate="print">
            <a:extLst>
              <a:ext uri="{28A0092B-C50C-407E-A947-70E740481C1C}">
                <a14:useLocalDpi xmlns:a14="http://schemas.microsoft.com/office/drawing/2010/main" val="0"/>
              </a:ext>
            </a:extLst>
          </a:blip>
          <a:srcRect l="4793" t="6316" r="5718" b="7969"/>
          <a:stretch>
            <a:fillRect/>
          </a:stretch>
        </p:blipFill>
        <p:spPr>
          <a:xfrm>
            <a:off x="10428654" y="5523929"/>
            <a:ext cx="155575" cy="158603"/>
          </a:xfrm>
          <a:prstGeom prst="roundRect">
            <a:avLst/>
          </a:prstGeom>
          <a:effectLst>
            <a:outerShdw blurRad="38100" dist="25400" dir="5400000" sx="98000" sy="98000" algn="t" rotWithShape="0">
              <a:schemeClr val="tx2">
                <a:alpha val="51000"/>
              </a:schemeClr>
            </a:outerShdw>
          </a:effectLst>
        </p:spPr>
      </p:pic>
      <p:pic>
        <p:nvPicPr>
          <p:cNvPr id="80" name="Picture 26" descr="Capgemini logo black.png"/>
          <p:cNvPicPr>
            <a:picLocks noChangeAspect="1"/>
          </p:cNvPicPr>
          <p:nvPr/>
        </p:nvPicPr>
        <p:blipFill>
          <a:blip r:embed="rId24" cstate="email">
            <a:extLst>
              <a:ext uri="{28A0092B-C50C-407E-A947-70E740481C1C}">
                <a14:useLocalDpi xmlns:a14="http://schemas.microsoft.com/office/drawing/2010/main" val="0"/>
              </a:ext>
            </a:extLst>
          </a:blip>
          <a:srcRect/>
          <a:stretch>
            <a:fillRect/>
          </a:stretch>
        </p:blipFill>
        <p:spPr bwMode="auto">
          <a:xfrm>
            <a:off x="1111018" y="551344"/>
            <a:ext cx="2296684" cy="532906"/>
          </a:xfrm>
          <a:prstGeom prst="rect">
            <a:avLst/>
          </a:prstGeom>
          <a:noFill/>
          <a:ln w="9525">
            <a:noFill/>
            <a:miter lim="800000"/>
            <a:headEnd/>
            <a:tailEnd/>
          </a:ln>
        </p:spPr>
      </p:pic>
      <p:pic>
        <p:nvPicPr>
          <p:cNvPr id="81" name="Picture 6" descr="D:\My Work\GSLs\TEMPLATES\DCE\Digital Service Final VI approved from Group 10 Dec\Icons and Logo Illustrations\Slogan_PMRC_cmyk_Capgemini_Black.png"/>
          <p:cNvPicPr>
            <a:picLocks noChangeAspect="1" noChangeArrowheads="1"/>
          </p:cNvPicPr>
          <p:nvPr/>
        </p:nvPicPr>
        <p:blipFill>
          <a:blip r:embed="rId25" cstate="email">
            <a:extLst>
              <a:ext uri="{28A0092B-C50C-407E-A947-70E740481C1C}">
                <a14:useLocalDpi xmlns:a14="http://schemas.microsoft.com/office/drawing/2010/main" val="0"/>
              </a:ext>
            </a:extLst>
          </a:blip>
          <a:srcRect/>
          <a:stretch>
            <a:fillRect/>
          </a:stretch>
        </p:blipFill>
        <p:spPr bwMode="auto">
          <a:xfrm>
            <a:off x="6310874" y="708428"/>
            <a:ext cx="4117780" cy="336239"/>
          </a:xfrm>
          <a:prstGeom prst="rect">
            <a:avLst/>
          </a:prstGeom>
          <a:noFill/>
          <a:ln w="9525">
            <a:noFill/>
            <a:miter lim="800000"/>
            <a:headEnd/>
            <a:tailEnd/>
          </a:ln>
        </p:spPr>
      </p:pic>
    </p:spTree>
    <p:extLst>
      <p:ext uri="{BB962C8B-B14F-4D97-AF65-F5344CB8AC3E}">
        <p14:creationId xmlns:p14="http://schemas.microsoft.com/office/powerpoint/2010/main" val="1453184403"/>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6" name="Image 5" descr="Getty_542651871_ppt.jpg"/>
          <p:cNvPicPr>
            <a:picLocks noChangeAspect="1"/>
          </p:cNvPicPr>
          <p:nvPr/>
        </p:nvPicPr>
        <p:blipFill>
          <a:blip r:embed="rId2" cstate="print"/>
          <a:stretch>
            <a:fillRect/>
          </a:stretch>
        </p:blipFill>
        <p:spPr>
          <a:xfrm>
            <a:off x="0" y="-1274064"/>
            <a:ext cx="12192000" cy="8132064"/>
          </a:xfrm>
          <a:prstGeom prst="rect">
            <a:avLst/>
          </a:prstGeom>
        </p:spPr>
      </p:pic>
      <p:pic>
        <p:nvPicPr>
          <p:cNvPr id="5" name="Picture 4" descr="capgemini.png"/>
          <p:cNvPicPr>
            <a:picLocks noChangeAspect="1"/>
          </p:cNvPicPr>
          <p:nvPr/>
        </p:nvPicPr>
        <p:blipFill>
          <a:blip r:embed="rId3" cstate="screen">
            <a:duotone>
              <a:schemeClr val="bg2">
                <a:shade val="45000"/>
                <a:satMod val="135000"/>
              </a:schemeClr>
              <a:prstClr val="white"/>
            </a:duotone>
          </a:blip>
          <a:stretch>
            <a:fillRect/>
          </a:stretch>
        </p:blipFill>
        <p:spPr>
          <a:xfrm>
            <a:off x="764824" y="430306"/>
            <a:ext cx="2295877" cy="538097"/>
          </a:xfrm>
          <a:prstGeom prst="rect">
            <a:avLst/>
          </a:prstGeom>
        </p:spPr>
      </p:pic>
      <p:sp>
        <p:nvSpPr>
          <p:cNvPr id="2" name="Title 1"/>
          <p:cNvSpPr>
            <a:spLocks noGrp="1"/>
          </p:cNvSpPr>
          <p:nvPr>
            <p:ph type="ctrTitle"/>
          </p:nvPr>
        </p:nvSpPr>
        <p:spPr>
          <a:xfrm>
            <a:off x="3657600" y="3343277"/>
            <a:ext cx="8559800" cy="1470025"/>
          </a:xfrm>
          <a:prstGeom prst="rect">
            <a:avLst/>
          </a:prstGeom>
          <a:solidFill>
            <a:schemeClr val="bg1">
              <a:lumMod val="85000"/>
              <a:alpha val="66000"/>
            </a:schemeClr>
          </a:solidFill>
        </p:spPr>
        <p:txBody>
          <a:bodyPr lIns="0" tIns="302292" rIns="221681" bIns="302292">
            <a:noAutofit/>
          </a:bodyPr>
          <a:lstStyle>
            <a:lvl1pPr algn="r">
              <a:defRPr sz="3400">
                <a:solidFill>
                  <a:schemeClr val="bg1"/>
                </a:solidFill>
              </a:defRPr>
            </a:lvl1pPr>
          </a:lstStyle>
          <a:p>
            <a:r>
              <a:rPr lang="fr-FR"/>
              <a:t>Modifiez le style du titre</a:t>
            </a:r>
            <a:endParaRPr lang="en-US" dirty="0"/>
          </a:p>
        </p:txBody>
      </p:sp>
      <p:sp>
        <p:nvSpPr>
          <p:cNvPr id="3" name="Subtitle 2"/>
          <p:cNvSpPr>
            <a:spLocks noGrp="1"/>
          </p:cNvSpPr>
          <p:nvPr>
            <p:ph type="subTitle" idx="1"/>
          </p:nvPr>
        </p:nvSpPr>
        <p:spPr>
          <a:xfrm>
            <a:off x="3683000" y="5105400"/>
            <a:ext cx="8534400" cy="1752600"/>
          </a:xfrm>
          <a:prstGeom prst="rect">
            <a:avLst/>
          </a:prstGeom>
        </p:spPr>
        <p:txBody>
          <a:bodyPr lIns="0" rIns="221681">
            <a:normAutofit/>
          </a:bodyPr>
          <a:lstStyle>
            <a:lvl1pPr marL="0" indent="0" algn="r">
              <a:buNone/>
              <a:defRPr sz="1800">
                <a:solidFill>
                  <a:schemeClr val="bg1"/>
                </a:solidFill>
                <a:latin typeface="Segoe UI Light" pitchFamily="34" charset="0"/>
              </a:defRPr>
            </a:lvl1pPr>
            <a:lvl2pPr marL="511869" indent="0" algn="ctr">
              <a:buNone/>
              <a:defRPr>
                <a:solidFill>
                  <a:schemeClr val="tx1">
                    <a:tint val="75000"/>
                  </a:schemeClr>
                </a:solidFill>
              </a:defRPr>
            </a:lvl2pPr>
            <a:lvl3pPr marL="1023737" indent="0" algn="ctr">
              <a:buNone/>
              <a:defRPr>
                <a:solidFill>
                  <a:schemeClr val="tx1">
                    <a:tint val="75000"/>
                  </a:schemeClr>
                </a:solidFill>
              </a:defRPr>
            </a:lvl3pPr>
            <a:lvl4pPr marL="1535605" indent="0" algn="ctr">
              <a:buNone/>
              <a:defRPr>
                <a:solidFill>
                  <a:schemeClr val="tx1">
                    <a:tint val="75000"/>
                  </a:schemeClr>
                </a:solidFill>
              </a:defRPr>
            </a:lvl4pPr>
            <a:lvl5pPr marL="2047474" indent="0" algn="ctr">
              <a:buNone/>
              <a:defRPr>
                <a:solidFill>
                  <a:schemeClr val="tx1">
                    <a:tint val="75000"/>
                  </a:schemeClr>
                </a:solidFill>
              </a:defRPr>
            </a:lvl5pPr>
            <a:lvl6pPr marL="2559342" indent="0" algn="ctr">
              <a:buNone/>
              <a:defRPr>
                <a:solidFill>
                  <a:schemeClr val="tx1">
                    <a:tint val="75000"/>
                  </a:schemeClr>
                </a:solidFill>
              </a:defRPr>
            </a:lvl6pPr>
            <a:lvl7pPr marL="3071211" indent="0" algn="ctr">
              <a:buNone/>
              <a:defRPr>
                <a:solidFill>
                  <a:schemeClr val="tx1">
                    <a:tint val="75000"/>
                  </a:schemeClr>
                </a:solidFill>
              </a:defRPr>
            </a:lvl7pPr>
            <a:lvl8pPr marL="3583078" indent="0" algn="ctr">
              <a:buNone/>
              <a:defRPr>
                <a:solidFill>
                  <a:schemeClr val="tx1">
                    <a:tint val="75000"/>
                  </a:schemeClr>
                </a:solidFill>
              </a:defRPr>
            </a:lvl8pPr>
            <a:lvl9pPr marL="4094947" indent="0" algn="ctr">
              <a:buNone/>
              <a:defRPr>
                <a:solidFill>
                  <a:schemeClr val="tx1">
                    <a:tint val="75000"/>
                  </a:schemeClr>
                </a:solidFill>
              </a:defRPr>
            </a:lvl9pPr>
          </a:lstStyle>
          <a:p>
            <a:r>
              <a:rPr lang="fr-FR"/>
              <a:t>Modifiez le style des sous-titres du masque</a:t>
            </a:r>
            <a:endParaRPr lang="en-US" dirty="0"/>
          </a:p>
        </p:txBody>
      </p:sp>
    </p:spTree>
    <p:extLst>
      <p:ext uri="{BB962C8B-B14F-4D97-AF65-F5344CB8AC3E}">
        <p14:creationId xmlns:p14="http://schemas.microsoft.com/office/powerpoint/2010/main" val="3090147741"/>
      </p:ext>
    </p:extLst>
  </p:cSld>
  <p:clrMapOvr>
    <a:masterClrMapping/>
  </p:clrMapOvr>
  <p:transition>
    <p:push/>
  </p:transition>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1_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fr-FR"/>
              <a:t>Modifiez le style du titre</a:t>
            </a:r>
            <a:endParaRPr lang="en-US"/>
          </a:p>
        </p:txBody>
      </p:sp>
      <p:sp>
        <p:nvSpPr>
          <p:cNvPr id="6" name="Slide Number Placeholder 5"/>
          <p:cNvSpPr txBox="1">
            <a:spLocks/>
          </p:cNvSpPr>
          <p:nvPr/>
        </p:nvSpPr>
        <p:spPr>
          <a:xfrm>
            <a:off x="8832304" y="6277259"/>
            <a:ext cx="2844800" cy="365125"/>
          </a:xfrm>
          <a:prstGeom prst="rect">
            <a:avLst/>
          </a:prstGeom>
        </p:spPr>
        <p:txBody>
          <a:bodyPr vert="horz" lIns="102174" tIns="51077" rIns="102174" bIns="51077" rtlCol="0" anchor="ctr"/>
          <a:lstStyle>
            <a:lvl1pPr algn="r">
              <a:defRPr sz="1200">
                <a:solidFill>
                  <a:schemeClr val="tx1">
                    <a:tint val="75000"/>
                  </a:schemeClr>
                </a:solidFill>
              </a:defRPr>
            </a:lvl1pPr>
          </a:lstStyle>
          <a:p>
            <a:pPr lvl="0">
              <a:defRPr sz="1800">
                <a:solidFill>
                  <a:srgbClr val="000000"/>
                </a:solidFill>
              </a:defRPr>
            </a:pPr>
            <a:r>
              <a:rPr lang="en-US" sz="800" dirty="0">
                <a:solidFill>
                  <a:schemeClr val="tx1">
                    <a:lumMod val="60000"/>
                    <a:lumOff val="40000"/>
                  </a:schemeClr>
                </a:solidFill>
                <a:latin typeface="Calibri" pitchFamily="34" charset="0"/>
              </a:rPr>
              <a:t>Copyright © </a:t>
            </a:r>
            <a:r>
              <a:rPr lang="en-US" sz="800" dirty="0" err="1">
                <a:solidFill>
                  <a:schemeClr val="tx1">
                    <a:lumMod val="60000"/>
                    <a:lumOff val="40000"/>
                  </a:schemeClr>
                </a:solidFill>
                <a:latin typeface="Calibri" pitchFamily="34" charset="0"/>
              </a:rPr>
              <a:t>Capgemini</a:t>
            </a:r>
            <a:r>
              <a:rPr lang="en-US" sz="800" dirty="0">
                <a:solidFill>
                  <a:schemeClr val="tx1">
                    <a:lumMod val="60000"/>
                    <a:lumOff val="40000"/>
                  </a:schemeClr>
                </a:solidFill>
                <a:latin typeface="Calibri" pitchFamily="34" charset="0"/>
              </a:rPr>
              <a:t> 2016. All Rights Reserved</a:t>
            </a:r>
          </a:p>
        </p:txBody>
      </p:sp>
      <p:pic>
        <p:nvPicPr>
          <p:cNvPr id="9" name="Picture 103" descr="C:\Users\UserSim\Desktop\Capgemini\Capgemini_logo_cmyk.png"/>
          <p:cNvPicPr>
            <a:picLocks noChangeAspect="1" noChangeArrowheads="1"/>
          </p:cNvPicPr>
          <p:nvPr>
            <p:custDataLst>
              <p:tags r:id="rId1"/>
            </p:custDataLst>
          </p:nvPr>
        </p:nvPicPr>
        <p:blipFill>
          <a:blip r:embed="rId3" cstate="print">
            <a:extLst>
              <a:ext uri="{28A0092B-C50C-407E-A947-70E740481C1C}">
                <a14:useLocalDpi xmlns:a14="http://schemas.microsoft.com/office/drawing/2010/main"/>
              </a:ext>
            </a:extLst>
          </a:blip>
          <a:srcRect/>
          <a:stretch>
            <a:fillRect/>
          </a:stretch>
        </p:blipFill>
        <p:spPr bwMode="auto">
          <a:xfrm>
            <a:off x="671398" y="6251288"/>
            <a:ext cx="1632181" cy="37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5138293"/>
      </p:ext>
    </p:extLst>
  </p:cSld>
  <p:clrMapOvr>
    <a:masterClrMapping/>
  </p:clrMapOvr>
  <mc:AlternateContent xmlns:mc="http://schemas.openxmlformats.org/markup-compatibility/2006" xmlns:p14="http://schemas.microsoft.com/office/powerpoint/2010/main">
    <mc:Choice Requires="p14">
      <p:transition p14:dur="150">
        <p:push/>
      </p:transition>
    </mc:Choice>
    <mc:Fallback xmlns="">
      <p:transition>
        <p:push/>
      </p:transition>
    </mc:Fallback>
  </mc:AlternateContent>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Sous titre blanc">
    <p:spTree>
      <p:nvGrpSpPr>
        <p:cNvPr id="1" name=""/>
        <p:cNvGrpSpPr/>
        <p:nvPr/>
      </p:nvGrpSpPr>
      <p:grpSpPr>
        <a:xfrm>
          <a:off x="0" y="0"/>
          <a:ext cx="0" cy="0"/>
          <a:chOff x="0" y="0"/>
          <a:chExt cx="0" cy="0"/>
        </a:xfrm>
      </p:grpSpPr>
      <p:sp>
        <p:nvSpPr>
          <p:cNvPr id="8" name="Titre 6"/>
          <p:cNvSpPr>
            <a:spLocks noGrp="1"/>
          </p:cNvSpPr>
          <p:nvPr>
            <p:ph type="title" hasCustomPrompt="1"/>
          </p:nvPr>
        </p:nvSpPr>
        <p:spPr>
          <a:xfrm>
            <a:off x="719408" y="687171"/>
            <a:ext cx="9043449" cy="479781"/>
          </a:xfrm>
          <a:prstGeom prst="rect">
            <a:avLst/>
          </a:prstGeom>
        </p:spPr>
        <p:txBody>
          <a:bodyPr lIns="102387" tIns="51192" rIns="102387" bIns="51192">
            <a:noAutofit/>
          </a:bodyPr>
          <a:lstStyle>
            <a:lvl1pPr>
              <a:defRPr sz="2000" b="0" i="0">
                <a:solidFill>
                  <a:schemeClr val="tx1"/>
                </a:solidFill>
                <a:latin typeface="Roboto" charset="0"/>
                <a:ea typeface="Roboto" charset="0"/>
                <a:cs typeface="Roboto" charset="0"/>
              </a:defRPr>
            </a:lvl1pPr>
          </a:lstStyle>
          <a:p>
            <a:r>
              <a:rPr lang="fr-FR" dirty="0"/>
              <a:t>CLIQUEZ POUR MODIFIER LE STYLE DU TITRE</a:t>
            </a:r>
          </a:p>
        </p:txBody>
      </p:sp>
      <p:cxnSp>
        <p:nvCxnSpPr>
          <p:cNvPr id="9" name="Connecteur droit 8"/>
          <p:cNvCxnSpPr/>
          <p:nvPr/>
        </p:nvCxnSpPr>
        <p:spPr>
          <a:xfrm>
            <a:off x="830550" y="1166951"/>
            <a:ext cx="464921" cy="0"/>
          </a:xfrm>
          <a:prstGeom prst="line">
            <a:avLst/>
          </a:prstGeom>
          <a:ln w="9525">
            <a:solidFill>
              <a:srgbClr val="DC2145"/>
            </a:solidFill>
          </a:ln>
          <a:effectLst/>
        </p:spPr>
        <p:style>
          <a:lnRef idx="2">
            <a:schemeClr val="accent1"/>
          </a:lnRef>
          <a:fillRef idx="0">
            <a:schemeClr val="accent1"/>
          </a:fillRef>
          <a:effectRef idx="1">
            <a:schemeClr val="accent1"/>
          </a:effectRef>
          <a:fontRef idx="minor">
            <a:schemeClr val="tx1"/>
          </a:fontRef>
        </p:style>
      </p:cxnSp>
      <p:sp>
        <p:nvSpPr>
          <p:cNvPr id="4" name="Espace réservé du contenu 3"/>
          <p:cNvSpPr>
            <a:spLocks noGrp="1"/>
          </p:cNvSpPr>
          <p:nvPr>
            <p:ph sz="quarter" idx="10"/>
          </p:nvPr>
        </p:nvSpPr>
        <p:spPr>
          <a:xfrm>
            <a:off x="719667" y="1604800"/>
            <a:ext cx="10862733" cy="4224502"/>
          </a:xfrm>
          <a:prstGeom prst="rect">
            <a:avLst/>
          </a:prstGeom>
        </p:spPr>
        <p:txBody>
          <a:bodyPr lIns="102387" tIns="51192" rIns="102387" bIns="51192"/>
          <a:lstStyle>
            <a:lvl1pPr>
              <a:lnSpc>
                <a:spcPct val="150000"/>
              </a:lnSpc>
              <a:defRPr sz="1600" b="0" i="0">
                <a:latin typeface="Roboto Light" charset="0"/>
                <a:ea typeface="Roboto Light" charset="0"/>
                <a:cs typeface="Roboto Light" charset="0"/>
              </a:defRPr>
            </a:lvl1pPr>
            <a:lvl2pPr>
              <a:lnSpc>
                <a:spcPct val="150000"/>
              </a:lnSpc>
              <a:defRPr sz="1200" b="0" i="0">
                <a:latin typeface="Roboto Light" charset="0"/>
                <a:ea typeface="Roboto Light" charset="0"/>
                <a:cs typeface="Roboto Light" charset="0"/>
              </a:defRPr>
            </a:lvl2pPr>
            <a:lvl3pPr>
              <a:lnSpc>
                <a:spcPct val="150000"/>
              </a:lnSpc>
              <a:defRPr sz="1100" b="0" i="0">
                <a:latin typeface="Roboto Light" charset="0"/>
                <a:ea typeface="Roboto Light" charset="0"/>
                <a:cs typeface="Roboto Light" charset="0"/>
              </a:defRPr>
            </a:lvl3pPr>
            <a:lvl4pPr>
              <a:lnSpc>
                <a:spcPct val="150000"/>
              </a:lnSpc>
              <a:defRPr sz="1100" b="0" i="0">
                <a:latin typeface="Roboto Light" charset="0"/>
                <a:ea typeface="Roboto Light" charset="0"/>
                <a:cs typeface="Roboto Light" charset="0"/>
              </a:defRPr>
            </a:lvl4pPr>
            <a:lvl5pPr>
              <a:lnSpc>
                <a:spcPct val="150000"/>
              </a:lnSpc>
              <a:defRPr sz="1100" b="0" i="0">
                <a:latin typeface="Roboto Light" charset="0"/>
                <a:ea typeface="Roboto Light" charset="0"/>
                <a:cs typeface="Roboto Light"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Slide Number Placeholder 5"/>
          <p:cNvSpPr txBox="1">
            <a:spLocks/>
          </p:cNvSpPr>
          <p:nvPr/>
        </p:nvSpPr>
        <p:spPr>
          <a:xfrm>
            <a:off x="8688288" y="6267145"/>
            <a:ext cx="2844800" cy="311292"/>
          </a:xfrm>
          <a:prstGeom prst="rect">
            <a:avLst/>
          </a:prstGeom>
        </p:spPr>
        <p:txBody>
          <a:bodyPr vert="horz" lIns="102387" tIns="51192" rIns="102387" bIns="51192" rtlCol="0" anchor="ctr"/>
          <a:lstStyle>
            <a:lvl1pPr algn="r">
              <a:defRPr sz="1200">
                <a:solidFill>
                  <a:schemeClr val="tx1">
                    <a:tint val="75000"/>
                  </a:schemeClr>
                </a:solidFill>
              </a:defRPr>
            </a:lvl1pPr>
          </a:lstStyle>
          <a:p>
            <a:pPr>
              <a:defRPr/>
            </a:pPr>
            <a:fld id="{EAFEDC55-65C2-4245-A27D-13D7DF09935A}" type="slidenum">
              <a:rPr lang="en-US" sz="700" smtClean="0">
                <a:solidFill>
                  <a:prstClr val="black">
                    <a:tint val="75000"/>
                  </a:prstClr>
                </a:solidFill>
                <a:latin typeface="Roboto" charset="0"/>
                <a:ea typeface="Roboto" charset="0"/>
                <a:cs typeface="Roboto" charset="0"/>
              </a:rPr>
              <a:pPr>
                <a:defRPr/>
              </a:pPr>
              <a:t>‹N°›</a:t>
            </a:fld>
            <a:endParaRPr lang="en-US" sz="1100" dirty="0">
              <a:solidFill>
                <a:prstClr val="black">
                  <a:tint val="75000"/>
                </a:prstClr>
              </a:solidFill>
              <a:latin typeface="Roboto" charset="0"/>
              <a:ea typeface="Roboto" charset="0"/>
              <a:cs typeface="Roboto" charset="0"/>
            </a:endParaRPr>
          </a:p>
        </p:txBody>
      </p:sp>
      <p:pic>
        <p:nvPicPr>
          <p:cNvPr id="10" name="Image 9"/>
          <p:cNvPicPr>
            <a:picLocks noChangeAspect="1"/>
          </p:cNvPicPr>
          <p:nvPr/>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Tree>
    <p:extLst>
      <p:ext uri="{BB962C8B-B14F-4D97-AF65-F5344CB8AC3E}">
        <p14:creationId xmlns:p14="http://schemas.microsoft.com/office/powerpoint/2010/main" val="3541736926"/>
      </p:ext>
    </p:extLst>
  </p:cSld>
  <p:clrMapOvr>
    <a:masterClrMapping/>
  </p:clrMapOvr>
  <p:transition>
    <p:push/>
  </p:transition>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Sous titre">
    <p:spTree>
      <p:nvGrpSpPr>
        <p:cNvPr id="1" name=""/>
        <p:cNvGrpSpPr/>
        <p:nvPr/>
      </p:nvGrpSpPr>
      <p:grpSpPr>
        <a:xfrm>
          <a:off x="0" y="0"/>
          <a:ext cx="0" cy="0"/>
          <a:chOff x="0" y="0"/>
          <a:chExt cx="0" cy="0"/>
        </a:xfrm>
      </p:grpSpPr>
      <p:sp>
        <p:nvSpPr>
          <p:cNvPr id="15" name="Shape 15"/>
          <p:cNvSpPr>
            <a:spLocks noGrp="1"/>
          </p:cNvSpPr>
          <p:nvPr>
            <p:ph type="title"/>
          </p:nvPr>
        </p:nvSpPr>
        <p:spPr>
          <a:xfrm>
            <a:off x="3" y="2276872"/>
            <a:ext cx="12191999" cy="1536170"/>
          </a:xfrm>
          <a:prstGeom prst="rect">
            <a:avLst/>
          </a:prstGeom>
          <a:noFill/>
        </p:spPr>
        <p:txBody>
          <a:bodyPr lIns="32808" tIns="32808" rIns="32808" bIns="32808" anchor="ctr" anchorCtr="0">
            <a:normAutofit/>
          </a:bodyPr>
          <a:lstStyle>
            <a:lvl1pPr algn="ctr" defTabSz="872536">
              <a:defRPr lang="fr-FR" sz="3100" b="0" i="0" dirty="0">
                <a:solidFill>
                  <a:srgbClr val="FFFFFF"/>
                </a:solidFill>
                <a:latin typeface="Roboto Light" charset="0"/>
                <a:ea typeface="Roboto Light" charset="0"/>
                <a:cs typeface="Roboto Light" charset="0"/>
                <a:sym typeface="Segoe UI"/>
              </a:defRPr>
            </a:lvl1pPr>
          </a:lstStyle>
          <a:p>
            <a:pPr lvl="0">
              <a:defRPr sz="1800">
                <a:solidFill>
                  <a:srgbClr val="000000"/>
                </a:solidFill>
              </a:defRPr>
            </a:pPr>
            <a:r>
              <a:rPr lang="fr-FR" sz="3600">
                <a:solidFill>
                  <a:srgbClr val="FFFFFF"/>
                </a:solidFill>
              </a:rPr>
              <a:t>Modifiez le style du titre</a:t>
            </a:r>
            <a:endParaRPr sz="3600" dirty="0">
              <a:solidFill>
                <a:srgbClr val="FFFFFF"/>
              </a:solidFill>
            </a:endParaRP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413" y="6211969"/>
            <a:ext cx="1243712" cy="301141"/>
          </a:xfrm>
          <a:prstGeom prst="rect">
            <a:avLst/>
          </a:prstGeom>
        </p:spPr>
      </p:pic>
      <p:sp>
        <p:nvSpPr>
          <p:cNvPr id="8" name="Espace réservé du texte 7"/>
          <p:cNvSpPr>
            <a:spLocks noGrp="1"/>
          </p:cNvSpPr>
          <p:nvPr>
            <p:ph type="body" sz="quarter" idx="10" hasCustomPrompt="1"/>
          </p:nvPr>
        </p:nvSpPr>
        <p:spPr>
          <a:xfrm>
            <a:off x="0" y="1892830"/>
            <a:ext cx="12192000" cy="384042"/>
          </a:xfrm>
          <a:prstGeom prst="rect">
            <a:avLst/>
          </a:prstGeom>
        </p:spPr>
        <p:txBody>
          <a:bodyPr lIns="102387" tIns="51192" rIns="102387" bIns="51192"/>
          <a:lstStyle>
            <a:lvl1pPr marL="0" indent="0" algn="ctr">
              <a:buNone/>
              <a:defRPr sz="1600" b="0" i="0">
                <a:solidFill>
                  <a:schemeClr val="bg1"/>
                </a:solidFill>
                <a:latin typeface="Roboto Light" charset="0"/>
                <a:ea typeface="Roboto Light" charset="0"/>
                <a:cs typeface="Roboto Light" charset="0"/>
              </a:defRPr>
            </a:lvl1pPr>
          </a:lstStyle>
          <a:p>
            <a:pPr lvl="0"/>
            <a:r>
              <a:rPr lang="fr-FR" dirty="0"/>
              <a:t>TITRE PRÉCÉDENT</a:t>
            </a:r>
          </a:p>
        </p:txBody>
      </p:sp>
    </p:spTree>
    <p:extLst>
      <p:ext uri="{BB962C8B-B14F-4D97-AF65-F5344CB8AC3E}">
        <p14:creationId xmlns:p14="http://schemas.microsoft.com/office/powerpoint/2010/main" val="4140545834"/>
      </p:ext>
    </p:extLst>
  </p:cSld>
  <p:clrMapOvr>
    <a:masterClrMapping/>
  </p:clrMapOvr>
  <p:transition/>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2_Sous titre blanc">
    <p:spTree>
      <p:nvGrpSpPr>
        <p:cNvPr id="1" name=""/>
        <p:cNvGrpSpPr/>
        <p:nvPr/>
      </p:nvGrpSpPr>
      <p:grpSpPr>
        <a:xfrm>
          <a:off x="0" y="0"/>
          <a:ext cx="0" cy="0"/>
          <a:chOff x="0" y="0"/>
          <a:chExt cx="0" cy="0"/>
        </a:xfrm>
      </p:grpSpPr>
      <p:cxnSp>
        <p:nvCxnSpPr>
          <p:cNvPr id="3" name="Connecteur droit 2"/>
          <p:cNvCxnSpPr/>
          <p:nvPr/>
        </p:nvCxnSpPr>
        <p:spPr>
          <a:xfrm>
            <a:off x="5835655" y="1166284"/>
            <a:ext cx="520700" cy="0"/>
          </a:xfrm>
          <a:prstGeom prst="line">
            <a:avLst/>
          </a:prstGeom>
          <a:ln w="952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5"/>
          <p:cNvSpPr txBox="1">
            <a:spLocks/>
          </p:cNvSpPr>
          <p:nvPr/>
        </p:nvSpPr>
        <p:spPr>
          <a:xfrm>
            <a:off x="8688917" y="6280152"/>
            <a:ext cx="2844800" cy="311149"/>
          </a:xfrm>
          <a:prstGeom prst="rect">
            <a:avLst/>
          </a:prstGeom>
        </p:spPr>
        <p:txBody>
          <a:bodyPr lIns="102387" tIns="51192" rIns="102387" bIns="51192" anchor="ctr"/>
          <a:lstStyle>
            <a:lvl1pPr algn="r">
              <a:defRPr sz="1200">
                <a:solidFill>
                  <a:schemeClr val="tx1">
                    <a:tint val="75000"/>
                  </a:schemeClr>
                </a:solidFill>
              </a:defRPr>
            </a:lvl1pPr>
          </a:lstStyle>
          <a:p>
            <a:pPr>
              <a:defRPr/>
            </a:pPr>
            <a:fld id="{93531339-7C7B-452C-A96B-32A3ABA1BD22}" type="slidenum">
              <a:rPr lang="en-US" sz="700" smtClean="0">
                <a:solidFill>
                  <a:prstClr val="black">
                    <a:tint val="75000"/>
                  </a:prstClr>
                </a:solidFill>
                <a:latin typeface="Segoe UI" pitchFamily="34" charset="0"/>
                <a:ea typeface="Segoe UI" pitchFamily="34" charset="0"/>
                <a:cs typeface="Segoe UI" pitchFamily="34" charset="0"/>
              </a:rPr>
              <a:pPr>
                <a:defRPr/>
              </a:pPr>
              <a:t>‹N°›</a:t>
            </a:fld>
            <a:endParaRPr lang="en-US" sz="700" dirty="0">
              <a:solidFill>
                <a:prstClr val="black">
                  <a:tint val="75000"/>
                </a:prstClr>
              </a:solidFill>
              <a:latin typeface="Segoe UI" pitchFamily="34" charset="0"/>
              <a:ea typeface="Segoe UI" pitchFamily="34" charset="0"/>
              <a:cs typeface="Segoe UI" pitchFamily="34" charset="0"/>
            </a:endParaRPr>
          </a:p>
        </p:txBody>
      </p:sp>
      <p:pic>
        <p:nvPicPr>
          <p:cNvPr id="5" name="Image 4"/>
          <p:cNvPicPr>
            <a:picLocks noChangeAspect="1"/>
          </p:cNvPicPr>
          <p:nvPr/>
        </p:nvPicPr>
        <p:blipFill>
          <a:blip r:embed="rId2" cstate="print">
            <a:duotone>
              <a:prstClr val="black"/>
              <a:schemeClr val="tx2">
                <a:tint val="45000"/>
                <a:satMod val="400000"/>
              </a:schemeClr>
            </a:duotone>
          </a:blip>
          <a:stretch>
            <a:fillRect/>
          </a:stretch>
        </p:blipFill>
        <p:spPr>
          <a:xfrm>
            <a:off x="748427" y="6285108"/>
            <a:ext cx="1243712" cy="301141"/>
          </a:xfrm>
          <a:prstGeom prst="rect">
            <a:avLst/>
          </a:prstGeom>
        </p:spPr>
      </p:pic>
      <p:sp>
        <p:nvSpPr>
          <p:cNvPr id="6" name="Shape 23"/>
          <p:cNvSpPr/>
          <p:nvPr/>
        </p:nvSpPr>
        <p:spPr>
          <a:xfrm>
            <a:off x="4322234" y="6379083"/>
            <a:ext cx="3547533" cy="178353"/>
          </a:xfrm>
          <a:prstGeom prst="rect">
            <a:avLst/>
          </a:prstGeom>
          <a:ln w="12700">
            <a:miter lim="400000"/>
          </a:ln>
          <a:extLst>
            <a:ext uri="{C572A759-6A51-4108-AA02-DFA0A04FC94B}"/>
          </a:extLst>
        </p:spPr>
        <p:txBody>
          <a:bodyPr lIns="40308" tIns="40308" rIns="40308" bIns="40308" anchor="b">
            <a:spAutoFit/>
          </a:bodyPr>
          <a:lstStyle>
            <a:lvl1pPr algn="ctr" defTabSz="995362">
              <a:lnSpc>
                <a:spcPct val="90000"/>
              </a:lnSpc>
              <a:defRPr sz="700">
                <a:solidFill>
                  <a:srgbClr val="595959"/>
                </a:solidFill>
              </a:defRPr>
            </a:lvl1pPr>
          </a:lstStyle>
          <a:p>
            <a:pPr>
              <a:defRPr sz="1800">
                <a:solidFill>
                  <a:srgbClr val="000000"/>
                </a:solidFill>
              </a:defRPr>
            </a:pPr>
            <a:r>
              <a:rPr sz="700" dirty="0">
                <a:solidFill>
                  <a:prstClr val="white">
                    <a:lumMod val="75000"/>
                  </a:prstClr>
                </a:solidFill>
                <a:latin typeface="Segoe UI" pitchFamily="34" charset="0"/>
                <a:ea typeface="Segoe UI" pitchFamily="34" charset="0"/>
                <a:cs typeface="Segoe UI" pitchFamily="34" charset="0"/>
              </a:rPr>
              <a:t>Copyright © </a:t>
            </a:r>
            <a:r>
              <a:rPr sz="700" dirty="0" err="1">
                <a:solidFill>
                  <a:prstClr val="white">
                    <a:lumMod val="75000"/>
                  </a:prstClr>
                </a:solidFill>
                <a:latin typeface="Segoe UI" pitchFamily="34" charset="0"/>
                <a:ea typeface="Segoe UI" pitchFamily="34" charset="0"/>
                <a:cs typeface="Segoe UI" pitchFamily="34" charset="0"/>
              </a:rPr>
              <a:t>Capgemini</a:t>
            </a:r>
            <a:r>
              <a:rPr sz="700" dirty="0">
                <a:solidFill>
                  <a:prstClr val="white">
                    <a:lumMod val="75000"/>
                  </a:prstClr>
                </a:solidFill>
                <a:latin typeface="Segoe UI" pitchFamily="34" charset="0"/>
                <a:ea typeface="Segoe UI" pitchFamily="34" charset="0"/>
                <a:cs typeface="Segoe UI" pitchFamily="34" charset="0"/>
              </a:rPr>
              <a:t> 201</a:t>
            </a:r>
            <a:r>
              <a:rPr lang="fr-FR" sz="700" dirty="0">
                <a:solidFill>
                  <a:prstClr val="white">
                    <a:lumMod val="75000"/>
                  </a:prstClr>
                </a:solidFill>
                <a:latin typeface="Segoe UI" pitchFamily="34" charset="0"/>
                <a:ea typeface="Segoe UI" pitchFamily="34" charset="0"/>
                <a:cs typeface="Segoe UI" pitchFamily="34" charset="0"/>
              </a:rPr>
              <a:t>6</a:t>
            </a:r>
            <a:r>
              <a:rPr sz="700" dirty="0">
                <a:solidFill>
                  <a:prstClr val="white">
                    <a:lumMod val="75000"/>
                  </a:prstClr>
                </a:solidFill>
                <a:latin typeface="Segoe UI" pitchFamily="34" charset="0"/>
                <a:ea typeface="Segoe UI" pitchFamily="34" charset="0"/>
                <a:cs typeface="Segoe UI" pitchFamily="34" charset="0"/>
              </a:rPr>
              <a:t>. All Rights Reserved</a:t>
            </a:r>
          </a:p>
        </p:txBody>
      </p:sp>
      <p:sp>
        <p:nvSpPr>
          <p:cNvPr id="8" name="Titre 6"/>
          <p:cNvSpPr>
            <a:spLocks noGrp="1"/>
          </p:cNvSpPr>
          <p:nvPr>
            <p:ph type="title"/>
          </p:nvPr>
        </p:nvSpPr>
        <p:spPr>
          <a:xfrm>
            <a:off x="719403" y="288358"/>
            <a:ext cx="10862997" cy="864096"/>
          </a:xfrm>
          <a:prstGeom prst="rect">
            <a:avLst/>
          </a:prstGeom>
        </p:spPr>
        <p:txBody>
          <a:bodyPr lIns="102387" tIns="51192" rIns="102387" bIns="51192" anchor="b">
            <a:noAutofit/>
          </a:bodyPr>
          <a:lstStyle>
            <a:lvl1pPr algn="ctr">
              <a:defRPr sz="2000" b="0" i="0">
                <a:solidFill>
                  <a:schemeClr val="tx1"/>
                </a:solidFill>
                <a:latin typeface="Segoe UI" pitchFamily="34" charset="0"/>
                <a:ea typeface="Segoe UI" pitchFamily="34" charset="0"/>
                <a:cs typeface="Segoe UI" pitchFamily="34" charset="0"/>
              </a:defRPr>
            </a:lvl1pPr>
          </a:lstStyle>
          <a:p>
            <a:r>
              <a:rPr lang="fr-FR"/>
              <a:t>Modifiez le style du titre</a:t>
            </a:r>
            <a:endParaRPr lang="fr-FR" dirty="0"/>
          </a:p>
        </p:txBody>
      </p:sp>
    </p:spTree>
    <p:extLst>
      <p:ext uri="{BB962C8B-B14F-4D97-AF65-F5344CB8AC3E}">
        <p14:creationId xmlns:p14="http://schemas.microsoft.com/office/powerpoint/2010/main" val="1193756978"/>
      </p:ext>
    </p:extLst>
  </p:cSld>
  <p:clrMapOvr>
    <a:masterClrMapping/>
  </p:clrMapOvr>
  <p:transition>
    <p:push/>
  </p:transition>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a:xfrm>
            <a:off x="609600" y="6356354"/>
            <a:ext cx="2844800" cy="365125"/>
          </a:xfrm>
          <a:prstGeom prst="rect">
            <a:avLst/>
          </a:prstGeom>
        </p:spPr>
        <p:txBody>
          <a:bodyPr lIns="91432" tIns="45717" rIns="91432" bIns="45717"/>
          <a:lstStyle/>
          <a:p>
            <a:fld id="{BB01EAF1-EDCF-4066-B89F-903C6A4ABD27}" type="datetime1">
              <a:rPr lang="fr-FR" smtClean="0"/>
              <a:pPr/>
              <a:t>12/02/2026</a:t>
            </a:fld>
            <a:endParaRPr lang="fr-BE"/>
          </a:p>
        </p:txBody>
      </p:sp>
      <p:sp>
        <p:nvSpPr>
          <p:cNvPr id="5" name="Espace réservé du pied de page 4"/>
          <p:cNvSpPr>
            <a:spLocks noGrp="1"/>
          </p:cNvSpPr>
          <p:nvPr>
            <p:ph type="ftr" sz="quarter" idx="11"/>
          </p:nvPr>
        </p:nvSpPr>
        <p:spPr>
          <a:xfrm>
            <a:off x="4165600" y="6356354"/>
            <a:ext cx="3860800" cy="365125"/>
          </a:xfrm>
          <a:prstGeom prst="rect">
            <a:avLst/>
          </a:prstGeom>
        </p:spPr>
        <p:txBody>
          <a:bodyPr lIns="91432" tIns="45717" rIns="91432" bIns="45717"/>
          <a:lstStyle/>
          <a:p>
            <a:endParaRPr lang="fr-BE"/>
          </a:p>
        </p:txBody>
      </p:sp>
      <p:sp>
        <p:nvSpPr>
          <p:cNvPr id="6" name="Espace réservé du numéro de diapositive 5"/>
          <p:cNvSpPr>
            <a:spLocks noGrp="1"/>
          </p:cNvSpPr>
          <p:nvPr>
            <p:ph type="sldNum" sz="quarter" idx="12"/>
          </p:nvPr>
        </p:nvSpPr>
        <p:spPr>
          <a:xfrm>
            <a:off x="8737600" y="6356354"/>
            <a:ext cx="2844800" cy="365125"/>
          </a:xfrm>
          <a:prstGeom prst="rect">
            <a:avLst/>
          </a:prstGeom>
        </p:spPr>
        <p:txBody>
          <a:bodyPr lIns="91432" tIns="45717" rIns="91432" bIns="45717"/>
          <a:lstStyle/>
          <a:p>
            <a:fld id="{CF4668DC-857F-487D-BFFA-8C0CA5037977}" type="slidenum">
              <a:rPr lang="fr-BE" smtClean="0"/>
              <a:pPr/>
              <a:t>‹N°›</a:t>
            </a:fld>
            <a:endParaRPr lang="fr-BE"/>
          </a:p>
        </p:txBody>
      </p:sp>
    </p:spTree>
    <p:extLst>
      <p:ext uri="{BB962C8B-B14F-4D97-AF65-F5344CB8AC3E}">
        <p14:creationId xmlns:p14="http://schemas.microsoft.com/office/powerpoint/2010/main" val="23828396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pic>
        <p:nvPicPr>
          <p:cNvPr id="4" name="Image 3"/>
          <p:cNvPicPr>
            <a:picLocks noChangeAspect="1"/>
          </p:cNvPicPr>
          <p:nvPr/>
        </p:nvPicPr>
        <p:blipFill>
          <a:blip r:embed="rId4" cstate="print"/>
          <a:stretch>
            <a:fillRect/>
          </a:stretch>
        </p:blipFill>
        <p:spPr>
          <a:xfrm>
            <a:off x="3" y="5"/>
            <a:ext cx="180999" cy="143985"/>
          </a:xfrm>
          <a:prstGeom prst="rect">
            <a:avLst/>
          </a:prstGeom>
        </p:spPr>
      </p:pic>
      <p:sp>
        <p:nvSpPr>
          <p:cNvPr id="2" name="Title 1"/>
          <p:cNvSpPr>
            <a:spLocks noGrp="1"/>
          </p:cNvSpPr>
          <p:nvPr>
            <p:ph type="title" hasCustomPrompt="1"/>
            <p:custDataLst>
              <p:tags r:id="rId1"/>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2"/>
            </p:custDataLst>
          </p:nvPr>
        </p:nvSpPr>
        <p:spPr>
          <a:xfrm>
            <a:off x="398021" y="1494768"/>
            <a:ext cx="11793980"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149869253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pic>
        <p:nvPicPr>
          <p:cNvPr id="5" name="Image 4"/>
          <p:cNvPicPr>
            <a:picLocks noChangeAspect="1"/>
          </p:cNvPicPr>
          <p:nvPr/>
        </p:nvPicPr>
        <p:blipFill>
          <a:blip r:embed="rId5"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1533439"/>
            <a:ext cx="5541093" cy="471550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1533440"/>
            <a:ext cx="5541093" cy="4725584"/>
          </a:xfrm>
        </p:spPr>
        <p:txBody>
          <a:bodyPr/>
          <a:lstStyle>
            <a:lvl1pPr>
              <a:defRPr sz="17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9274405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pic>
        <p:nvPicPr>
          <p:cNvPr id="8" name="Image 7"/>
          <p:cNvPicPr>
            <a:picLocks noChangeAspect="1"/>
          </p:cNvPicPr>
          <p:nvPr/>
        </p:nvPicPr>
        <p:blipFill>
          <a:blip r:embed="rId7"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2"/>
            </p:custDataLst>
          </p:nvPr>
        </p:nvSpPr>
        <p:spPr>
          <a:xfrm>
            <a:off x="387334" y="2206954"/>
            <a:ext cx="5541093" cy="404199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3"/>
            </p:custDataLst>
          </p:nvPr>
        </p:nvSpPr>
        <p:spPr>
          <a:xfrm>
            <a:off x="6181955" y="2208394"/>
            <a:ext cx="5541093" cy="4050630"/>
          </a:xfrm>
        </p:spPr>
        <p:txBody>
          <a:bodyPr/>
          <a:lstStyle>
            <a:lvl1pPr>
              <a:defRPr sz="1500"/>
            </a:lvl1pPr>
            <a:lvl2pPr>
              <a:defRPr sz="1300"/>
            </a:lvl2pPr>
            <a:lvl3pPr>
              <a:defRPr sz="1200"/>
            </a:lvl3pPr>
            <a:lvl4pPr>
              <a:defRPr sz="10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4"/>
            </p:custDataLst>
          </p:nvPr>
        </p:nvSpPr>
        <p:spPr>
          <a:xfrm>
            <a:off x="387336" y="1542648"/>
            <a:ext cx="5541093" cy="653034"/>
          </a:xfrm>
        </p:spPr>
        <p:txBody>
          <a:bodyPr anchor="ctr"/>
          <a:lstStyle>
            <a:lvl1pPr algn="ctr">
              <a:buNone/>
              <a:defRPr sz="18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5"/>
            </p:custDataLst>
          </p:nvPr>
        </p:nvSpPr>
        <p:spPr>
          <a:xfrm>
            <a:off x="6182334" y="1533439"/>
            <a:ext cx="5541093" cy="653034"/>
          </a:xfrm>
        </p:spPr>
        <p:txBody>
          <a:bodyPr anchor="ctr"/>
          <a:lstStyle>
            <a:lvl1pPr algn="ctr">
              <a:buNone/>
              <a:defRPr lang="fr-FR" sz="18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304318817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47" indent="0">
              <a:buNone/>
              <a:defRPr sz="1700" b="1"/>
            </a:lvl2pPr>
            <a:lvl3pPr marL="768492" indent="0">
              <a:buNone/>
              <a:defRPr sz="1500" b="1"/>
            </a:lvl3pPr>
            <a:lvl4pPr marL="1152739" indent="0">
              <a:buNone/>
              <a:defRPr sz="1300" b="1"/>
            </a:lvl4pPr>
            <a:lvl5pPr marL="1536986" indent="0">
              <a:buNone/>
              <a:defRPr sz="1300" b="1"/>
            </a:lvl5pPr>
            <a:lvl6pPr marL="1921234" indent="0">
              <a:buNone/>
              <a:defRPr sz="1300" b="1"/>
            </a:lvl6pPr>
            <a:lvl7pPr marL="2305480" indent="0">
              <a:buNone/>
              <a:defRPr sz="1300" b="1"/>
            </a:lvl7pPr>
            <a:lvl8pPr marL="2689726" indent="0">
              <a:buNone/>
              <a:defRPr sz="1300" b="1"/>
            </a:lvl8pPr>
            <a:lvl9pPr marL="3073973" indent="0">
              <a:buNone/>
              <a:defRPr sz="13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14"/>
            <a:ext cx="5718048" cy="1861869"/>
          </a:xfrm>
          <a:ln>
            <a:solidFill>
              <a:schemeClr val="tx1"/>
            </a:solidFill>
          </a:ln>
        </p:spPr>
        <p:style>
          <a:lnRef idx="2">
            <a:schemeClr val="accent1"/>
          </a:lnRef>
          <a:fillRef idx="1">
            <a:schemeClr val="lt1"/>
          </a:fillRef>
          <a:effectRef idx="0">
            <a:schemeClr val="accent1"/>
          </a:effectRef>
          <a:fontRef idx="none"/>
        </p:style>
        <p:txBody>
          <a:bodyPr lIns="51185"/>
          <a:lstStyle>
            <a:lvl1pPr>
              <a:defRPr sz="1200"/>
            </a:lvl1pPr>
            <a:lvl2pPr>
              <a:defRPr sz="1200"/>
            </a:lvl2pPr>
            <a:lvl3pPr>
              <a:defRPr sz="1000"/>
            </a:lvl3pPr>
            <a:lvl4pPr>
              <a:defRPr sz="900" baseline="0"/>
            </a:lvl4pPr>
            <a:lvl5pPr>
              <a:defRPr sz="10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3"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5" tIns="25592" rIns="51185" bIns="25592"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47" indent="0">
              <a:buNone/>
              <a:defRPr sz="1700" b="1"/>
            </a:lvl2pPr>
            <a:lvl3pPr marL="768492" indent="0">
              <a:buNone/>
              <a:defRPr sz="1500" b="1"/>
            </a:lvl3pPr>
            <a:lvl4pPr marL="1152739" indent="0">
              <a:buNone/>
              <a:defRPr sz="1300" b="1"/>
            </a:lvl4pPr>
            <a:lvl5pPr marL="1536986" indent="0">
              <a:buNone/>
              <a:defRPr sz="1300" b="1"/>
            </a:lvl5pPr>
            <a:lvl6pPr marL="1921234" indent="0">
              <a:buNone/>
              <a:defRPr sz="1300" b="1"/>
            </a:lvl6pPr>
            <a:lvl7pPr marL="2305480" indent="0">
              <a:buNone/>
              <a:defRPr sz="1300" b="1"/>
            </a:lvl7pPr>
            <a:lvl8pPr marL="2689726" indent="0">
              <a:buNone/>
              <a:defRPr sz="1300" b="1"/>
            </a:lvl8pPr>
            <a:lvl9pPr marL="3073973" indent="0">
              <a:buNone/>
              <a:defRPr sz="13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3" y="1902614"/>
            <a:ext cx="5718048" cy="1861869"/>
          </a:xfrm>
          <a:ln>
            <a:solidFill>
              <a:schemeClr val="tx1"/>
            </a:solidFill>
          </a:ln>
        </p:spPr>
        <p:style>
          <a:lnRef idx="2">
            <a:schemeClr val="accent1"/>
          </a:lnRef>
          <a:fillRef idx="1">
            <a:schemeClr val="lt1"/>
          </a:fillRef>
          <a:effectRef idx="0">
            <a:schemeClr val="accent1"/>
          </a:effectRef>
          <a:fontRef idx="none"/>
        </p:style>
        <p:txBody>
          <a:bodyPr lIns="51185"/>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84247" indent="0">
              <a:buNone/>
              <a:defRPr sz="1700" b="1"/>
            </a:lvl2pPr>
            <a:lvl3pPr marL="768492" indent="0">
              <a:buNone/>
              <a:defRPr sz="1500" b="1"/>
            </a:lvl3pPr>
            <a:lvl4pPr marL="1152739" indent="0">
              <a:buNone/>
              <a:defRPr sz="1300" b="1"/>
            </a:lvl4pPr>
            <a:lvl5pPr marL="1536986" indent="0">
              <a:buNone/>
              <a:defRPr sz="1300" b="1"/>
            </a:lvl5pPr>
            <a:lvl6pPr marL="1921234" indent="0">
              <a:buNone/>
              <a:defRPr sz="1300" b="1"/>
            </a:lvl6pPr>
            <a:lvl7pPr marL="2305480" indent="0">
              <a:buNone/>
              <a:defRPr sz="1300" b="1"/>
            </a:lvl7pPr>
            <a:lvl8pPr marL="2689726" indent="0">
              <a:buNone/>
              <a:defRPr sz="1300" b="1"/>
            </a:lvl8pPr>
            <a:lvl9pPr marL="3073973" indent="0">
              <a:buNone/>
              <a:defRPr sz="13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5"/>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3" y="3820891"/>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51185" tIns="25592" rIns="51185" bIns="25592" numCol="1" anchor="ctr" anchorCtr="1" compatLnSpc="1">
            <a:prstTxWarp prst="textNoShape">
              <a:avLst/>
            </a:prstTxWarp>
            <a:noAutofit/>
          </a:bodyPr>
          <a:lstStyle>
            <a:lvl1pPr marL="0" indent="0">
              <a:buNone/>
              <a:defRPr lang="en-US" sz="1300" b="1" kern="1200" dirty="0" smtClean="0">
                <a:solidFill>
                  <a:schemeClr val="tx1"/>
                </a:solidFill>
                <a:latin typeface="Arial" charset="0"/>
                <a:ea typeface="+mn-ea"/>
                <a:cs typeface="+mn-cs"/>
              </a:defRPr>
            </a:lvl1pPr>
            <a:lvl2pPr marL="384247" indent="0">
              <a:buNone/>
              <a:defRPr sz="1700" b="1"/>
            </a:lvl2pPr>
            <a:lvl3pPr marL="768492" indent="0">
              <a:buNone/>
              <a:defRPr sz="1500" b="1"/>
            </a:lvl3pPr>
            <a:lvl4pPr marL="1152739" indent="0">
              <a:buNone/>
              <a:defRPr sz="1300" b="1"/>
            </a:lvl4pPr>
            <a:lvl5pPr marL="1536986" indent="0">
              <a:buNone/>
              <a:defRPr sz="1300" b="1"/>
            </a:lvl5pPr>
            <a:lvl6pPr marL="1921234" indent="0">
              <a:buNone/>
              <a:defRPr sz="1300" b="1"/>
            </a:lvl6pPr>
            <a:lvl7pPr marL="2305480" indent="0">
              <a:buNone/>
              <a:defRPr sz="1300" b="1"/>
            </a:lvl7pPr>
            <a:lvl8pPr marL="2689726" indent="0">
              <a:buNone/>
              <a:defRPr sz="1300" b="1"/>
            </a:lvl8pPr>
            <a:lvl9pPr marL="3073973" indent="0">
              <a:buNone/>
              <a:defRPr sz="13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3" y="4286584"/>
            <a:ext cx="5718048" cy="2011680"/>
          </a:xfrm>
          <a:ln>
            <a:solidFill>
              <a:schemeClr val="tx1"/>
            </a:solidFill>
          </a:ln>
        </p:spPr>
        <p:style>
          <a:lnRef idx="2">
            <a:schemeClr val="accent1"/>
          </a:lnRef>
          <a:fillRef idx="1">
            <a:schemeClr val="lt1"/>
          </a:fillRef>
          <a:effectRef idx="0">
            <a:schemeClr val="accent1"/>
          </a:effectRef>
          <a:fontRef idx="none"/>
        </p:style>
        <p:txBody>
          <a:bodyPr lIns="51185"/>
          <a:lstStyle>
            <a:lvl1pPr>
              <a:defRPr sz="1200"/>
            </a:lvl1pPr>
            <a:lvl2pPr>
              <a:defRPr sz="1200"/>
            </a:lvl2pPr>
            <a:lvl3pPr>
              <a:defRPr sz="1000"/>
            </a:lvl3pPr>
            <a:lvl4pPr>
              <a:defRPr sz="900" baseline="0"/>
            </a:lvl4pPr>
            <a:lvl5pPr>
              <a:defRPr sz="900" baseline="0"/>
            </a:lvl5pPr>
            <a:lvl6pPr>
              <a:defRPr sz="1300"/>
            </a:lvl6pPr>
            <a:lvl7pPr>
              <a:defRPr sz="1300"/>
            </a:lvl7pPr>
            <a:lvl8pPr>
              <a:defRPr sz="1300"/>
            </a:lvl8pPr>
            <a:lvl9pPr>
              <a:defRPr sz="13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89827188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Image 2"/>
          <p:cNvPicPr>
            <a:picLocks noChangeAspect="1"/>
          </p:cNvPicPr>
          <p:nvPr/>
        </p:nvPicPr>
        <p:blipFill>
          <a:blip r:embed="rId3" cstate="print"/>
          <a:stretch>
            <a:fillRect/>
          </a:stretch>
        </p:blipFill>
        <p:spPr>
          <a:xfrm>
            <a:off x="2" y="0"/>
            <a:ext cx="195385" cy="158750"/>
          </a:xfrm>
          <a:prstGeom prst="rect">
            <a:avLst/>
          </a:prstGeom>
        </p:spPr>
      </p:pic>
      <p:sp>
        <p:nvSpPr>
          <p:cNvPr id="2" name="Titre 1"/>
          <p:cNvSpPr>
            <a:spLocks noGrp="1"/>
          </p:cNvSpPr>
          <p:nvPr>
            <p:ph type="title" hasCustomPrompt="1"/>
            <p:custDataLst>
              <p:tags r:id="rId1"/>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4271764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slideLayout" Target="../slideLayouts/slideLayout43.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slideLayout" Target="../slideLayouts/slideLayout42.xml"/><Relationship Id="rId16" Type="http://schemas.openxmlformats.org/officeDocument/2006/relationships/image" Target="../media/image19.png"/><Relationship Id="rId1" Type="http://schemas.openxmlformats.org/officeDocument/2006/relationships/slideLayout" Target="../slideLayouts/slideLayout41.xml"/><Relationship Id="rId6" Type="http://schemas.openxmlformats.org/officeDocument/2006/relationships/theme" Target="../theme/theme3.xml"/><Relationship Id="rId11" Type="http://schemas.openxmlformats.org/officeDocument/2006/relationships/tags" Target="../tags/tag18.xml"/><Relationship Id="rId5" Type="http://schemas.openxmlformats.org/officeDocument/2006/relationships/slideLayout" Target="../slideLayouts/slideLayout45.xml"/><Relationship Id="rId15" Type="http://schemas.openxmlformats.org/officeDocument/2006/relationships/image" Target="../media/image4.emf"/><Relationship Id="rId10" Type="http://schemas.openxmlformats.org/officeDocument/2006/relationships/tags" Target="../tags/tag17.xml"/><Relationship Id="rId4" Type="http://schemas.openxmlformats.org/officeDocument/2006/relationships/slideLayout" Target="../slideLayouts/slideLayout44.xml"/><Relationship Id="rId9" Type="http://schemas.openxmlformats.org/officeDocument/2006/relationships/tags" Target="../tags/tag16.xml"/><Relationship Id="rId14" Type="http://schemas.openxmlformats.org/officeDocument/2006/relationships/tags" Target="../tags/tag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theme" Target="../theme/theme4.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3" Type="http://schemas.openxmlformats.org/officeDocument/2006/relationships/slideLayout" Target="../slideLayouts/slideLayout75.xml"/><Relationship Id="rId7" Type="http://schemas.openxmlformats.org/officeDocument/2006/relationships/tags" Target="../tags/tag46.xml"/><Relationship Id="rId12" Type="http://schemas.openxmlformats.org/officeDocument/2006/relationships/tags" Target="../tags/tag51.xml"/><Relationship Id="rId2" Type="http://schemas.openxmlformats.org/officeDocument/2006/relationships/slideLayout" Target="../slideLayouts/slideLayout74.xml"/><Relationship Id="rId16" Type="http://schemas.openxmlformats.org/officeDocument/2006/relationships/image" Target="../media/image19.png"/><Relationship Id="rId1" Type="http://schemas.openxmlformats.org/officeDocument/2006/relationships/slideLayout" Target="../slideLayouts/slideLayout73.xml"/><Relationship Id="rId6" Type="http://schemas.openxmlformats.org/officeDocument/2006/relationships/theme" Target="../theme/theme5.xml"/><Relationship Id="rId11" Type="http://schemas.openxmlformats.org/officeDocument/2006/relationships/tags" Target="../tags/tag50.xml"/><Relationship Id="rId5" Type="http://schemas.openxmlformats.org/officeDocument/2006/relationships/slideLayout" Target="../slideLayouts/slideLayout77.xml"/><Relationship Id="rId15" Type="http://schemas.openxmlformats.org/officeDocument/2006/relationships/image" Target="../media/image4.emf"/><Relationship Id="rId10" Type="http://schemas.openxmlformats.org/officeDocument/2006/relationships/tags" Target="../tags/tag49.xml"/><Relationship Id="rId4" Type="http://schemas.openxmlformats.org/officeDocument/2006/relationships/slideLayout" Target="../slideLayouts/slideLayout76.xml"/><Relationship Id="rId9" Type="http://schemas.openxmlformats.org/officeDocument/2006/relationships/tags" Target="../tags/tag48.xml"/><Relationship Id="rId14" Type="http://schemas.openxmlformats.org/officeDocument/2006/relationships/tags" Target="../tags/tag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 Type="http://schemas.openxmlformats.org/officeDocument/2006/relationships/slideLayout" Target="../slideLayouts/slideLayout80.xml"/><Relationship Id="rId21" Type="http://schemas.openxmlformats.org/officeDocument/2006/relationships/slideLayout" Target="../slideLayouts/slideLayout98.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theme" Target="../theme/theme6.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s>
</file>

<file path=ppt/slideMasters/_rels/slideMaster7.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3" Type="http://schemas.openxmlformats.org/officeDocument/2006/relationships/slideLayout" Target="../slideLayouts/slideLayout107.xml"/><Relationship Id="rId7" Type="http://schemas.openxmlformats.org/officeDocument/2006/relationships/tags" Target="../tags/tag78.xml"/><Relationship Id="rId12" Type="http://schemas.openxmlformats.org/officeDocument/2006/relationships/tags" Target="../tags/tag83.xml"/><Relationship Id="rId2" Type="http://schemas.openxmlformats.org/officeDocument/2006/relationships/slideLayout" Target="../slideLayouts/slideLayout106.xml"/><Relationship Id="rId16" Type="http://schemas.openxmlformats.org/officeDocument/2006/relationships/image" Target="../media/image19.png"/><Relationship Id="rId1" Type="http://schemas.openxmlformats.org/officeDocument/2006/relationships/slideLayout" Target="../slideLayouts/slideLayout105.xml"/><Relationship Id="rId6" Type="http://schemas.openxmlformats.org/officeDocument/2006/relationships/theme" Target="../theme/theme7.xml"/><Relationship Id="rId11" Type="http://schemas.openxmlformats.org/officeDocument/2006/relationships/tags" Target="../tags/tag82.xml"/><Relationship Id="rId5" Type="http://schemas.openxmlformats.org/officeDocument/2006/relationships/slideLayout" Target="../slideLayouts/slideLayout109.xml"/><Relationship Id="rId15" Type="http://schemas.openxmlformats.org/officeDocument/2006/relationships/image" Target="../media/image4.emf"/><Relationship Id="rId10" Type="http://schemas.openxmlformats.org/officeDocument/2006/relationships/tags" Target="../tags/tag81.xml"/><Relationship Id="rId4" Type="http://schemas.openxmlformats.org/officeDocument/2006/relationships/slideLayout" Target="../slideLayouts/slideLayout108.xml"/><Relationship Id="rId9" Type="http://schemas.openxmlformats.org/officeDocument/2006/relationships/tags" Target="../tags/tag80.xml"/><Relationship Id="rId14" Type="http://schemas.openxmlformats.org/officeDocument/2006/relationships/tags" Target="../tags/tag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dirty="0"/>
              <a:t>Cliquez pour modifier le style du titre</a:t>
            </a:r>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01D7A-F2CA-4D89-BC48-D8C829AA64E1}" type="datetime1">
              <a:rPr lang="fr-FR" smtClean="0"/>
              <a:pPr/>
              <a:t>12/02/2026</a:t>
            </a:fld>
            <a:endParaRPr lang="fr-FR" dirty="0"/>
          </a:p>
        </p:txBody>
      </p:sp>
      <p:sp>
        <p:nvSpPr>
          <p:cNvPr id="5" name="Espace réservé du pied de page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fr-FR" noProof="0" dirty="0"/>
          </a:p>
        </p:txBody>
      </p:sp>
      <p:sp>
        <p:nvSpPr>
          <p:cNvPr id="6" name="Espace réservé du numéro de diapositiv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fld id="{E31375A4-56A4-47D6-9801-1991572033F7}" type="slidenum">
              <a:rPr lang="fr-FR" smtClean="0"/>
              <a:pPr algn="r"/>
              <a:t>‹N°›</a:t>
            </a:fld>
            <a:endParaRPr lang="fr-FR" dirty="0"/>
          </a:p>
        </p:txBody>
      </p:sp>
    </p:spTree>
    <p:extLst>
      <p:ext uri="{BB962C8B-B14F-4D97-AF65-F5344CB8AC3E}">
        <p14:creationId xmlns:p14="http://schemas.microsoft.com/office/powerpoint/2010/main" val="238464227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656" r:id="rId12"/>
    <p:sldLayoutId id="2147483816" r:id="rId13"/>
  </p:sldLayoutIdLst>
  <p:transition>
    <p:push/>
  </p:transition>
  <p:txStyles>
    <p:titleStyle>
      <a:lvl1pPr algn="ctr" defTabSz="914400" rtl="0" eaLnBrk="1" latinLnBrk="0" hangingPunct="1">
        <a:spcBef>
          <a:spcPct val="0"/>
        </a:spcBef>
        <a:buNone/>
        <a:defRPr sz="4400" kern="1200">
          <a:solidFill>
            <a:schemeClr val="accent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51067" tIns="25543" rIns="51067" bIns="25543" rtlCol="0" anchor="ctr">
            <a:normAutofit/>
          </a:bodyPr>
          <a:lstStyle/>
          <a:p>
            <a:r>
              <a:rPr lang="fr-FR"/>
              <a:t>Cliquez pour modifier le style du titre</a:t>
            </a:r>
            <a:endParaRPr lang="en-US" dirty="0"/>
          </a:p>
        </p:txBody>
      </p:sp>
      <p:sp>
        <p:nvSpPr>
          <p:cNvPr id="3" name="Text Placeholder 2"/>
          <p:cNvSpPr>
            <a:spLocks noGrp="1"/>
          </p:cNvSpPr>
          <p:nvPr>
            <p:ph type="body" idx="1"/>
          </p:nvPr>
        </p:nvSpPr>
        <p:spPr>
          <a:xfrm>
            <a:off x="609600" y="1600206"/>
            <a:ext cx="10972800" cy="4525963"/>
          </a:xfrm>
          <a:prstGeom prst="rect">
            <a:avLst/>
          </a:prstGeom>
        </p:spPr>
        <p:txBody>
          <a:bodyPr vert="horz" lIns="51067" tIns="25543" rIns="51067" bIns="25543"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86174126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Lst>
  <p:transition>
    <p:push/>
  </p:transition>
  <p:hf hdr="0" ftr="0" dt="0"/>
  <p:txStyles>
    <p:titleStyle>
      <a:lvl1pPr algn="l" defTabSz="510765" rtl="0" eaLnBrk="1" latinLnBrk="0" hangingPunct="1">
        <a:spcBef>
          <a:spcPct val="0"/>
        </a:spcBef>
        <a:buNone/>
        <a:defRPr sz="3600" kern="1200">
          <a:solidFill>
            <a:srgbClr val="02AFE9"/>
          </a:solidFill>
          <a:latin typeface="+mj-lt"/>
          <a:ea typeface="+mj-ea"/>
          <a:cs typeface="Arial" pitchFamily="34" charset="0"/>
        </a:defRPr>
      </a:lvl1pPr>
    </p:titleStyle>
    <p:bodyStyle>
      <a:lvl1pPr marL="383082" indent="-383082" algn="l" defTabSz="510765" rtl="0" eaLnBrk="1" latinLnBrk="0" hangingPunct="1">
        <a:spcBef>
          <a:spcPct val="20000"/>
        </a:spcBef>
        <a:buFont typeface="Arial"/>
        <a:buChar char="•"/>
        <a:defRPr sz="3100" kern="1200">
          <a:solidFill>
            <a:schemeClr val="tx1">
              <a:lumMod val="65000"/>
              <a:lumOff val="35000"/>
            </a:schemeClr>
          </a:solidFill>
          <a:latin typeface="Segoe UI" pitchFamily="34" charset="0"/>
          <a:ea typeface="Segoe UI" pitchFamily="34" charset="0"/>
          <a:cs typeface="Segoe UI" pitchFamily="34" charset="0"/>
        </a:defRPr>
      </a:lvl1pPr>
      <a:lvl2pPr marL="830007" indent="-319224" algn="l" defTabSz="510765" rtl="0" eaLnBrk="1" latinLnBrk="0" hangingPunct="1">
        <a:spcBef>
          <a:spcPct val="20000"/>
        </a:spcBef>
        <a:buFont typeface="Arial"/>
        <a:buChar char="–"/>
        <a:defRPr sz="2700" kern="1200">
          <a:solidFill>
            <a:schemeClr val="tx1">
              <a:lumMod val="65000"/>
              <a:lumOff val="35000"/>
            </a:schemeClr>
          </a:solidFill>
          <a:latin typeface="Segoe UI" pitchFamily="34" charset="0"/>
          <a:ea typeface="Segoe UI" pitchFamily="34" charset="0"/>
          <a:cs typeface="Segoe UI" pitchFamily="34" charset="0"/>
        </a:defRPr>
      </a:lvl2pPr>
      <a:lvl3pPr marL="1276932" indent="-255382" algn="l" defTabSz="510765" rtl="0" eaLnBrk="1" latinLnBrk="0" hangingPunct="1">
        <a:spcBef>
          <a:spcPct val="20000"/>
        </a:spcBef>
        <a:buFont typeface="Arial"/>
        <a:buChar char="•"/>
        <a:defRPr sz="2200" kern="1200">
          <a:solidFill>
            <a:schemeClr val="tx1">
              <a:lumMod val="65000"/>
              <a:lumOff val="35000"/>
            </a:schemeClr>
          </a:solidFill>
          <a:latin typeface="Segoe UI" pitchFamily="34" charset="0"/>
          <a:ea typeface="Segoe UI" pitchFamily="34" charset="0"/>
          <a:cs typeface="Segoe UI" pitchFamily="34" charset="0"/>
        </a:defRPr>
      </a:lvl3pPr>
      <a:lvl4pPr marL="1787699" indent="-255382" algn="l" defTabSz="510765"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4pPr>
      <a:lvl5pPr marL="2298467" indent="-255382" algn="l" defTabSz="510765"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5pPr>
      <a:lvl6pPr marL="2809244" indent="-255382" algn="l" defTabSz="510765" rtl="0" eaLnBrk="1" latinLnBrk="0" hangingPunct="1">
        <a:spcBef>
          <a:spcPct val="20000"/>
        </a:spcBef>
        <a:buFont typeface="Arial"/>
        <a:buChar char="•"/>
        <a:defRPr sz="2200" kern="1200">
          <a:solidFill>
            <a:schemeClr val="tx1"/>
          </a:solidFill>
          <a:latin typeface="+mn-lt"/>
          <a:ea typeface="+mn-ea"/>
          <a:cs typeface="+mn-cs"/>
        </a:defRPr>
      </a:lvl6pPr>
      <a:lvl7pPr marL="3320013" indent="-255382" algn="l" defTabSz="510765" rtl="0" eaLnBrk="1" latinLnBrk="0" hangingPunct="1">
        <a:spcBef>
          <a:spcPct val="20000"/>
        </a:spcBef>
        <a:buFont typeface="Arial"/>
        <a:buChar char="•"/>
        <a:defRPr sz="2200" kern="1200">
          <a:solidFill>
            <a:schemeClr val="tx1"/>
          </a:solidFill>
          <a:latin typeface="+mn-lt"/>
          <a:ea typeface="+mn-ea"/>
          <a:cs typeface="+mn-cs"/>
        </a:defRPr>
      </a:lvl7pPr>
      <a:lvl8pPr marL="3830782" indent="-255382" algn="l" defTabSz="510765" rtl="0" eaLnBrk="1" latinLnBrk="0" hangingPunct="1">
        <a:spcBef>
          <a:spcPct val="20000"/>
        </a:spcBef>
        <a:buFont typeface="Arial"/>
        <a:buChar char="•"/>
        <a:defRPr sz="2200" kern="1200">
          <a:solidFill>
            <a:schemeClr val="tx1"/>
          </a:solidFill>
          <a:latin typeface="+mn-lt"/>
          <a:ea typeface="+mn-ea"/>
          <a:cs typeface="+mn-cs"/>
        </a:defRPr>
      </a:lvl8pPr>
      <a:lvl9pPr marL="4341553" indent="-255382" algn="l" defTabSz="510765"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10765" rtl="0" eaLnBrk="1" latinLnBrk="0" hangingPunct="1">
        <a:defRPr sz="2000" kern="1200">
          <a:solidFill>
            <a:schemeClr val="tx1"/>
          </a:solidFill>
          <a:latin typeface="+mn-lt"/>
          <a:ea typeface="+mn-ea"/>
          <a:cs typeface="+mn-cs"/>
        </a:defRPr>
      </a:lvl1pPr>
      <a:lvl2pPr marL="510765" algn="l" defTabSz="510765" rtl="0" eaLnBrk="1" latinLnBrk="0" hangingPunct="1">
        <a:defRPr sz="2000" kern="1200">
          <a:solidFill>
            <a:schemeClr val="tx1"/>
          </a:solidFill>
          <a:latin typeface="+mn-lt"/>
          <a:ea typeface="+mn-ea"/>
          <a:cs typeface="+mn-cs"/>
        </a:defRPr>
      </a:lvl2pPr>
      <a:lvl3pPr marL="1021542" algn="l" defTabSz="510765" rtl="0" eaLnBrk="1" latinLnBrk="0" hangingPunct="1">
        <a:defRPr sz="2000" kern="1200">
          <a:solidFill>
            <a:schemeClr val="tx1"/>
          </a:solidFill>
          <a:latin typeface="+mn-lt"/>
          <a:ea typeface="+mn-ea"/>
          <a:cs typeface="+mn-cs"/>
        </a:defRPr>
      </a:lvl3pPr>
      <a:lvl4pPr marL="1532316" algn="l" defTabSz="510765" rtl="0" eaLnBrk="1" latinLnBrk="0" hangingPunct="1">
        <a:defRPr sz="2000" kern="1200">
          <a:solidFill>
            <a:schemeClr val="tx1"/>
          </a:solidFill>
          <a:latin typeface="+mn-lt"/>
          <a:ea typeface="+mn-ea"/>
          <a:cs typeface="+mn-cs"/>
        </a:defRPr>
      </a:lvl4pPr>
      <a:lvl5pPr marL="2043080" algn="l" defTabSz="510765" rtl="0" eaLnBrk="1" latinLnBrk="0" hangingPunct="1">
        <a:defRPr sz="2000" kern="1200">
          <a:solidFill>
            <a:schemeClr val="tx1"/>
          </a:solidFill>
          <a:latin typeface="+mn-lt"/>
          <a:ea typeface="+mn-ea"/>
          <a:cs typeface="+mn-cs"/>
        </a:defRPr>
      </a:lvl5pPr>
      <a:lvl6pPr marL="2553855" algn="l" defTabSz="510765" rtl="0" eaLnBrk="1" latinLnBrk="0" hangingPunct="1">
        <a:defRPr sz="2000" kern="1200">
          <a:solidFill>
            <a:schemeClr val="tx1"/>
          </a:solidFill>
          <a:latin typeface="+mn-lt"/>
          <a:ea typeface="+mn-ea"/>
          <a:cs typeface="+mn-cs"/>
        </a:defRPr>
      </a:lvl6pPr>
      <a:lvl7pPr marL="3064630" algn="l" defTabSz="510765" rtl="0" eaLnBrk="1" latinLnBrk="0" hangingPunct="1">
        <a:defRPr sz="2000" kern="1200">
          <a:solidFill>
            <a:schemeClr val="tx1"/>
          </a:solidFill>
          <a:latin typeface="+mn-lt"/>
          <a:ea typeface="+mn-ea"/>
          <a:cs typeface="+mn-cs"/>
        </a:defRPr>
      </a:lvl7pPr>
      <a:lvl8pPr marL="3575397" algn="l" defTabSz="510765" rtl="0" eaLnBrk="1" latinLnBrk="0" hangingPunct="1">
        <a:defRPr sz="2000" kern="1200">
          <a:solidFill>
            <a:schemeClr val="tx1"/>
          </a:solidFill>
          <a:latin typeface="+mn-lt"/>
          <a:ea typeface="+mn-ea"/>
          <a:cs typeface="+mn-cs"/>
        </a:defRPr>
      </a:lvl8pPr>
      <a:lvl9pPr marL="4086167" algn="l" defTabSz="510765"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15" cstate="print"/>
          <a:stretch>
            <a:fillRect/>
          </a:stretch>
        </p:blipFill>
        <p:spPr>
          <a:xfrm>
            <a:off x="2" y="0"/>
            <a:ext cx="195385" cy="158750"/>
          </a:xfrm>
          <a:prstGeom prst="rect">
            <a:avLst/>
          </a:prstGeom>
        </p:spPr>
      </p:pic>
      <p:sp>
        <p:nvSpPr>
          <p:cNvPr id="2" name="Title Placeholder 1"/>
          <p:cNvSpPr>
            <a:spLocks noGrp="1"/>
          </p:cNvSpPr>
          <p:nvPr>
            <p:ph type="title"/>
            <p:custDataLst>
              <p:tags r:id="rId7"/>
            </p:custDataLst>
          </p:nvPr>
        </p:nvSpPr>
        <p:spPr>
          <a:xfrm>
            <a:off x="3" y="2"/>
            <a:ext cx="12191999" cy="1002135"/>
          </a:xfrm>
          <a:prstGeom prst="rect">
            <a:avLst/>
          </a:prstGeom>
        </p:spPr>
        <p:txBody>
          <a:bodyPr vert="horz" lIns="166537" tIns="18504" rIns="92522" bIns="18504"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8"/>
            </p:custDataLst>
          </p:nvPr>
        </p:nvSpPr>
        <p:spPr>
          <a:xfrm>
            <a:off x="398023" y="1501977"/>
            <a:ext cx="11616155" cy="4636540"/>
          </a:xfrm>
          <a:prstGeom prst="rect">
            <a:avLst/>
          </a:prstGeom>
        </p:spPr>
        <p:txBody>
          <a:bodyPr vert="horz" lIns="60450" tIns="40302" rIns="40302" bIns="40302"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9"/>
            </p:custDataLst>
          </p:nvPr>
        </p:nvSpPr>
        <p:spPr>
          <a:xfrm>
            <a:off x="11774518" y="6669391"/>
            <a:ext cx="137858" cy="92333"/>
          </a:xfrm>
          <a:prstGeom prst="rect">
            <a:avLst/>
          </a:prstGeom>
          <a:noFill/>
        </p:spPr>
        <p:txBody>
          <a:bodyPr wrap="none" lIns="0" tIns="0" rIns="0" bIns="0" rtlCol="0" anchor="ctr">
            <a:spAutoFit/>
          </a:bodyPr>
          <a:lstStyle/>
          <a:p>
            <a:pPr algn="ctr" defTabSz="804883"/>
            <a:fld id="{6A895693-0027-4F28-9367-92E39A51F51C}" type="slidenum">
              <a:rPr lang="en-US" sz="600" smtClean="0">
                <a:solidFill>
                  <a:srgbClr val="1F497D"/>
                </a:solidFill>
              </a:rPr>
              <a:pPr algn="ctr" defTabSz="804883"/>
              <a:t>‹N°›</a:t>
            </a:fld>
            <a:endParaRPr lang="en-US" sz="600" dirty="0">
              <a:solidFill>
                <a:srgbClr val="1F497D"/>
              </a:solidFill>
            </a:endParaRPr>
          </a:p>
        </p:txBody>
      </p:sp>
      <p:sp>
        <p:nvSpPr>
          <p:cNvPr id="9" name="Freeform 4"/>
          <p:cNvSpPr>
            <a:spLocks/>
          </p:cNvSpPr>
          <p:nvPr>
            <p:custDataLst>
              <p:tags r:id="rId10"/>
            </p:custDataLst>
          </p:nvPr>
        </p:nvSpPr>
        <p:spPr bwMode="auto">
          <a:xfrm>
            <a:off x="6" y="74765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3671" tIns="41837" rIns="83671" bIns="41837" numCol="1" anchor="t" anchorCtr="0" compatLnSpc="1">
            <a:prstTxWarp prst="textNoShape">
              <a:avLst/>
            </a:prstTxWarp>
          </a:bodyPr>
          <a:lstStyle/>
          <a:p>
            <a:pPr defTabSz="804883"/>
            <a:endParaRPr lang="fr-FR" sz="1600" dirty="0">
              <a:solidFill>
                <a:prstClr val="black"/>
              </a:solidFill>
            </a:endParaRPr>
          </a:p>
        </p:txBody>
      </p:sp>
      <p:sp>
        <p:nvSpPr>
          <p:cNvPr id="12" name="Rectangle 11"/>
          <p:cNvSpPr>
            <a:spLocks noChangeArrowheads="1"/>
          </p:cNvSpPr>
          <p:nvPr>
            <p:custDataLst>
              <p:tags r:id="rId11"/>
            </p:custDataLst>
          </p:nvPr>
        </p:nvSpPr>
        <p:spPr bwMode="auto">
          <a:xfrm>
            <a:off x="8297645" y="6623411"/>
            <a:ext cx="3274639" cy="183503"/>
          </a:xfrm>
          <a:prstGeom prst="rect">
            <a:avLst/>
          </a:prstGeom>
          <a:noFill/>
          <a:ln w="19050">
            <a:noFill/>
            <a:miter lim="800000"/>
            <a:headEnd/>
            <a:tailEnd/>
          </a:ln>
          <a:effectLst/>
        </p:spPr>
        <p:txBody>
          <a:bodyPr wrap="square" lIns="30250" tIns="30250" rIns="30250" bIns="30250" anchor="b" anchorCtr="0">
            <a:noAutofit/>
          </a:bodyPr>
          <a:lstStyle/>
          <a:p>
            <a:pPr algn="r" defTabSz="836557" eaLnBrk="0" hangingPunct="0">
              <a:lnSpc>
                <a:spcPct val="90000"/>
              </a:lnSpc>
              <a:spcBef>
                <a:spcPct val="10000"/>
              </a:spcBef>
              <a:defRPr/>
            </a:pPr>
            <a:r>
              <a:rPr lang="en-US" altLang="en-US" sz="600" dirty="0">
                <a:solidFill>
                  <a:srgbClr val="1F497D"/>
                </a:solidFill>
                <a:cs typeface="Helvetica Light"/>
              </a:rPr>
              <a:t>Copyright © Capgemini 2012. All Rights Reserved</a:t>
            </a:r>
          </a:p>
        </p:txBody>
      </p:sp>
      <p:sp>
        <p:nvSpPr>
          <p:cNvPr id="13" name="Rectangle 12"/>
          <p:cNvSpPr/>
          <p:nvPr>
            <p:custDataLst>
              <p:tags r:id="rId12"/>
            </p:custDataLst>
          </p:nvPr>
        </p:nvSpPr>
        <p:spPr>
          <a:xfrm>
            <a:off x="9215909" y="6427223"/>
            <a:ext cx="2356375" cy="195814"/>
          </a:xfrm>
          <a:prstGeom prst="rect">
            <a:avLst/>
          </a:prstGeom>
        </p:spPr>
        <p:txBody>
          <a:bodyPr wrap="none" lIns="30250" tIns="30250" rIns="30250" bIns="30250" anchor="b" anchorCtr="0">
            <a:noAutofit/>
          </a:bodyPr>
          <a:lstStyle/>
          <a:p>
            <a:pPr algn="r" defTabSz="804883"/>
            <a:r>
              <a:rPr lang="en-US" sz="600" dirty="0">
                <a:solidFill>
                  <a:srgbClr val="1F497D"/>
                </a:solidFill>
              </a:rPr>
              <a:t>Dossier Promo C| 2015</a:t>
            </a:r>
          </a:p>
        </p:txBody>
      </p:sp>
      <p:pic>
        <p:nvPicPr>
          <p:cNvPr id="14" name="Picture 103" descr="C:\Users\UserSim\Desktop\Capgemini\Capgemini_logo_cmyk.png"/>
          <p:cNvPicPr>
            <a:picLocks noChangeAspect="1" noChangeArrowheads="1"/>
          </p:cNvPicPr>
          <p:nvPr>
            <p:custDataLst>
              <p:tags r:id="rId13"/>
            </p:custDataLst>
          </p:nvPr>
        </p:nvPicPr>
        <p:blipFill>
          <a:blip r:embed="rId16" cstate="email"/>
          <a:srcRect/>
          <a:stretch>
            <a:fillRect/>
          </a:stretch>
        </p:blipFill>
        <p:spPr bwMode="auto">
          <a:xfrm>
            <a:off x="195660" y="6443187"/>
            <a:ext cx="1613065" cy="320682"/>
          </a:xfrm>
          <a:prstGeom prst="rect">
            <a:avLst/>
          </a:prstGeom>
          <a:noFill/>
        </p:spPr>
      </p:pic>
      <p:cxnSp>
        <p:nvCxnSpPr>
          <p:cNvPr id="15" name="Straight Connector 5"/>
          <p:cNvCxnSpPr/>
          <p:nvPr>
            <p:custDataLst>
              <p:tags r:id="rId14"/>
            </p:custDataLst>
          </p:nvPr>
        </p:nvCxnSpPr>
        <p:spPr>
          <a:xfrm flipH="1">
            <a:off x="6"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87140"/>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Lst>
  <p:txStyles>
    <p:titleStyle>
      <a:lvl1pPr algn="l" defTabSz="768399"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39663" indent="-139663" algn="l" defTabSz="768399" rtl="0" eaLnBrk="1" latinLnBrk="0" hangingPunct="1">
        <a:lnSpc>
          <a:spcPct val="90000"/>
        </a:lnSpc>
        <a:spcBef>
          <a:spcPts val="0"/>
        </a:spcBef>
        <a:spcAft>
          <a:spcPts val="504"/>
        </a:spcAft>
        <a:buClr>
          <a:schemeClr val="accent5"/>
        </a:buClr>
        <a:buFont typeface="Wingdings" pitchFamily="2" charset="2"/>
        <a:buChar char="§"/>
        <a:defRPr sz="1800" b="0" kern="1200">
          <a:solidFill>
            <a:schemeClr val="tx2">
              <a:lumMod val="50000"/>
            </a:schemeClr>
          </a:solidFill>
          <a:latin typeface="+mn-lt"/>
          <a:ea typeface="+mn-ea"/>
          <a:cs typeface="+mn-cs"/>
        </a:defRPr>
      </a:lvl1pPr>
      <a:lvl2pPr marL="298840" indent="-152090" algn="l" defTabSz="768399" rtl="0" eaLnBrk="1" latinLnBrk="0" hangingPunct="1">
        <a:lnSpc>
          <a:spcPct val="90000"/>
        </a:lnSpc>
        <a:spcBef>
          <a:spcPts val="0"/>
        </a:spcBef>
        <a:spcAft>
          <a:spcPts val="504"/>
        </a:spcAft>
        <a:buClr>
          <a:schemeClr val="accent3"/>
        </a:buClr>
        <a:buFont typeface="Wingdings" pitchFamily="2" charset="2"/>
        <a:buChar char="§"/>
        <a:defRPr sz="1500" kern="1200">
          <a:solidFill>
            <a:schemeClr val="tx2">
              <a:lumMod val="50000"/>
            </a:schemeClr>
          </a:solidFill>
          <a:latin typeface="+mn-lt"/>
          <a:ea typeface="+mn-ea"/>
          <a:cs typeface="+mn-cs"/>
        </a:defRPr>
      </a:lvl2pPr>
      <a:lvl3pPr marL="450931" indent="-138748" algn="l" defTabSz="768399" rtl="0" eaLnBrk="1" latinLnBrk="0" hangingPunct="1">
        <a:lnSpc>
          <a:spcPct val="90000"/>
        </a:lnSpc>
        <a:spcBef>
          <a:spcPts val="0"/>
        </a:spcBef>
        <a:spcAft>
          <a:spcPts val="504"/>
        </a:spcAft>
        <a:buClr>
          <a:schemeClr val="accent2"/>
        </a:buClr>
        <a:buFont typeface="Arial" pitchFamily="34" charset="0"/>
        <a:buChar char="•"/>
        <a:defRPr sz="1300" kern="1200">
          <a:solidFill>
            <a:schemeClr val="tx2">
              <a:lumMod val="50000"/>
            </a:schemeClr>
          </a:solidFill>
          <a:latin typeface="+mn-lt"/>
          <a:ea typeface="+mn-ea"/>
          <a:cs typeface="+mn-cs"/>
        </a:defRPr>
      </a:lvl3pPr>
      <a:lvl4pPr marL="597681" indent="-138748" algn="l" defTabSz="768399" rtl="0" eaLnBrk="1" latinLnBrk="0" hangingPunct="1">
        <a:lnSpc>
          <a:spcPct val="90000"/>
        </a:lnSpc>
        <a:spcBef>
          <a:spcPts val="0"/>
        </a:spcBef>
        <a:spcAft>
          <a:spcPts val="504"/>
        </a:spcAft>
        <a:buClr>
          <a:schemeClr val="bg2"/>
        </a:buClr>
        <a:buFont typeface="Arial" pitchFamily="34" charset="0"/>
        <a:buChar char="–"/>
        <a:defRPr sz="1200" kern="1200">
          <a:solidFill>
            <a:schemeClr val="tx2">
              <a:lumMod val="50000"/>
            </a:schemeClr>
          </a:solidFill>
          <a:latin typeface="+mn-lt"/>
          <a:ea typeface="+mn-ea"/>
          <a:cs typeface="+mn-cs"/>
        </a:defRPr>
      </a:lvl4pPr>
      <a:lvl5pPr marL="1352705" indent="-162751" algn="l" defTabSz="768399"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13099" indent="-192102" algn="l" defTabSz="76839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497299" indent="-192102" algn="l" defTabSz="76839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881499" indent="-192102" algn="l" defTabSz="76839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265699" indent="-192102" algn="l" defTabSz="76839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68399" rtl="0" eaLnBrk="1" latinLnBrk="0" hangingPunct="1">
        <a:defRPr sz="1500" kern="1200">
          <a:solidFill>
            <a:schemeClr val="tx1"/>
          </a:solidFill>
          <a:latin typeface="+mn-lt"/>
          <a:ea typeface="+mn-ea"/>
          <a:cs typeface="+mn-cs"/>
        </a:defRPr>
      </a:lvl1pPr>
      <a:lvl2pPr marL="384201" algn="l" defTabSz="768399" rtl="0" eaLnBrk="1" latinLnBrk="0" hangingPunct="1">
        <a:defRPr sz="1500" kern="1200">
          <a:solidFill>
            <a:schemeClr val="tx1"/>
          </a:solidFill>
          <a:latin typeface="+mn-lt"/>
          <a:ea typeface="+mn-ea"/>
          <a:cs typeface="+mn-cs"/>
        </a:defRPr>
      </a:lvl2pPr>
      <a:lvl3pPr marL="768399" algn="l" defTabSz="768399" rtl="0" eaLnBrk="1" latinLnBrk="0" hangingPunct="1">
        <a:defRPr sz="1500" kern="1200">
          <a:solidFill>
            <a:schemeClr val="tx1"/>
          </a:solidFill>
          <a:latin typeface="+mn-lt"/>
          <a:ea typeface="+mn-ea"/>
          <a:cs typeface="+mn-cs"/>
        </a:defRPr>
      </a:lvl3pPr>
      <a:lvl4pPr marL="1152601" algn="l" defTabSz="768399" rtl="0" eaLnBrk="1" latinLnBrk="0" hangingPunct="1">
        <a:defRPr sz="1500" kern="1200">
          <a:solidFill>
            <a:schemeClr val="tx1"/>
          </a:solidFill>
          <a:latin typeface="+mn-lt"/>
          <a:ea typeface="+mn-ea"/>
          <a:cs typeface="+mn-cs"/>
        </a:defRPr>
      </a:lvl4pPr>
      <a:lvl5pPr marL="1536799" algn="l" defTabSz="768399" rtl="0" eaLnBrk="1" latinLnBrk="0" hangingPunct="1">
        <a:defRPr sz="1500" kern="1200">
          <a:solidFill>
            <a:schemeClr val="tx1"/>
          </a:solidFill>
          <a:latin typeface="+mn-lt"/>
          <a:ea typeface="+mn-ea"/>
          <a:cs typeface="+mn-cs"/>
        </a:defRPr>
      </a:lvl5pPr>
      <a:lvl6pPr marL="1921000" algn="l" defTabSz="768399" rtl="0" eaLnBrk="1" latinLnBrk="0" hangingPunct="1">
        <a:defRPr sz="1500" kern="1200">
          <a:solidFill>
            <a:schemeClr val="tx1"/>
          </a:solidFill>
          <a:latin typeface="+mn-lt"/>
          <a:ea typeface="+mn-ea"/>
          <a:cs typeface="+mn-cs"/>
        </a:defRPr>
      </a:lvl6pPr>
      <a:lvl7pPr marL="2305199" algn="l" defTabSz="768399" rtl="0" eaLnBrk="1" latinLnBrk="0" hangingPunct="1">
        <a:defRPr sz="1500" kern="1200">
          <a:solidFill>
            <a:schemeClr val="tx1"/>
          </a:solidFill>
          <a:latin typeface="+mn-lt"/>
          <a:ea typeface="+mn-ea"/>
          <a:cs typeface="+mn-cs"/>
        </a:defRPr>
      </a:lvl7pPr>
      <a:lvl8pPr marL="2689398" algn="l" defTabSz="768399" rtl="0" eaLnBrk="1" latinLnBrk="0" hangingPunct="1">
        <a:defRPr sz="1500" kern="1200">
          <a:solidFill>
            <a:schemeClr val="tx1"/>
          </a:solidFill>
          <a:latin typeface="+mn-lt"/>
          <a:ea typeface="+mn-ea"/>
          <a:cs typeface="+mn-cs"/>
        </a:defRPr>
      </a:lvl8pPr>
      <a:lvl9pPr marL="3073599" algn="l" defTabSz="768399"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51068" tIns="25544" rIns="51068" bIns="25544" rtlCol="0" anchor="ctr">
            <a:normAutofit/>
          </a:bodyPr>
          <a:lstStyle/>
          <a:p>
            <a:r>
              <a:rPr lang="fr-FR"/>
              <a:t>Cliquez pour modifier le style du titre</a:t>
            </a:r>
            <a:endParaRPr lang="en-US" dirty="0"/>
          </a:p>
        </p:txBody>
      </p:sp>
      <p:sp>
        <p:nvSpPr>
          <p:cNvPr id="3" name="Text Placeholder 2"/>
          <p:cNvSpPr>
            <a:spLocks noGrp="1"/>
          </p:cNvSpPr>
          <p:nvPr>
            <p:ph type="body" idx="1"/>
          </p:nvPr>
        </p:nvSpPr>
        <p:spPr>
          <a:xfrm>
            <a:off x="609600" y="1600205"/>
            <a:ext cx="10972800" cy="4525963"/>
          </a:xfrm>
          <a:prstGeom prst="rect">
            <a:avLst/>
          </a:prstGeom>
        </p:spPr>
        <p:txBody>
          <a:bodyPr vert="horz" lIns="51068" tIns="25544" rIns="51068" bIns="25544"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323212953"/>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Lst>
  <p:transition>
    <p:push/>
  </p:transition>
  <p:hf hdr="0" ftr="0" dt="0"/>
  <p:txStyles>
    <p:titleStyle>
      <a:lvl1pPr algn="l" defTabSz="510780" rtl="0" eaLnBrk="1" latinLnBrk="0" hangingPunct="1">
        <a:spcBef>
          <a:spcPct val="0"/>
        </a:spcBef>
        <a:buNone/>
        <a:defRPr sz="3600" kern="1200">
          <a:solidFill>
            <a:srgbClr val="02AFE9"/>
          </a:solidFill>
          <a:latin typeface="+mj-lt"/>
          <a:ea typeface="+mj-ea"/>
          <a:cs typeface="Arial" pitchFamily="34" charset="0"/>
        </a:defRPr>
      </a:lvl1pPr>
    </p:titleStyle>
    <p:bodyStyle>
      <a:lvl1pPr marL="383093" indent="-383093" algn="l" defTabSz="510780" rtl="0" eaLnBrk="1" latinLnBrk="0" hangingPunct="1">
        <a:spcBef>
          <a:spcPct val="20000"/>
        </a:spcBef>
        <a:buFont typeface="Arial"/>
        <a:buChar char="•"/>
        <a:defRPr sz="3100" kern="1200">
          <a:solidFill>
            <a:schemeClr val="tx1">
              <a:lumMod val="65000"/>
              <a:lumOff val="35000"/>
            </a:schemeClr>
          </a:solidFill>
          <a:latin typeface="Segoe UI" pitchFamily="34" charset="0"/>
          <a:ea typeface="Segoe UI" pitchFamily="34" charset="0"/>
          <a:cs typeface="Segoe UI" pitchFamily="34" charset="0"/>
        </a:defRPr>
      </a:lvl1pPr>
      <a:lvl2pPr marL="830031" indent="-319233" algn="l" defTabSz="510780" rtl="0" eaLnBrk="1" latinLnBrk="0" hangingPunct="1">
        <a:spcBef>
          <a:spcPct val="20000"/>
        </a:spcBef>
        <a:buFont typeface="Arial"/>
        <a:buChar char="–"/>
        <a:defRPr sz="2700" kern="1200">
          <a:solidFill>
            <a:schemeClr val="tx1">
              <a:lumMod val="65000"/>
              <a:lumOff val="35000"/>
            </a:schemeClr>
          </a:solidFill>
          <a:latin typeface="Segoe UI" pitchFamily="34" charset="0"/>
          <a:ea typeface="Segoe UI" pitchFamily="34" charset="0"/>
          <a:cs typeface="Segoe UI" pitchFamily="34" charset="0"/>
        </a:defRPr>
      </a:lvl2pPr>
      <a:lvl3pPr marL="1276969" indent="-255390" algn="l" defTabSz="510780" rtl="0" eaLnBrk="1" latinLnBrk="0" hangingPunct="1">
        <a:spcBef>
          <a:spcPct val="20000"/>
        </a:spcBef>
        <a:buFont typeface="Arial"/>
        <a:buChar char="•"/>
        <a:defRPr sz="2200" kern="1200">
          <a:solidFill>
            <a:schemeClr val="tx1">
              <a:lumMod val="65000"/>
              <a:lumOff val="35000"/>
            </a:schemeClr>
          </a:solidFill>
          <a:latin typeface="Segoe UI" pitchFamily="34" charset="0"/>
          <a:ea typeface="Segoe UI" pitchFamily="34" charset="0"/>
          <a:cs typeface="Segoe UI" pitchFamily="34" charset="0"/>
        </a:defRPr>
      </a:lvl3pPr>
      <a:lvl4pPr marL="1787752" indent="-255390" algn="l" defTabSz="510780"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4pPr>
      <a:lvl5pPr marL="2298534" indent="-255390" algn="l" defTabSz="510780"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5pPr>
      <a:lvl6pPr marL="2809326" indent="-255390" algn="l" defTabSz="510780" rtl="0" eaLnBrk="1" latinLnBrk="0" hangingPunct="1">
        <a:spcBef>
          <a:spcPct val="20000"/>
        </a:spcBef>
        <a:buFont typeface="Arial"/>
        <a:buChar char="•"/>
        <a:defRPr sz="2200" kern="1200">
          <a:solidFill>
            <a:schemeClr val="tx1"/>
          </a:solidFill>
          <a:latin typeface="+mn-lt"/>
          <a:ea typeface="+mn-ea"/>
          <a:cs typeface="+mn-cs"/>
        </a:defRPr>
      </a:lvl6pPr>
      <a:lvl7pPr marL="3320110" indent="-255390" algn="l" defTabSz="510780" rtl="0" eaLnBrk="1" latinLnBrk="0" hangingPunct="1">
        <a:spcBef>
          <a:spcPct val="20000"/>
        </a:spcBef>
        <a:buFont typeface="Arial"/>
        <a:buChar char="•"/>
        <a:defRPr sz="2200" kern="1200">
          <a:solidFill>
            <a:schemeClr val="tx1"/>
          </a:solidFill>
          <a:latin typeface="+mn-lt"/>
          <a:ea typeface="+mn-ea"/>
          <a:cs typeface="+mn-cs"/>
        </a:defRPr>
      </a:lvl7pPr>
      <a:lvl8pPr marL="3830894" indent="-255390" algn="l" defTabSz="510780" rtl="0" eaLnBrk="1" latinLnBrk="0" hangingPunct="1">
        <a:spcBef>
          <a:spcPct val="20000"/>
        </a:spcBef>
        <a:buFont typeface="Arial"/>
        <a:buChar char="•"/>
        <a:defRPr sz="2200" kern="1200">
          <a:solidFill>
            <a:schemeClr val="tx1"/>
          </a:solidFill>
          <a:latin typeface="+mn-lt"/>
          <a:ea typeface="+mn-ea"/>
          <a:cs typeface="+mn-cs"/>
        </a:defRPr>
      </a:lvl8pPr>
      <a:lvl9pPr marL="4341680" indent="-255390" algn="l" defTabSz="510780"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10780" rtl="0" eaLnBrk="1" latinLnBrk="0" hangingPunct="1">
        <a:defRPr sz="2000" kern="1200">
          <a:solidFill>
            <a:schemeClr val="tx1"/>
          </a:solidFill>
          <a:latin typeface="+mn-lt"/>
          <a:ea typeface="+mn-ea"/>
          <a:cs typeface="+mn-cs"/>
        </a:defRPr>
      </a:lvl1pPr>
      <a:lvl2pPr marL="510780" algn="l" defTabSz="510780" rtl="0" eaLnBrk="1" latinLnBrk="0" hangingPunct="1">
        <a:defRPr sz="2000" kern="1200">
          <a:solidFill>
            <a:schemeClr val="tx1"/>
          </a:solidFill>
          <a:latin typeface="+mn-lt"/>
          <a:ea typeface="+mn-ea"/>
          <a:cs typeface="+mn-cs"/>
        </a:defRPr>
      </a:lvl2pPr>
      <a:lvl3pPr marL="1021572" algn="l" defTabSz="510780" rtl="0" eaLnBrk="1" latinLnBrk="0" hangingPunct="1">
        <a:defRPr sz="2000" kern="1200">
          <a:solidFill>
            <a:schemeClr val="tx1"/>
          </a:solidFill>
          <a:latin typeface="+mn-lt"/>
          <a:ea typeface="+mn-ea"/>
          <a:cs typeface="+mn-cs"/>
        </a:defRPr>
      </a:lvl3pPr>
      <a:lvl4pPr marL="1532361" algn="l" defTabSz="510780" rtl="0" eaLnBrk="1" latinLnBrk="0" hangingPunct="1">
        <a:defRPr sz="2000" kern="1200">
          <a:solidFill>
            <a:schemeClr val="tx1"/>
          </a:solidFill>
          <a:latin typeface="+mn-lt"/>
          <a:ea typeface="+mn-ea"/>
          <a:cs typeface="+mn-cs"/>
        </a:defRPr>
      </a:lvl4pPr>
      <a:lvl5pPr marL="2043140" algn="l" defTabSz="510780" rtl="0" eaLnBrk="1" latinLnBrk="0" hangingPunct="1">
        <a:defRPr sz="2000" kern="1200">
          <a:solidFill>
            <a:schemeClr val="tx1"/>
          </a:solidFill>
          <a:latin typeface="+mn-lt"/>
          <a:ea typeface="+mn-ea"/>
          <a:cs typeface="+mn-cs"/>
        </a:defRPr>
      </a:lvl5pPr>
      <a:lvl6pPr marL="2553930" algn="l" defTabSz="510780" rtl="0" eaLnBrk="1" latinLnBrk="0" hangingPunct="1">
        <a:defRPr sz="2000" kern="1200">
          <a:solidFill>
            <a:schemeClr val="tx1"/>
          </a:solidFill>
          <a:latin typeface="+mn-lt"/>
          <a:ea typeface="+mn-ea"/>
          <a:cs typeface="+mn-cs"/>
        </a:defRPr>
      </a:lvl6pPr>
      <a:lvl7pPr marL="3064719" algn="l" defTabSz="510780" rtl="0" eaLnBrk="1" latinLnBrk="0" hangingPunct="1">
        <a:defRPr sz="2000" kern="1200">
          <a:solidFill>
            <a:schemeClr val="tx1"/>
          </a:solidFill>
          <a:latin typeface="+mn-lt"/>
          <a:ea typeface="+mn-ea"/>
          <a:cs typeface="+mn-cs"/>
        </a:defRPr>
      </a:lvl7pPr>
      <a:lvl8pPr marL="3575502" algn="l" defTabSz="510780" rtl="0" eaLnBrk="1" latinLnBrk="0" hangingPunct="1">
        <a:defRPr sz="2000" kern="1200">
          <a:solidFill>
            <a:schemeClr val="tx1"/>
          </a:solidFill>
          <a:latin typeface="+mn-lt"/>
          <a:ea typeface="+mn-ea"/>
          <a:cs typeface="+mn-cs"/>
        </a:defRPr>
      </a:lvl8pPr>
      <a:lvl9pPr marL="4086286" algn="l" defTabSz="510780"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15" cstate="print"/>
          <a:stretch>
            <a:fillRect/>
          </a:stretch>
        </p:blipFill>
        <p:spPr>
          <a:xfrm>
            <a:off x="2" y="0"/>
            <a:ext cx="195385" cy="158750"/>
          </a:xfrm>
          <a:prstGeom prst="rect">
            <a:avLst/>
          </a:prstGeom>
        </p:spPr>
      </p:pic>
      <p:sp>
        <p:nvSpPr>
          <p:cNvPr id="2" name="Title Placeholder 1"/>
          <p:cNvSpPr>
            <a:spLocks noGrp="1"/>
          </p:cNvSpPr>
          <p:nvPr>
            <p:ph type="title"/>
            <p:custDataLst>
              <p:tags r:id="rId7"/>
            </p:custDataLst>
          </p:nvPr>
        </p:nvSpPr>
        <p:spPr>
          <a:xfrm>
            <a:off x="3" y="2"/>
            <a:ext cx="12191999" cy="1002135"/>
          </a:xfrm>
          <a:prstGeom prst="rect">
            <a:avLst/>
          </a:prstGeom>
        </p:spPr>
        <p:txBody>
          <a:bodyPr vert="horz" lIns="166542" tIns="18504" rIns="92524" bIns="18504"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8"/>
            </p:custDataLst>
          </p:nvPr>
        </p:nvSpPr>
        <p:spPr>
          <a:xfrm>
            <a:off x="398023" y="1501977"/>
            <a:ext cx="11616155" cy="4636540"/>
          </a:xfrm>
          <a:prstGeom prst="rect">
            <a:avLst/>
          </a:prstGeom>
        </p:spPr>
        <p:txBody>
          <a:bodyPr vert="horz" lIns="60452" tIns="40303" rIns="40303" bIns="40303"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9"/>
            </p:custDataLst>
          </p:nvPr>
        </p:nvSpPr>
        <p:spPr>
          <a:xfrm>
            <a:off x="11774516" y="6669390"/>
            <a:ext cx="137858" cy="92333"/>
          </a:xfrm>
          <a:prstGeom prst="rect">
            <a:avLst/>
          </a:prstGeom>
          <a:noFill/>
        </p:spPr>
        <p:txBody>
          <a:bodyPr wrap="none" lIns="0" tIns="0" rIns="0" bIns="0" rtlCol="0" anchor="ctr">
            <a:spAutoFit/>
          </a:bodyPr>
          <a:lstStyle/>
          <a:p>
            <a:pPr algn="ctr" defTabSz="804906"/>
            <a:fld id="{6A895693-0027-4F28-9367-92E39A51F51C}" type="slidenum">
              <a:rPr lang="en-US" sz="600" smtClean="0">
                <a:solidFill>
                  <a:srgbClr val="1F497D"/>
                </a:solidFill>
              </a:rPr>
              <a:pPr algn="ctr" defTabSz="804906"/>
              <a:t>‹N°›</a:t>
            </a:fld>
            <a:endParaRPr lang="en-US" sz="600" dirty="0">
              <a:solidFill>
                <a:srgbClr val="1F497D"/>
              </a:solidFill>
            </a:endParaRPr>
          </a:p>
        </p:txBody>
      </p:sp>
      <p:sp>
        <p:nvSpPr>
          <p:cNvPr id="9" name="Freeform 4"/>
          <p:cNvSpPr>
            <a:spLocks/>
          </p:cNvSpPr>
          <p:nvPr>
            <p:custDataLst>
              <p:tags r:id="rId10"/>
            </p:custDataLst>
          </p:nvPr>
        </p:nvSpPr>
        <p:spPr bwMode="auto">
          <a:xfrm>
            <a:off x="6" y="74765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3673" tIns="41838" rIns="83673" bIns="41838" numCol="1" anchor="t" anchorCtr="0" compatLnSpc="1">
            <a:prstTxWarp prst="textNoShape">
              <a:avLst/>
            </a:prstTxWarp>
          </a:bodyPr>
          <a:lstStyle/>
          <a:p>
            <a:pPr defTabSz="804906"/>
            <a:endParaRPr lang="fr-FR" sz="1600" dirty="0">
              <a:solidFill>
                <a:prstClr val="black"/>
              </a:solidFill>
            </a:endParaRPr>
          </a:p>
        </p:txBody>
      </p:sp>
      <p:sp>
        <p:nvSpPr>
          <p:cNvPr id="12" name="Rectangle 11"/>
          <p:cNvSpPr>
            <a:spLocks noChangeArrowheads="1"/>
          </p:cNvSpPr>
          <p:nvPr>
            <p:custDataLst>
              <p:tags r:id="rId11"/>
            </p:custDataLst>
          </p:nvPr>
        </p:nvSpPr>
        <p:spPr bwMode="auto">
          <a:xfrm>
            <a:off x="8297643" y="6623410"/>
            <a:ext cx="3274639" cy="183503"/>
          </a:xfrm>
          <a:prstGeom prst="rect">
            <a:avLst/>
          </a:prstGeom>
          <a:noFill/>
          <a:ln w="19050">
            <a:noFill/>
            <a:miter lim="800000"/>
            <a:headEnd/>
            <a:tailEnd/>
          </a:ln>
          <a:effectLst/>
        </p:spPr>
        <p:txBody>
          <a:bodyPr wrap="square" lIns="30251" tIns="30251" rIns="30251" bIns="30251" anchor="b" anchorCtr="0">
            <a:noAutofit/>
          </a:bodyPr>
          <a:lstStyle/>
          <a:p>
            <a:pPr algn="r" defTabSz="836582" eaLnBrk="0" hangingPunct="0">
              <a:lnSpc>
                <a:spcPct val="90000"/>
              </a:lnSpc>
              <a:spcBef>
                <a:spcPct val="10000"/>
              </a:spcBef>
              <a:defRPr/>
            </a:pPr>
            <a:r>
              <a:rPr lang="en-US" altLang="en-US" sz="600" dirty="0">
                <a:solidFill>
                  <a:srgbClr val="1F497D"/>
                </a:solidFill>
                <a:cs typeface="Helvetica Light"/>
              </a:rPr>
              <a:t>Copyright © Capgemini 2012. All Rights Reserved</a:t>
            </a:r>
          </a:p>
        </p:txBody>
      </p:sp>
      <p:sp>
        <p:nvSpPr>
          <p:cNvPr id="13" name="Rectangle 12"/>
          <p:cNvSpPr/>
          <p:nvPr>
            <p:custDataLst>
              <p:tags r:id="rId12"/>
            </p:custDataLst>
          </p:nvPr>
        </p:nvSpPr>
        <p:spPr>
          <a:xfrm>
            <a:off x="9215907" y="6427223"/>
            <a:ext cx="2356375" cy="195814"/>
          </a:xfrm>
          <a:prstGeom prst="rect">
            <a:avLst/>
          </a:prstGeom>
        </p:spPr>
        <p:txBody>
          <a:bodyPr wrap="none" lIns="30251" tIns="30251" rIns="30251" bIns="30251" anchor="b" anchorCtr="0">
            <a:noAutofit/>
          </a:bodyPr>
          <a:lstStyle/>
          <a:p>
            <a:pPr algn="r" defTabSz="804906"/>
            <a:r>
              <a:rPr lang="en-US" sz="600" dirty="0">
                <a:solidFill>
                  <a:srgbClr val="1F497D"/>
                </a:solidFill>
              </a:rPr>
              <a:t>Dossier Promo C| 2015</a:t>
            </a:r>
          </a:p>
        </p:txBody>
      </p:sp>
      <p:pic>
        <p:nvPicPr>
          <p:cNvPr id="14" name="Picture 103" descr="C:\Users\UserSim\Desktop\Capgemini\Capgemini_logo_cmyk.png"/>
          <p:cNvPicPr>
            <a:picLocks noChangeAspect="1" noChangeArrowheads="1"/>
          </p:cNvPicPr>
          <p:nvPr>
            <p:custDataLst>
              <p:tags r:id="rId13"/>
            </p:custDataLst>
          </p:nvPr>
        </p:nvPicPr>
        <p:blipFill>
          <a:blip r:embed="rId16" cstate="email"/>
          <a:srcRect/>
          <a:stretch>
            <a:fillRect/>
          </a:stretch>
        </p:blipFill>
        <p:spPr bwMode="auto">
          <a:xfrm>
            <a:off x="195660" y="6443187"/>
            <a:ext cx="1613065" cy="320682"/>
          </a:xfrm>
          <a:prstGeom prst="rect">
            <a:avLst/>
          </a:prstGeom>
          <a:noFill/>
        </p:spPr>
      </p:pic>
      <p:cxnSp>
        <p:nvCxnSpPr>
          <p:cNvPr id="15" name="Straight Connector 5"/>
          <p:cNvCxnSpPr/>
          <p:nvPr>
            <p:custDataLst>
              <p:tags r:id="rId14"/>
            </p:custDataLst>
          </p:nvPr>
        </p:nvCxnSpPr>
        <p:spPr>
          <a:xfrm flipH="1">
            <a:off x="6"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9814260"/>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Lst>
  <p:txStyles>
    <p:titleStyle>
      <a:lvl1pPr algn="l" defTabSz="768422"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39667" indent="-139667" algn="l" defTabSz="768422" rtl="0" eaLnBrk="1" latinLnBrk="0" hangingPunct="1">
        <a:lnSpc>
          <a:spcPct val="90000"/>
        </a:lnSpc>
        <a:spcBef>
          <a:spcPts val="0"/>
        </a:spcBef>
        <a:spcAft>
          <a:spcPts val="504"/>
        </a:spcAft>
        <a:buClr>
          <a:schemeClr val="accent5"/>
        </a:buClr>
        <a:buFont typeface="Wingdings" pitchFamily="2" charset="2"/>
        <a:buChar char="§"/>
        <a:defRPr sz="1800" b="0" kern="1200">
          <a:solidFill>
            <a:schemeClr val="tx2">
              <a:lumMod val="50000"/>
            </a:schemeClr>
          </a:solidFill>
          <a:latin typeface="+mn-lt"/>
          <a:ea typeface="+mn-ea"/>
          <a:cs typeface="+mn-cs"/>
        </a:defRPr>
      </a:lvl1pPr>
      <a:lvl2pPr marL="298849" indent="-152094" algn="l" defTabSz="768422" rtl="0" eaLnBrk="1" latinLnBrk="0" hangingPunct="1">
        <a:lnSpc>
          <a:spcPct val="90000"/>
        </a:lnSpc>
        <a:spcBef>
          <a:spcPts val="0"/>
        </a:spcBef>
        <a:spcAft>
          <a:spcPts val="504"/>
        </a:spcAft>
        <a:buClr>
          <a:schemeClr val="accent3"/>
        </a:buClr>
        <a:buFont typeface="Wingdings" pitchFamily="2" charset="2"/>
        <a:buChar char="§"/>
        <a:defRPr sz="1500" kern="1200">
          <a:solidFill>
            <a:schemeClr val="tx2">
              <a:lumMod val="50000"/>
            </a:schemeClr>
          </a:solidFill>
          <a:latin typeface="+mn-lt"/>
          <a:ea typeface="+mn-ea"/>
          <a:cs typeface="+mn-cs"/>
        </a:defRPr>
      </a:lvl2pPr>
      <a:lvl3pPr marL="450944" indent="-138752" algn="l" defTabSz="768422" rtl="0" eaLnBrk="1" latinLnBrk="0" hangingPunct="1">
        <a:lnSpc>
          <a:spcPct val="90000"/>
        </a:lnSpc>
        <a:spcBef>
          <a:spcPts val="0"/>
        </a:spcBef>
        <a:spcAft>
          <a:spcPts val="504"/>
        </a:spcAft>
        <a:buClr>
          <a:schemeClr val="accent2"/>
        </a:buClr>
        <a:buFont typeface="Arial" pitchFamily="34" charset="0"/>
        <a:buChar char="•"/>
        <a:defRPr sz="1300" kern="1200">
          <a:solidFill>
            <a:schemeClr val="tx2">
              <a:lumMod val="50000"/>
            </a:schemeClr>
          </a:solidFill>
          <a:latin typeface="+mn-lt"/>
          <a:ea typeface="+mn-ea"/>
          <a:cs typeface="+mn-cs"/>
        </a:defRPr>
      </a:lvl3pPr>
      <a:lvl4pPr marL="597698" indent="-138752" algn="l" defTabSz="768422" rtl="0" eaLnBrk="1" latinLnBrk="0" hangingPunct="1">
        <a:lnSpc>
          <a:spcPct val="90000"/>
        </a:lnSpc>
        <a:spcBef>
          <a:spcPts val="0"/>
        </a:spcBef>
        <a:spcAft>
          <a:spcPts val="504"/>
        </a:spcAft>
        <a:buClr>
          <a:schemeClr val="bg2"/>
        </a:buClr>
        <a:buFont typeface="Arial" pitchFamily="34" charset="0"/>
        <a:buChar char="–"/>
        <a:defRPr sz="1200" kern="1200">
          <a:solidFill>
            <a:schemeClr val="tx2">
              <a:lumMod val="50000"/>
            </a:schemeClr>
          </a:solidFill>
          <a:latin typeface="+mn-lt"/>
          <a:ea typeface="+mn-ea"/>
          <a:cs typeface="+mn-cs"/>
        </a:defRPr>
      </a:lvl4pPr>
      <a:lvl5pPr marL="1352744" indent="-162756" algn="l" defTabSz="768422"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13161" indent="-192107" algn="l" defTabSz="768422"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497372" indent="-192107" algn="l" defTabSz="768422"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881584" indent="-192107" algn="l" defTabSz="768422"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265794" indent="-192107" algn="l" defTabSz="768422"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68422" rtl="0" eaLnBrk="1" latinLnBrk="0" hangingPunct="1">
        <a:defRPr sz="1500" kern="1200">
          <a:solidFill>
            <a:schemeClr val="tx1"/>
          </a:solidFill>
          <a:latin typeface="+mn-lt"/>
          <a:ea typeface="+mn-ea"/>
          <a:cs typeface="+mn-cs"/>
        </a:defRPr>
      </a:lvl1pPr>
      <a:lvl2pPr marL="384212" algn="l" defTabSz="768422" rtl="0" eaLnBrk="1" latinLnBrk="0" hangingPunct="1">
        <a:defRPr sz="1500" kern="1200">
          <a:solidFill>
            <a:schemeClr val="tx1"/>
          </a:solidFill>
          <a:latin typeface="+mn-lt"/>
          <a:ea typeface="+mn-ea"/>
          <a:cs typeface="+mn-cs"/>
        </a:defRPr>
      </a:lvl2pPr>
      <a:lvl3pPr marL="768422" algn="l" defTabSz="768422" rtl="0" eaLnBrk="1" latinLnBrk="0" hangingPunct="1">
        <a:defRPr sz="1500" kern="1200">
          <a:solidFill>
            <a:schemeClr val="tx1"/>
          </a:solidFill>
          <a:latin typeface="+mn-lt"/>
          <a:ea typeface="+mn-ea"/>
          <a:cs typeface="+mn-cs"/>
        </a:defRPr>
      </a:lvl3pPr>
      <a:lvl4pPr marL="1152635" algn="l" defTabSz="768422" rtl="0" eaLnBrk="1" latinLnBrk="0" hangingPunct="1">
        <a:defRPr sz="1500" kern="1200">
          <a:solidFill>
            <a:schemeClr val="tx1"/>
          </a:solidFill>
          <a:latin typeface="+mn-lt"/>
          <a:ea typeface="+mn-ea"/>
          <a:cs typeface="+mn-cs"/>
        </a:defRPr>
      </a:lvl4pPr>
      <a:lvl5pPr marL="1536844" algn="l" defTabSz="768422" rtl="0" eaLnBrk="1" latinLnBrk="0" hangingPunct="1">
        <a:defRPr sz="1500" kern="1200">
          <a:solidFill>
            <a:schemeClr val="tx1"/>
          </a:solidFill>
          <a:latin typeface="+mn-lt"/>
          <a:ea typeface="+mn-ea"/>
          <a:cs typeface="+mn-cs"/>
        </a:defRPr>
      </a:lvl5pPr>
      <a:lvl6pPr marL="1921056" algn="l" defTabSz="768422" rtl="0" eaLnBrk="1" latinLnBrk="0" hangingPunct="1">
        <a:defRPr sz="1500" kern="1200">
          <a:solidFill>
            <a:schemeClr val="tx1"/>
          </a:solidFill>
          <a:latin typeface="+mn-lt"/>
          <a:ea typeface="+mn-ea"/>
          <a:cs typeface="+mn-cs"/>
        </a:defRPr>
      </a:lvl6pPr>
      <a:lvl7pPr marL="2305266" algn="l" defTabSz="768422" rtl="0" eaLnBrk="1" latinLnBrk="0" hangingPunct="1">
        <a:defRPr sz="1500" kern="1200">
          <a:solidFill>
            <a:schemeClr val="tx1"/>
          </a:solidFill>
          <a:latin typeface="+mn-lt"/>
          <a:ea typeface="+mn-ea"/>
          <a:cs typeface="+mn-cs"/>
        </a:defRPr>
      </a:lvl7pPr>
      <a:lvl8pPr marL="2689477" algn="l" defTabSz="768422" rtl="0" eaLnBrk="1" latinLnBrk="0" hangingPunct="1">
        <a:defRPr sz="1500" kern="1200">
          <a:solidFill>
            <a:schemeClr val="tx1"/>
          </a:solidFill>
          <a:latin typeface="+mn-lt"/>
          <a:ea typeface="+mn-ea"/>
          <a:cs typeface="+mn-cs"/>
        </a:defRPr>
      </a:lvl8pPr>
      <a:lvl9pPr marL="3073689" algn="l" defTabSz="768422" rtl="0" eaLnBrk="1" latinLnBrk="0" hangingPunct="1">
        <a:defRPr sz="15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51071" tIns="25546" rIns="51071" bIns="25546" rtlCol="0" anchor="ctr">
            <a:normAutofit/>
          </a:bodyPr>
          <a:lstStyle/>
          <a:p>
            <a:r>
              <a:rPr lang="fr-FR"/>
              <a:t>Cliquez pour modifier le style du titre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51071" tIns="25546" rIns="51071" bIns="25546"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882688599"/>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Lst>
  <p:transition>
    <p:push/>
  </p:transition>
  <p:hf hdr="0" ftr="0" dt="0"/>
  <p:txStyles>
    <p:titleStyle>
      <a:lvl1pPr algn="l" defTabSz="510810" rtl="0" eaLnBrk="1" latinLnBrk="0" hangingPunct="1">
        <a:spcBef>
          <a:spcPct val="0"/>
        </a:spcBef>
        <a:buNone/>
        <a:defRPr sz="3600" kern="1200">
          <a:solidFill>
            <a:srgbClr val="02AFE9"/>
          </a:solidFill>
          <a:latin typeface="+mj-lt"/>
          <a:ea typeface="+mj-ea"/>
          <a:cs typeface="Arial" pitchFamily="34" charset="0"/>
        </a:defRPr>
      </a:lvl1pPr>
    </p:titleStyle>
    <p:bodyStyle>
      <a:lvl1pPr marL="383115" indent="-383115" algn="l" defTabSz="510810" rtl="0" eaLnBrk="1" latinLnBrk="0" hangingPunct="1">
        <a:spcBef>
          <a:spcPct val="20000"/>
        </a:spcBef>
        <a:buFont typeface="Arial"/>
        <a:buChar char="•"/>
        <a:defRPr sz="3100" kern="1200">
          <a:solidFill>
            <a:schemeClr val="tx1">
              <a:lumMod val="65000"/>
              <a:lumOff val="35000"/>
            </a:schemeClr>
          </a:solidFill>
          <a:latin typeface="Segoe UI" pitchFamily="34" charset="0"/>
          <a:ea typeface="Segoe UI" pitchFamily="34" charset="0"/>
          <a:cs typeface="Segoe UI" pitchFamily="34" charset="0"/>
        </a:defRPr>
      </a:lvl1pPr>
      <a:lvl2pPr marL="830079" indent="-319251" algn="l" defTabSz="510810" rtl="0" eaLnBrk="1" latinLnBrk="0" hangingPunct="1">
        <a:spcBef>
          <a:spcPct val="20000"/>
        </a:spcBef>
        <a:buFont typeface="Arial"/>
        <a:buChar char="–"/>
        <a:defRPr sz="2700" kern="1200">
          <a:solidFill>
            <a:schemeClr val="tx1">
              <a:lumMod val="65000"/>
              <a:lumOff val="35000"/>
            </a:schemeClr>
          </a:solidFill>
          <a:latin typeface="Segoe UI" pitchFamily="34" charset="0"/>
          <a:ea typeface="Segoe UI" pitchFamily="34" charset="0"/>
          <a:cs typeface="Segoe UI" pitchFamily="34" charset="0"/>
        </a:defRPr>
      </a:lvl2pPr>
      <a:lvl3pPr marL="1277043" indent="-255405" algn="l" defTabSz="510810" rtl="0" eaLnBrk="1" latinLnBrk="0" hangingPunct="1">
        <a:spcBef>
          <a:spcPct val="20000"/>
        </a:spcBef>
        <a:buFont typeface="Arial"/>
        <a:buChar char="•"/>
        <a:defRPr sz="2200" kern="1200">
          <a:solidFill>
            <a:schemeClr val="tx1">
              <a:lumMod val="65000"/>
              <a:lumOff val="35000"/>
            </a:schemeClr>
          </a:solidFill>
          <a:latin typeface="Segoe UI" pitchFamily="34" charset="0"/>
          <a:ea typeface="Segoe UI" pitchFamily="34" charset="0"/>
          <a:cs typeface="Segoe UI" pitchFamily="34" charset="0"/>
        </a:defRPr>
      </a:lvl3pPr>
      <a:lvl4pPr marL="1787856" indent="-255405" algn="l" defTabSz="510810"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4pPr>
      <a:lvl5pPr marL="2298669" indent="-255405" algn="l" defTabSz="510810" rtl="0" eaLnBrk="1" latinLnBrk="0" hangingPunct="1">
        <a:spcBef>
          <a:spcPct val="20000"/>
        </a:spcBef>
        <a:buFont typeface="Arial"/>
        <a:buChar char="»"/>
        <a:defRPr sz="2000" kern="1200">
          <a:solidFill>
            <a:schemeClr val="tx1">
              <a:lumMod val="65000"/>
              <a:lumOff val="35000"/>
            </a:schemeClr>
          </a:solidFill>
          <a:latin typeface="Segoe UI" pitchFamily="34" charset="0"/>
          <a:ea typeface="Segoe UI" pitchFamily="34" charset="0"/>
          <a:cs typeface="Segoe UI" pitchFamily="34" charset="0"/>
        </a:defRPr>
      </a:lvl5pPr>
      <a:lvl6pPr marL="2809490" indent="-255405" algn="l" defTabSz="510810" rtl="0" eaLnBrk="1" latinLnBrk="0" hangingPunct="1">
        <a:spcBef>
          <a:spcPct val="20000"/>
        </a:spcBef>
        <a:buFont typeface="Arial"/>
        <a:buChar char="•"/>
        <a:defRPr sz="2200" kern="1200">
          <a:solidFill>
            <a:schemeClr val="tx1"/>
          </a:solidFill>
          <a:latin typeface="+mn-lt"/>
          <a:ea typeface="+mn-ea"/>
          <a:cs typeface="+mn-cs"/>
        </a:defRPr>
      </a:lvl6pPr>
      <a:lvl7pPr marL="3320304" indent="-255405" algn="l" defTabSz="510810" rtl="0" eaLnBrk="1" latinLnBrk="0" hangingPunct="1">
        <a:spcBef>
          <a:spcPct val="20000"/>
        </a:spcBef>
        <a:buFont typeface="Arial"/>
        <a:buChar char="•"/>
        <a:defRPr sz="2200" kern="1200">
          <a:solidFill>
            <a:schemeClr val="tx1"/>
          </a:solidFill>
          <a:latin typeface="+mn-lt"/>
          <a:ea typeface="+mn-ea"/>
          <a:cs typeface="+mn-cs"/>
        </a:defRPr>
      </a:lvl7pPr>
      <a:lvl8pPr marL="3831118" indent="-255405" algn="l" defTabSz="510810" rtl="0" eaLnBrk="1" latinLnBrk="0" hangingPunct="1">
        <a:spcBef>
          <a:spcPct val="20000"/>
        </a:spcBef>
        <a:buFont typeface="Arial"/>
        <a:buChar char="•"/>
        <a:defRPr sz="2200" kern="1200">
          <a:solidFill>
            <a:schemeClr val="tx1"/>
          </a:solidFill>
          <a:latin typeface="+mn-lt"/>
          <a:ea typeface="+mn-ea"/>
          <a:cs typeface="+mn-cs"/>
        </a:defRPr>
      </a:lvl8pPr>
      <a:lvl9pPr marL="4341934" indent="-255405" algn="l" defTabSz="510810"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10810" rtl="0" eaLnBrk="1" latinLnBrk="0" hangingPunct="1">
        <a:defRPr sz="2000" kern="1200">
          <a:solidFill>
            <a:schemeClr val="tx1"/>
          </a:solidFill>
          <a:latin typeface="+mn-lt"/>
          <a:ea typeface="+mn-ea"/>
          <a:cs typeface="+mn-cs"/>
        </a:defRPr>
      </a:lvl1pPr>
      <a:lvl2pPr marL="510810" algn="l" defTabSz="510810" rtl="0" eaLnBrk="1" latinLnBrk="0" hangingPunct="1">
        <a:defRPr sz="2000" kern="1200">
          <a:solidFill>
            <a:schemeClr val="tx1"/>
          </a:solidFill>
          <a:latin typeface="+mn-lt"/>
          <a:ea typeface="+mn-ea"/>
          <a:cs typeface="+mn-cs"/>
        </a:defRPr>
      </a:lvl2pPr>
      <a:lvl3pPr marL="1021632" algn="l" defTabSz="510810" rtl="0" eaLnBrk="1" latinLnBrk="0" hangingPunct="1">
        <a:defRPr sz="2000" kern="1200">
          <a:solidFill>
            <a:schemeClr val="tx1"/>
          </a:solidFill>
          <a:latin typeface="+mn-lt"/>
          <a:ea typeface="+mn-ea"/>
          <a:cs typeface="+mn-cs"/>
        </a:defRPr>
      </a:lvl3pPr>
      <a:lvl4pPr marL="1532451" algn="l" defTabSz="510810" rtl="0" eaLnBrk="1" latinLnBrk="0" hangingPunct="1">
        <a:defRPr sz="2000" kern="1200">
          <a:solidFill>
            <a:schemeClr val="tx1"/>
          </a:solidFill>
          <a:latin typeface="+mn-lt"/>
          <a:ea typeface="+mn-ea"/>
          <a:cs typeface="+mn-cs"/>
        </a:defRPr>
      </a:lvl4pPr>
      <a:lvl5pPr marL="2043260" algn="l" defTabSz="510810" rtl="0" eaLnBrk="1" latinLnBrk="0" hangingPunct="1">
        <a:defRPr sz="2000" kern="1200">
          <a:solidFill>
            <a:schemeClr val="tx1"/>
          </a:solidFill>
          <a:latin typeface="+mn-lt"/>
          <a:ea typeface="+mn-ea"/>
          <a:cs typeface="+mn-cs"/>
        </a:defRPr>
      </a:lvl5pPr>
      <a:lvl6pPr marL="2554080" algn="l" defTabSz="510810" rtl="0" eaLnBrk="1" latinLnBrk="0" hangingPunct="1">
        <a:defRPr sz="2000" kern="1200">
          <a:solidFill>
            <a:schemeClr val="tx1"/>
          </a:solidFill>
          <a:latin typeface="+mn-lt"/>
          <a:ea typeface="+mn-ea"/>
          <a:cs typeface="+mn-cs"/>
        </a:defRPr>
      </a:lvl6pPr>
      <a:lvl7pPr marL="3064898" algn="l" defTabSz="510810" rtl="0" eaLnBrk="1" latinLnBrk="0" hangingPunct="1">
        <a:defRPr sz="2000" kern="1200">
          <a:solidFill>
            <a:schemeClr val="tx1"/>
          </a:solidFill>
          <a:latin typeface="+mn-lt"/>
          <a:ea typeface="+mn-ea"/>
          <a:cs typeface="+mn-cs"/>
        </a:defRPr>
      </a:lvl7pPr>
      <a:lvl8pPr marL="3575712" algn="l" defTabSz="510810" rtl="0" eaLnBrk="1" latinLnBrk="0" hangingPunct="1">
        <a:defRPr sz="2000" kern="1200">
          <a:solidFill>
            <a:schemeClr val="tx1"/>
          </a:solidFill>
          <a:latin typeface="+mn-lt"/>
          <a:ea typeface="+mn-ea"/>
          <a:cs typeface="+mn-cs"/>
        </a:defRPr>
      </a:lvl8pPr>
      <a:lvl9pPr marL="4086525" algn="l" defTabSz="510810"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rgbClr val="8488C4">
                <a:alpha val="0"/>
              </a:srgbClr>
            </a:gs>
            <a:gs pos="53000">
              <a:srgbClr val="D4DEFF"/>
            </a:gs>
            <a:gs pos="83000">
              <a:srgbClr val="D4DEFF"/>
            </a:gs>
            <a:gs pos="100000">
              <a:srgbClr val="96AB94"/>
            </a:gs>
          </a:gsLst>
          <a:lin ang="5400000" scaled="1"/>
          <a:tileRect/>
        </a:gra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15" cstate="print"/>
          <a:stretch>
            <a:fillRect/>
          </a:stretch>
        </p:blipFill>
        <p:spPr>
          <a:xfrm>
            <a:off x="2" y="0"/>
            <a:ext cx="195385" cy="158750"/>
          </a:xfrm>
          <a:prstGeom prst="rect">
            <a:avLst/>
          </a:prstGeom>
        </p:spPr>
      </p:pic>
      <p:sp>
        <p:nvSpPr>
          <p:cNvPr id="2" name="Title Placeholder 1"/>
          <p:cNvSpPr>
            <a:spLocks noGrp="1"/>
          </p:cNvSpPr>
          <p:nvPr>
            <p:ph type="title"/>
            <p:custDataLst>
              <p:tags r:id="rId7"/>
            </p:custDataLst>
          </p:nvPr>
        </p:nvSpPr>
        <p:spPr>
          <a:xfrm>
            <a:off x="3" y="2"/>
            <a:ext cx="12191999" cy="1002135"/>
          </a:xfrm>
          <a:prstGeom prst="rect">
            <a:avLst/>
          </a:prstGeom>
        </p:spPr>
        <p:txBody>
          <a:bodyPr vert="horz" lIns="166552" tIns="18505" rIns="92529" bIns="18505"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8"/>
            </p:custDataLst>
          </p:nvPr>
        </p:nvSpPr>
        <p:spPr>
          <a:xfrm>
            <a:off x="398023" y="1501977"/>
            <a:ext cx="11616155" cy="4636540"/>
          </a:xfrm>
          <a:prstGeom prst="rect">
            <a:avLst/>
          </a:prstGeom>
        </p:spPr>
        <p:txBody>
          <a:bodyPr vert="horz" lIns="60456" tIns="40305" rIns="40305" bIns="40305"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9"/>
            </p:custDataLst>
          </p:nvPr>
        </p:nvSpPr>
        <p:spPr>
          <a:xfrm>
            <a:off x="11774514" y="6669388"/>
            <a:ext cx="137858" cy="92333"/>
          </a:xfrm>
          <a:prstGeom prst="rect">
            <a:avLst/>
          </a:prstGeom>
          <a:noFill/>
        </p:spPr>
        <p:txBody>
          <a:bodyPr wrap="none" lIns="0" tIns="0" rIns="0" bIns="0" rtlCol="0" anchor="ctr">
            <a:spAutoFit/>
          </a:bodyPr>
          <a:lstStyle/>
          <a:p>
            <a:pPr algn="ctr" defTabSz="804954"/>
            <a:fld id="{6A895693-0027-4F28-9367-92E39A51F51C}" type="slidenum">
              <a:rPr lang="en-US" sz="600" smtClean="0">
                <a:solidFill>
                  <a:srgbClr val="1F497D"/>
                </a:solidFill>
              </a:rPr>
              <a:pPr algn="ctr" defTabSz="804954"/>
              <a:t>‹N°›</a:t>
            </a:fld>
            <a:endParaRPr lang="en-US" sz="600" dirty="0">
              <a:solidFill>
                <a:srgbClr val="1F497D"/>
              </a:solidFill>
            </a:endParaRPr>
          </a:p>
        </p:txBody>
      </p:sp>
      <p:sp>
        <p:nvSpPr>
          <p:cNvPr id="9" name="Freeform 4"/>
          <p:cNvSpPr>
            <a:spLocks/>
          </p:cNvSpPr>
          <p:nvPr>
            <p:custDataLst>
              <p:tags r:id="rId10"/>
            </p:custDataLst>
          </p:nvPr>
        </p:nvSpPr>
        <p:spPr bwMode="auto">
          <a:xfrm>
            <a:off x="6" y="74765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3678" tIns="41840" rIns="83678" bIns="41840" numCol="1" anchor="t" anchorCtr="0" compatLnSpc="1">
            <a:prstTxWarp prst="textNoShape">
              <a:avLst/>
            </a:prstTxWarp>
          </a:bodyPr>
          <a:lstStyle/>
          <a:p>
            <a:pPr defTabSz="804954"/>
            <a:endParaRPr lang="fr-FR" sz="1600">
              <a:solidFill>
                <a:prstClr val="black"/>
              </a:solidFill>
            </a:endParaRPr>
          </a:p>
        </p:txBody>
      </p:sp>
      <p:sp>
        <p:nvSpPr>
          <p:cNvPr id="12" name="Rectangle 11"/>
          <p:cNvSpPr>
            <a:spLocks noChangeArrowheads="1"/>
          </p:cNvSpPr>
          <p:nvPr>
            <p:custDataLst>
              <p:tags r:id="rId11"/>
            </p:custDataLst>
          </p:nvPr>
        </p:nvSpPr>
        <p:spPr bwMode="auto">
          <a:xfrm>
            <a:off x="8297641" y="6623408"/>
            <a:ext cx="3274639" cy="183503"/>
          </a:xfrm>
          <a:prstGeom prst="rect">
            <a:avLst/>
          </a:prstGeom>
          <a:noFill/>
          <a:ln w="19050">
            <a:noFill/>
            <a:miter lim="800000"/>
            <a:headEnd/>
            <a:tailEnd/>
          </a:ln>
          <a:effectLst/>
        </p:spPr>
        <p:txBody>
          <a:bodyPr wrap="square" lIns="30253" tIns="30253" rIns="30253" bIns="30253" anchor="b" anchorCtr="0">
            <a:noAutofit/>
          </a:bodyPr>
          <a:lstStyle/>
          <a:p>
            <a:pPr algn="r" defTabSz="836631" eaLnBrk="0" hangingPunct="0">
              <a:lnSpc>
                <a:spcPct val="90000"/>
              </a:lnSpc>
              <a:spcBef>
                <a:spcPct val="10000"/>
              </a:spcBef>
              <a:defRPr/>
            </a:pPr>
            <a:r>
              <a:rPr lang="en-US" altLang="en-US" sz="600" dirty="0">
                <a:solidFill>
                  <a:srgbClr val="1F497D"/>
                </a:solidFill>
                <a:cs typeface="Helvetica Light"/>
              </a:rPr>
              <a:t>Copyright © Capgemini 2012. All Rights Reserved</a:t>
            </a:r>
          </a:p>
        </p:txBody>
      </p:sp>
      <p:sp>
        <p:nvSpPr>
          <p:cNvPr id="13" name="Rectangle 12"/>
          <p:cNvSpPr/>
          <p:nvPr>
            <p:custDataLst>
              <p:tags r:id="rId12"/>
            </p:custDataLst>
          </p:nvPr>
        </p:nvSpPr>
        <p:spPr>
          <a:xfrm>
            <a:off x="9215905" y="6427223"/>
            <a:ext cx="2356375" cy="195814"/>
          </a:xfrm>
          <a:prstGeom prst="rect">
            <a:avLst/>
          </a:prstGeom>
        </p:spPr>
        <p:txBody>
          <a:bodyPr wrap="none" lIns="30253" tIns="30253" rIns="30253" bIns="30253" anchor="b" anchorCtr="0">
            <a:noAutofit/>
          </a:bodyPr>
          <a:lstStyle/>
          <a:p>
            <a:pPr algn="r" defTabSz="804954"/>
            <a:r>
              <a:rPr lang="en-US" sz="600" dirty="0">
                <a:solidFill>
                  <a:srgbClr val="1F497D"/>
                </a:solidFill>
              </a:rPr>
              <a:t>Dossier Promo C| 2015</a:t>
            </a:r>
          </a:p>
        </p:txBody>
      </p:sp>
      <p:pic>
        <p:nvPicPr>
          <p:cNvPr id="14" name="Picture 103" descr="C:\Users\UserSim\Desktop\Capgemini\Capgemini_logo_cmyk.png"/>
          <p:cNvPicPr>
            <a:picLocks noChangeAspect="1" noChangeArrowheads="1"/>
          </p:cNvPicPr>
          <p:nvPr>
            <p:custDataLst>
              <p:tags r:id="rId13"/>
            </p:custDataLst>
          </p:nvPr>
        </p:nvPicPr>
        <p:blipFill>
          <a:blip r:embed="rId16" cstate="email"/>
          <a:srcRect/>
          <a:stretch>
            <a:fillRect/>
          </a:stretch>
        </p:blipFill>
        <p:spPr bwMode="auto">
          <a:xfrm>
            <a:off x="195657" y="6443187"/>
            <a:ext cx="1613065" cy="320682"/>
          </a:xfrm>
          <a:prstGeom prst="rect">
            <a:avLst/>
          </a:prstGeom>
          <a:noFill/>
        </p:spPr>
      </p:pic>
      <p:cxnSp>
        <p:nvCxnSpPr>
          <p:cNvPr id="15" name="Straight Connector 5"/>
          <p:cNvCxnSpPr/>
          <p:nvPr>
            <p:custDataLst>
              <p:tags r:id="rId14"/>
            </p:custDataLst>
          </p:nvPr>
        </p:nvCxnSpPr>
        <p:spPr>
          <a:xfrm flipH="1">
            <a:off x="6"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97666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Lst>
  <p:txStyles>
    <p:titleStyle>
      <a:lvl1pPr algn="l" defTabSz="768468"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39675" indent="-139675" algn="l" defTabSz="768468" rtl="0" eaLnBrk="1" latinLnBrk="0" hangingPunct="1">
        <a:lnSpc>
          <a:spcPct val="90000"/>
        </a:lnSpc>
        <a:spcBef>
          <a:spcPts val="0"/>
        </a:spcBef>
        <a:spcAft>
          <a:spcPts val="504"/>
        </a:spcAft>
        <a:buClr>
          <a:schemeClr val="accent5"/>
        </a:buClr>
        <a:buFont typeface="Wingdings" pitchFamily="2" charset="2"/>
        <a:buChar char="§"/>
        <a:defRPr sz="1800" b="0" kern="1200">
          <a:solidFill>
            <a:schemeClr val="tx2">
              <a:lumMod val="50000"/>
            </a:schemeClr>
          </a:solidFill>
          <a:latin typeface="+mn-lt"/>
          <a:ea typeface="+mn-ea"/>
          <a:cs typeface="+mn-cs"/>
        </a:defRPr>
      </a:lvl1pPr>
      <a:lvl2pPr marL="298867" indent="-152103" algn="l" defTabSz="768468" rtl="0" eaLnBrk="1" latinLnBrk="0" hangingPunct="1">
        <a:lnSpc>
          <a:spcPct val="90000"/>
        </a:lnSpc>
        <a:spcBef>
          <a:spcPts val="0"/>
        </a:spcBef>
        <a:spcAft>
          <a:spcPts val="504"/>
        </a:spcAft>
        <a:buClr>
          <a:schemeClr val="accent3"/>
        </a:buClr>
        <a:buFont typeface="Wingdings" pitchFamily="2" charset="2"/>
        <a:buChar char="§"/>
        <a:defRPr sz="1500" kern="1200">
          <a:solidFill>
            <a:schemeClr val="tx2">
              <a:lumMod val="50000"/>
            </a:schemeClr>
          </a:solidFill>
          <a:latin typeface="+mn-lt"/>
          <a:ea typeface="+mn-ea"/>
          <a:cs typeface="+mn-cs"/>
        </a:defRPr>
      </a:lvl2pPr>
      <a:lvl3pPr marL="450970" indent="-138760" algn="l" defTabSz="768468" rtl="0" eaLnBrk="1" latinLnBrk="0" hangingPunct="1">
        <a:lnSpc>
          <a:spcPct val="90000"/>
        </a:lnSpc>
        <a:spcBef>
          <a:spcPts val="0"/>
        </a:spcBef>
        <a:spcAft>
          <a:spcPts val="504"/>
        </a:spcAft>
        <a:buClr>
          <a:schemeClr val="accent2"/>
        </a:buClr>
        <a:buFont typeface="Arial" pitchFamily="34" charset="0"/>
        <a:buChar char="•"/>
        <a:defRPr sz="1300" kern="1200">
          <a:solidFill>
            <a:schemeClr val="tx2">
              <a:lumMod val="50000"/>
            </a:schemeClr>
          </a:solidFill>
          <a:latin typeface="+mn-lt"/>
          <a:ea typeface="+mn-ea"/>
          <a:cs typeface="+mn-cs"/>
        </a:defRPr>
      </a:lvl3pPr>
      <a:lvl4pPr marL="597734" indent="-138760" algn="l" defTabSz="768468" rtl="0" eaLnBrk="1" latinLnBrk="0" hangingPunct="1">
        <a:lnSpc>
          <a:spcPct val="90000"/>
        </a:lnSpc>
        <a:spcBef>
          <a:spcPts val="0"/>
        </a:spcBef>
        <a:spcAft>
          <a:spcPts val="504"/>
        </a:spcAft>
        <a:buClr>
          <a:schemeClr val="bg2"/>
        </a:buClr>
        <a:buFont typeface="Arial" pitchFamily="34" charset="0"/>
        <a:buChar char="–"/>
        <a:defRPr sz="1200" kern="1200">
          <a:solidFill>
            <a:schemeClr val="tx2">
              <a:lumMod val="50000"/>
            </a:schemeClr>
          </a:solidFill>
          <a:latin typeface="+mn-lt"/>
          <a:ea typeface="+mn-ea"/>
          <a:cs typeface="+mn-cs"/>
        </a:defRPr>
      </a:lvl4pPr>
      <a:lvl5pPr marL="1352823" indent="-162766" algn="l" defTabSz="768468"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13285" indent="-192117" algn="l" defTabSz="768468"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497518" indent="-192117" algn="l" defTabSz="768468"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881752" indent="-192117" algn="l" defTabSz="768468"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265985" indent="-192117" algn="l" defTabSz="768468"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68468" rtl="0" eaLnBrk="1" latinLnBrk="0" hangingPunct="1">
        <a:defRPr sz="1500" kern="1200">
          <a:solidFill>
            <a:schemeClr val="tx1"/>
          </a:solidFill>
          <a:latin typeface="+mn-lt"/>
          <a:ea typeface="+mn-ea"/>
          <a:cs typeface="+mn-cs"/>
        </a:defRPr>
      </a:lvl1pPr>
      <a:lvl2pPr marL="384234" algn="l" defTabSz="768468" rtl="0" eaLnBrk="1" latinLnBrk="0" hangingPunct="1">
        <a:defRPr sz="1500" kern="1200">
          <a:solidFill>
            <a:schemeClr val="tx1"/>
          </a:solidFill>
          <a:latin typeface="+mn-lt"/>
          <a:ea typeface="+mn-ea"/>
          <a:cs typeface="+mn-cs"/>
        </a:defRPr>
      </a:lvl2pPr>
      <a:lvl3pPr marL="768468" algn="l" defTabSz="768468" rtl="0" eaLnBrk="1" latinLnBrk="0" hangingPunct="1">
        <a:defRPr sz="1500" kern="1200">
          <a:solidFill>
            <a:schemeClr val="tx1"/>
          </a:solidFill>
          <a:latin typeface="+mn-lt"/>
          <a:ea typeface="+mn-ea"/>
          <a:cs typeface="+mn-cs"/>
        </a:defRPr>
      </a:lvl3pPr>
      <a:lvl4pPr marL="1152702" algn="l" defTabSz="768468" rtl="0" eaLnBrk="1" latinLnBrk="0" hangingPunct="1">
        <a:defRPr sz="1500" kern="1200">
          <a:solidFill>
            <a:schemeClr val="tx1"/>
          </a:solidFill>
          <a:latin typeface="+mn-lt"/>
          <a:ea typeface="+mn-ea"/>
          <a:cs typeface="+mn-cs"/>
        </a:defRPr>
      </a:lvl4pPr>
      <a:lvl5pPr marL="1536934" algn="l" defTabSz="768468" rtl="0" eaLnBrk="1" latinLnBrk="0" hangingPunct="1">
        <a:defRPr sz="1500" kern="1200">
          <a:solidFill>
            <a:schemeClr val="tx1"/>
          </a:solidFill>
          <a:latin typeface="+mn-lt"/>
          <a:ea typeface="+mn-ea"/>
          <a:cs typeface="+mn-cs"/>
        </a:defRPr>
      </a:lvl5pPr>
      <a:lvl6pPr marL="1921168" algn="l" defTabSz="768468" rtl="0" eaLnBrk="1" latinLnBrk="0" hangingPunct="1">
        <a:defRPr sz="1500" kern="1200">
          <a:solidFill>
            <a:schemeClr val="tx1"/>
          </a:solidFill>
          <a:latin typeface="+mn-lt"/>
          <a:ea typeface="+mn-ea"/>
          <a:cs typeface="+mn-cs"/>
        </a:defRPr>
      </a:lvl6pPr>
      <a:lvl7pPr marL="2305401" algn="l" defTabSz="768468" rtl="0" eaLnBrk="1" latinLnBrk="0" hangingPunct="1">
        <a:defRPr sz="1500" kern="1200">
          <a:solidFill>
            <a:schemeClr val="tx1"/>
          </a:solidFill>
          <a:latin typeface="+mn-lt"/>
          <a:ea typeface="+mn-ea"/>
          <a:cs typeface="+mn-cs"/>
        </a:defRPr>
      </a:lvl7pPr>
      <a:lvl8pPr marL="2689635" algn="l" defTabSz="768468" rtl="0" eaLnBrk="1" latinLnBrk="0" hangingPunct="1">
        <a:defRPr sz="1500" kern="1200">
          <a:solidFill>
            <a:schemeClr val="tx1"/>
          </a:solidFill>
          <a:latin typeface="+mn-lt"/>
          <a:ea typeface="+mn-ea"/>
          <a:cs typeface="+mn-cs"/>
        </a:defRPr>
      </a:lvl8pPr>
      <a:lvl9pPr marL="3073869" algn="l" defTabSz="768468"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94772" y="1412776"/>
            <a:ext cx="9144000" cy="2387600"/>
          </a:xfrm>
        </p:spPr>
        <p:txBody>
          <a:bodyPr rtlCol="0">
            <a:normAutofit/>
          </a:bodyPr>
          <a:lstStyle/>
          <a:p>
            <a:pPr rtl="0"/>
            <a:r>
              <a:rPr lang="fr-FR" sz="3600" b="1" dirty="0">
                <a:solidFill>
                  <a:srgbClr val="02AFE9"/>
                </a:solidFill>
                <a:ea typeface="Segoe UI" pitchFamily="34" charset="0"/>
                <a:cs typeface="Segoe UI" pitchFamily="34" charset="0"/>
              </a:rPr>
              <a:t>Système d’exploitation </a:t>
            </a:r>
            <a:r>
              <a:rPr lang="fr-FR" sz="3600" b="1" dirty="0" smtClean="0">
                <a:solidFill>
                  <a:srgbClr val="02AFE9"/>
                </a:solidFill>
                <a:ea typeface="Segoe UI" pitchFamily="34" charset="0"/>
                <a:cs typeface="Segoe UI" pitchFamily="34" charset="0"/>
              </a:rPr>
              <a:t>Linux : Programmation </a:t>
            </a:r>
            <a:r>
              <a:rPr lang="fr-FR" sz="3600" b="1" dirty="0" err="1" smtClean="0">
                <a:solidFill>
                  <a:srgbClr val="02AFE9"/>
                </a:solidFill>
                <a:ea typeface="Segoe UI" pitchFamily="34" charset="0"/>
                <a:cs typeface="Segoe UI" pitchFamily="34" charset="0"/>
              </a:rPr>
              <a:t>shell</a:t>
            </a:r>
            <a:r>
              <a:rPr lang="fr-FR" sz="3600" b="1" dirty="0" smtClean="0">
                <a:solidFill>
                  <a:srgbClr val="02AFE9"/>
                </a:solidFill>
                <a:ea typeface="Segoe UI" pitchFamily="34" charset="0"/>
                <a:cs typeface="Segoe UI" pitchFamily="34" charset="0"/>
              </a:rPr>
              <a:t/>
            </a:r>
            <a:br>
              <a:rPr lang="fr-FR" sz="3600" b="1" dirty="0" smtClean="0">
                <a:solidFill>
                  <a:srgbClr val="02AFE9"/>
                </a:solidFill>
                <a:ea typeface="Segoe UI" pitchFamily="34" charset="0"/>
                <a:cs typeface="Segoe UI" pitchFamily="34" charset="0"/>
              </a:rPr>
            </a:br>
            <a:endParaRPr lang="fr-FR" sz="3600" b="1" dirty="0">
              <a:solidFill>
                <a:srgbClr val="02AFE9"/>
              </a:solidFill>
              <a:ea typeface="Segoe UI" pitchFamily="34" charset="0"/>
              <a:cs typeface="Segoe UI" pitchFamily="34" charset="0"/>
            </a:endParaRPr>
          </a:p>
        </p:txBody>
      </p:sp>
      <p:sp>
        <p:nvSpPr>
          <p:cNvPr id="3" name="Sous-titre 2"/>
          <p:cNvSpPr>
            <a:spLocks noGrp="1"/>
          </p:cNvSpPr>
          <p:nvPr>
            <p:ph type="subTitle" idx="1"/>
          </p:nvPr>
        </p:nvSpPr>
        <p:spPr>
          <a:xfrm>
            <a:off x="1487488" y="3140968"/>
            <a:ext cx="9144000" cy="1655762"/>
          </a:xfrm>
        </p:spPr>
        <p:txBody>
          <a:bodyPr rtlCol="0"/>
          <a:lstStyle/>
          <a:p>
            <a:pPr rtl="0"/>
            <a:r>
              <a:rPr lang="fr-FR" sz="2000" dirty="0"/>
              <a:t>Dr. Nada SBIHI</a:t>
            </a:r>
          </a:p>
          <a:p>
            <a:pPr rtl="0"/>
            <a:endParaRPr lang="fr-FR" dirty="0"/>
          </a:p>
        </p:txBody>
      </p:sp>
      <p:sp>
        <p:nvSpPr>
          <p:cNvPr id="6" name="ZoneTexte 5"/>
          <p:cNvSpPr txBox="1"/>
          <p:nvPr/>
        </p:nvSpPr>
        <p:spPr>
          <a:xfrm>
            <a:off x="9048328" y="6021288"/>
            <a:ext cx="1210588" cy="369332"/>
          </a:xfrm>
          <a:prstGeom prst="rect">
            <a:avLst/>
          </a:prstGeom>
          <a:noFill/>
        </p:spPr>
        <p:txBody>
          <a:bodyPr wrap="none" rtlCol="0">
            <a:spAutoFit/>
          </a:bodyPr>
          <a:lstStyle/>
          <a:p>
            <a:r>
              <a:rPr lang="fr-FR" dirty="0"/>
              <a:t>2025/2026</a:t>
            </a:r>
          </a:p>
        </p:txBody>
      </p:sp>
      <p:pic>
        <p:nvPicPr>
          <p:cNvPr id="7" name="Image 6" descr="Une image contenant texte, Police, capture d’écran, conception&#10;&#10;Le contenu généré par l’IA peut être incorrect.">
            <a:extLst>
              <a:ext uri="{FF2B5EF4-FFF2-40B4-BE49-F238E27FC236}">
                <a16:creationId xmlns:a16="http://schemas.microsoft.com/office/drawing/2014/main" id="{45A1332E-174B-0DC8-2D41-BDDFB15DE1D4}"/>
              </a:ext>
            </a:extLst>
          </p:cNvPr>
          <p:cNvPicPr>
            <a:picLocks noChangeAspect="1"/>
          </p:cNvPicPr>
          <p:nvPr/>
        </p:nvPicPr>
        <p:blipFill>
          <a:blip r:embed="rId2"/>
          <a:stretch>
            <a:fillRect/>
          </a:stretch>
        </p:blipFill>
        <p:spPr>
          <a:xfrm>
            <a:off x="479376" y="398806"/>
            <a:ext cx="3528392" cy="865200"/>
          </a:xfrm>
          <a:prstGeom prst="rect">
            <a:avLst/>
          </a:prstGeom>
        </p:spPr>
      </p:pic>
    </p:spTree>
    <p:extLst>
      <p:ext uri="{BB962C8B-B14F-4D97-AF65-F5344CB8AC3E}">
        <p14:creationId xmlns:p14="http://schemas.microsoft.com/office/powerpoint/2010/main" val="393704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708148" y="334065"/>
            <a:ext cx="7572428" cy="785818"/>
          </a:xfrm>
          <a:prstGeom prst="rect">
            <a:avLst/>
          </a:prstGeom>
          <a:noFill/>
          <a:ln w="38100">
            <a:noFill/>
          </a:ln>
          <a:scene3d>
            <a:camera prst="perspectiveRight"/>
            <a:lightRig rig="threePt" dir="t"/>
          </a:scene3d>
        </p:spPr>
        <p:txBody>
          <a:bodyPr/>
          <a:lstStyle/>
          <a:p>
            <a:pPr>
              <a:defRPr/>
            </a:pPr>
            <a:r>
              <a:rPr lang="fr-FR" sz="3600" b="1" dirty="0">
                <a:solidFill>
                  <a:srgbClr val="02AFE9"/>
                </a:solidFill>
                <a:latin typeface="+mj-lt"/>
                <a:ea typeface="+mj-ea"/>
                <a:cs typeface="Segoe UI" pitchFamily="34" charset="0"/>
              </a:rPr>
              <a:t>Commandes combinées et redirection</a:t>
            </a:r>
          </a:p>
        </p:txBody>
      </p:sp>
      <p:sp>
        <p:nvSpPr>
          <p:cNvPr id="2" name="ZoneTexte 1">
            <a:extLst>
              <a:ext uri="{FF2B5EF4-FFF2-40B4-BE49-F238E27FC236}">
                <a16:creationId xmlns:a16="http://schemas.microsoft.com/office/drawing/2014/main" id="{FF6204F2-58A3-1A60-7388-F1C41E52E140}"/>
              </a:ext>
            </a:extLst>
          </p:cNvPr>
          <p:cNvSpPr txBox="1"/>
          <p:nvPr/>
        </p:nvSpPr>
        <p:spPr>
          <a:xfrm>
            <a:off x="1199456" y="1772816"/>
            <a:ext cx="10914142" cy="3077766"/>
          </a:xfrm>
          <a:prstGeom prst="rect">
            <a:avLst/>
          </a:prstGeom>
          <a:noFill/>
        </p:spPr>
        <p:txBody>
          <a:bodyPr wrap="none" rtlCol="1">
            <a:spAutoFit/>
          </a:bodyPr>
          <a:lstStyle/>
          <a:p>
            <a:r>
              <a:rPr lang="fr-FR" sz="2000" b="1" u="sng" dirty="0"/>
              <a:t>Pipe | </a:t>
            </a:r>
            <a:r>
              <a:rPr lang="fr-FR" sz="2000" u="sng" dirty="0"/>
              <a:t>: enchaîner les commandes   </a:t>
            </a:r>
          </a:p>
          <a:p>
            <a:endParaRPr lang="fr-FR" sz="2000" dirty="0"/>
          </a:p>
          <a:p>
            <a:r>
              <a:rPr lang="fr-FR" sz="2000" dirty="0"/>
              <a:t>Le </a:t>
            </a:r>
            <a:r>
              <a:rPr lang="fr-FR" sz="2000" b="1" dirty="0"/>
              <a:t>pipe |</a:t>
            </a:r>
            <a:r>
              <a:rPr lang="fr-FR" sz="2000" dirty="0"/>
              <a:t> prend la </a:t>
            </a:r>
            <a:r>
              <a:rPr lang="fr-FR" sz="2000" b="1" dirty="0"/>
              <a:t>sortie standard</a:t>
            </a:r>
            <a:r>
              <a:rPr lang="fr-FR" sz="2000" dirty="0"/>
              <a:t> d’une commande et la </a:t>
            </a:r>
            <a:r>
              <a:rPr lang="fr-FR" sz="2000" b="1" dirty="0"/>
              <a:t>passe comme entrée</a:t>
            </a:r>
            <a:r>
              <a:rPr lang="fr-FR" sz="2000" dirty="0"/>
              <a:t> à une autre commande.</a:t>
            </a:r>
            <a:br>
              <a:rPr lang="fr-FR" sz="2000" dirty="0"/>
            </a:br>
            <a:r>
              <a:rPr lang="fr-FR" sz="2000" dirty="0"/>
              <a:t>C’est un moyen de combiner plusieurs commandes pour traiter les données étape par étape.</a:t>
            </a:r>
          </a:p>
          <a:p>
            <a:endParaRPr lang="fr-FR" sz="2000" dirty="0"/>
          </a:p>
          <a:p>
            <a:endParaRPr lang="fr-FR" sz="2000" dirty="0"/>
          </a:p>
          <a:p>
            <a:r>
              <a:rPr lang="fr-FR" sz="2000" dirty="0"/>
              <a:t>Syntaxe  : commande1 | commande2</a:t>
            </a:r>
          </a:p>
          <a:p>
            <a:endParaRPr lang="fr-FR" dirty="0"/>
          </a:p>
          <a:p>
            <a:endParaRPr lang="fr-FR" dirty="0"/>
          </a:p>
          <a:p>
            <a:r>
              <a:rPr lang="fr-FR" dirty="0"/>
              <a:t>Exemple : ls | </a:t>
            </a:r>
            <a:r>
              <a:rPr lang="fr-FR" dirty="0" err="1"/>
              <a:t>wc</a:t>
            </a:r>
            <a:r>
              <a:rPr lang="fr-FR" dirty="0"/>
              <a:t> -l</a:t>
            </a:r>
            <a:endParaRPr lang="ar-MA" dirty="0"/>
          </a:p>
        </p:txBody>
      </p:sp>
      <p:pic>
        <p:nvPicPr>
          <p:cNvPr id="5" name="Image 4" descr="Une image contenant texte, capture d’écran, Police, logiciel&#10;&#10;Le contenu généré par l’IA peut être incorrect.">
            <a:extLst>
              <a:ext uri="{FF2B5EF4-FFF2-40B4-BE49-F238E27FC236}">
                <a16:creationId xmlns:a16="http://schemas.microsoft.com/office/drawing/2014/main" id="{6DA527B8-6785-ECDC-6F85-F7494E921CEF}"/>
              </a:ext>
            </a:extLst>
          </p:cNvPr>
          <p:cNvPicPr>
            <a:picLocks noChangeAspect="1"/>
          </p:cNvPicPr>
          <p:nvPr/>
        </p:nvPicPr>
        <p:blipFill>
          <a:blip r:embed="rId2"/>
          <a:stretch>
            <a:fillRect/>
          </a:stretch>
        </p:blipFill>
        <p:spPr>
          <a:xfrm>
            <a:off x="3503712" y="4005064"/>
            <a:ext cx="6401693" cy="1971950"/>
          </a:xfrm>
          <a:prstGeom prst="rect">
            <a:avLst/>
          </a:prstGeom>
        </p:spPr>
      </p:pic>
    </p:spTree>
    <p:extLst>
      <p:ext uri="{BB962C8B-B14F-4D97-AF65-F5344CB8AC3E}">
        <p14:creationId xmlns:p14="http://schemas.microsoft.com/office/powerpoint/2010/main" val="26550643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EF3D-FD37-ED03-4DEB-9519FDE4EBC9}"/>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1CB2609A-BEB7-40EE-BC73-52FF1AFA382D}"/>
              </a:ext>
            </a:extLst>
          </p:cNvPr>
          <p:cNvSpPr txBox="1">
            <a:spLocks noChangeArrowheads="1"/>
          </p:cNvSpPr>
          <p:nvPr/>
        </p:nvSpPr>
        <p:spPr>
          <a:xfrm>
            <a:off x="3708148" y="334065"/>
            <a:ext cx="7572428" cy="785818"/>
          </a:xfrm>
          <a:prstGeom prst="rect">
            <a:avLst/>
          </a:prstGeom>
          <a:noFill/>
          <a:ln w="38100">
            <a:noFill/>
          </a:ln>
          <a:scene3d>
            <a:camera prst="perspectiveRight"/>
            <a:lightRig rig="threePt" dir="t"/>
          </a:scene3d>
        </p:spPr>
        <p:txBody>
          <a:bodyPr/>
          <a:lstStyle/>
          <a:p>
            <a:pPr>
              <a:defRPr/>
            </a:pPr>
            <a:r>
              <a:rPr lang="fr-FR" sz="3600" b="1" dirty="0">
                <a:solidFill>
                  <a:srgbClr val="02AFE9"/>
                </a:solidFill>
                <a:latin typeface="+mj-lt"/>
                <a:ea typeface="+mj-ea"/>
                <a:cs typeface="Segoe UI" pitchFamily="34" charset="0"/>
              </a:rPr>
              <a:t>Commandes combinés et redirection</a:t>
            </a:r>
          </a:p>
        </p:txBody>
      </p:sp>
      <p:sp>
        <p:nvSpPr>
          <p:cNvPr id="2" name="ZoneTexte 1">
            <a:extLst>
              <a:ext uri="{FF2B5EF4-FFF2-40B4-BE49-F238E27FC236}">
                <a16:creationId xmlns:a16="http://schemas.microsoft.com/office/drawing/2014/main" id="{46BB7EF7-2D24-63CB-D775-DF384797D156}"/>
              </a:ext>
            </a:extLst>
          </p:cNvPr>
          <p:cNvSpPr txBox="1"/>
          <p:nvPr/>
        </p:nvSpPr>
        <p:spPr>
          <a:xfrm>
            <a:off x="623392" y="1119883"/>
            <a:ext cx="8873519" cy="2862322"/>
          </a:xfrm>
          <a:prstGeom prst="rect">
            <a:avLst/>
          </a:prstGeom>
          <a:noFill/>
        </p:spPr>
        <p:txBody>
          <a:bodyPr wrap="none" rtlCol="1">
            <a:spAutoFit/>
          </a:bodyPr>
          <a:lstStyle/>
          <a:p>
            <a:r>
              <a:rPr lang="fr-FR" b="1" u="sng" dirty="0"/>
              <a:t>Redirection &gt;: </a:t>
            </a:r>
            <a:r>
              <a:rPr lang="fr-FR" dirty="0"/>
              <a:t>écraser le fichier </a:t>
            </a:r>
            <a:r>
              <a:rPr lang="fr-FR" dirty="0" err="1"/>
              <a:t>nom_fichier</a:t>
            </a:r>
            <a:r>
              <a:rPr lang="fr-FR" dirty="0"/>
              <a:t> et écris la sortie de la commande dans le fichier </a:t>
            </a:r>
          </a:p>
          <a:p>
            <a:r>
              <a:rPr lang="fr-FR" dirty="0"/>
              <a:t>au lieu de l’afficher à l’écran</a:t>
            </a:r>
          </a:p>
          <a:p>
            <a:endParaRPr lang="fr-FR" dirty="0"/>
          </a:p>
          <a:p>
            <a:r>
              <a:rPr lang="fr-FR" b="1" dirty="0"/>
              <a:t>  Syntaxe :  commande   &gt; </a:t>
            </a:r>
            <a:r>
              <a:rPr lang="fr-FR" b="1" dirty="0" err="1"/>
              <a:t>nom_fichier</a:t>
            </a:r>
            <a:r>
              <a:rPr lang="fr-FR" b="1" dirty="0"/>
              <a:t> :</a:t>
            </a:r>
            <a:endParaRPr lang="fr-FR" dirty="0"/>
          </a:p>
          <a:p>
            <a:endParaRPr lang="fr-FR" dirty="0"/>
          </a:p>
          <a:p>
            <a:endParaRPr lang="fr-FR" dirty="0"/>
          </a:p>
          <a:p>
            <a:endParaRPr lang="fr-FR" dirty="0"/>
          </a:p>
          <a:p>
            <a:endParaRPr lang="fr-FR" b="1" u="sng" dirty="0"/>
          </a:p>
          <a:p>
            <a:endParaRPr lang="fr-FR" b="1" u="sng" dirty="0"/>
          </a:p>
          <a:p>
            <a:endParaRPr lang="fr-FR" u="sng" dirty="0"/>
          </a:p>
        </p:txBody>
      </p:sp>
      <p:pic>
        <p:nvPicPr>
          <p:cNvPr id="6" name="Image 5" descr="Une image contenant texte, capture d’écran, logiciel, Police&#10;&#10;Le contenu généré par l’IA peut être incorrect.">
            <a:extLst>
              <a:ext uri="{FF2B5EF4-FFF2-40B4-BE49-F238E27FC236}">
                <a16:creationId xmlns:a16="http://schemas.microsoft.com/office/drawing/2014/main" id="{69C76D3C-9597-60AB-7FE8-89AAB41F9590}"/>
              </a:ext>
            </a:extLst>
          </p:cNvPr>
          <p:cNvPicPr>
            <a:picLocks noChangeAspect="1"/>
          </p:cNvPicPr>
          <p:nvPr/>
        </p:nvPicPr>
        <p:blipFill>
          <a:blip r:embed="rId2"/>
          <a:stretch>
            <a:fillRect/>
          </a:stretch>
        </p:blipFill>
        <p:spPr>
          <a:xfrm>
            <a:off x="1703512" y="2276872"/>
            <a:ext cx="8316486" cy="4391638"/>
          </a:xfrm>
          <a:prstGeom prst="rect">
            <a:avLst/>
          </a:prstGeom>
        </p:spPr>
      </p:pic>
    </p:spTree>
    <p:extLst>
      <p:ext uri="{BB962C8B-B14F-4D97-AF65-F5344CB8AC3E}">
        <p14:creationId xmlns:p14="http://schemas.microsoft.com/office/powerpoint/2010/main" val="3553415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708148" y="334065"/>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Variable d’environnement</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700808"/>
            <a:ext cx="10402078" cy="2523768"/>
          </a:xfrm>
          <a:prstGeom prst="rect">
            <a:avLst/>
          </a:prstGeom>
          <a:noFill/>
        </p:spPr>
        <p:txBody>
          <a:bodyPr wrap="none" rtlCol="1">
            <a:spAutoFit/>
          </a:bodyPr>
          <a:lstStyle/>
          <a:p>
            <a:r>
              <a:rPr lang="fr-FR" sz="2000" dirty="0" smtClean="0"/>
              <a:t>- </a:t>
            </a:r>
            <a:r>
              <a:rPr lang="fr-FR" sz="2000" dirty="0"/>
              <a:t>Une variable d’environnement est une variable spéciale définie dans le système qui contient une </a:t>
            </a:r>
          </a:p>
          <a:p>
            <a:r>
              <a:rPr lang="fr-FR" sz="2000" dirty="0"/>
              <a:t>information utilisée par le </a:t>
            </a:r>
            <a:r>
              <a:rPr lang="fr-FR" sz="2000" dirty="0" err="1"/>
              <a:t>shell</a:t>
            </a:r>
            <a:r>
              <a:rPr lang="fr-FR" sz="2000" dirty="0"/>
              <a:t> et les programmes.</a:t>
            </a:r>
          </a:p>
          <a:p>
            <a:endParaRPr lang="fr-FR" sz="2000" dirty="0"/>
          </a:p>
          <a:p>
            <a:pPr marL="285750" indent="-285750">
              <a:buFontTx/>
              <a:buChar char="-"/>
            </a:pPr>
            <a:r>
              <a:rPr lang="fr-FR" sz="2000" dirty="0"/>
              <a:t>Commande linux pour afficher les variables d’environnement : </a:t>
            </a:r>
            <a:r>
              <a:rPr lang="fr-FR" sz="2000" b="1" dirty="0" err="1"/>
              <a:t>env</a:t>
            </a:r>
            <a:r>
              <a:rPr lang="fr-FR" sz="2000" dirty="0"/>
              <a:t>  ou </a:t>
            </a:r>
            <a:r>
              <a:rPr lang="fr-FR" sz="2000" b="1" dirty="0" err="1"/>
              <a:t>printenv</a:t>
            </a:r>
            <a:endParaRPr lang="fr-FR" sz="2000" b="1" dirty="0"/>
          </a:p>
          <a:p>
            <a:pPr marL="285750" indent="-285750">
              <a:buFontTx/>
              <a:buChar char="-"/>
            </a:pPr>
            <a:endParaRPr lang="fr-FR" sz="2000" dirty="0"/>
          </a:p>
          <a:p>
            <a:pPr marL="285750" indent="-285750">
              <a:buFontTx/>
              <a:buChar char="-"/>
            </a:pPr>
            <a:r>
              <a:rPr lang="fr-FR" sz="2000" dirty="0"/>
              <a:t>Pour voir la valeur d’une variable  </a:t>
            </a:r>
            <a:r>
              <a:rPr lang="fr-FR" sz="2000" b="1" dirty="0" err="1"/>
              <a:t>echo</a:t>
            </a:r>
            <a:r>
              <a:rPr lang="fr-FR" sz="2000" b="1" dirty="0"/>
              <a:t> $variable</a:t>
            </a:r>
          </a:p>
          <a:p>
            <a:endParaRPr lang="fr-FR" sz="2000" dirty="0"/>
          </a:p>
          <a:p>
            <a:endParaRPr lang="fr-FR" b="1" dirty="0"/>
          </a:p>
        </p:txBody>
      </p:sp>
    </p:spTree>
    <p:extLst>
      <p:ext uri="{BB962C8B-B14F-4D97-AF65-F5344CB8AC3E}">
        <p14:creationId xmlns:p14="http://schemas.microsoft.com/office/powerpoint/2010/main" val="8764612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700808"/>
            <a:ext cx="11324190" cy="3447098"/>
          </a:xfrm>
          <a:prstGeom prst="rect">
            <a:avLst/>
          </a:prstGeom>
          <a:noFill/>
        </p:spPr>
        <p:txBody>
          <a:bodyPr wrap="none" rtlCol="1">
            <a:spAutoFit/>
          </a:bodyPr>
          <a:lstStyle/>
          <a:p>
            <a:pPr marL="342900" indent="-342900">
              <a:buFontTx/>
              <a:buChar char="-"/>
            </a:pPr>
            <a:r>
              <a:rPr lang="fr-FR" sz="2000" dirty="0" smtClean="0"/>
              <a:t>Un </a:t>
            </a:r>
            <a:r>
              <a:rPr lang="fr-FR" sz="2000" dirty="0" err="1"/>
              <a:t>shell</a:t>
            </a:r>
            <a:r>
              <a:rPr lang="fr-FR" sz="2000" dirty="0"/>
              <a:t> est un </a:t>
            </a:r>
            <a:r>
              <a:rPr lang="fr-FR" sz="2000" b="1" dirty="0"/>
              <a:t>interpréteur de commandes</a:t>
            </a:r>
            <a:r>
              <a:rPr lang="fr-FR" sz="2000" dirty="0"/>
              <a:t> qui permet à l’utilisateur de communiquer avec le système </a:t>
            </a:r>
            <a:endParaRPr lang="fr-FR" sz="2000" dirty="0" smtClean="0"/>
          </a:p>
          <a:p>
            <a:r>
              <a:rPr lang="fr-FR" sz="2000" dirty="0" smtClean="0"/>
              <a:t>d’exploitation.</a:t>
            </a:r>
          </a:p>
          <a:p>
            <a:endParaRPr lang="fr-FR" sz="2000" dirty="0"/>
          </a:p>
          <a:p>
            <a:r>
              <a:rPr lang="fr-FR" sz="2000" dirty="0" smtClean="0"/>
              <a:t>Son </a:t>
            </a:r>
            <a:r>
              <a:rPr lang="fr-FR" sz="2000" dirty="0"/>
              <a:t>Rôle </a:t>
            </a:r>
            <a:r>
              <a:rPr lang="fr-FR" sz="2000" dirty="0" smtClean="0"/>
              <a:t>:</a:t>
            </a:r>
          </a:p>
          <a:p>
            <a:endParaRPr lang="fr-FR" sz="2000" dirty="0"/>
          </a:p>
          <a:p>
            <a:r>
              <a:rPr lang="fr-FR" sz="2000" dirty="0" smtClean="0"/>
              <a:t>      -Exécuter </a:t>
            </a:r>
            <a:r>
              <a:rPr lang="fr-FR" sz="2000" dirty="0"/>
              <a:t>des commandes</a:t>
            </a:r>
          </a:p>
          <a:p>
            <a:r>
              <a:rPr lang="fr-FR" sz="2000" dirty="0" smtClean="0"/>
              <a:t>      - Lancer </a:t>
            </a:r>
            <a:r>
              <a:rPr lang="fr-FR" sz="2000" dirty="0"/>
              <a:t>des programmes</a:t>
            </a:r>
          </a:p>
          <a:p>
            <a:r>
              <a:rPr lang="fr-FR" sz="2000" dirty="0" smtClean="0"/>
              <a:t>      - Manipuler </a:t>
            </a:r>
            <a:r>
              <a:rPr lang="fr-FR" sz="2000" dirty="0"/>
              <a:t>fichiers et dossiers</a:t>
            </a:r>
          </a:p>
          <a:p>
            <a:r>
              <a:rPr lang="fr-FR" sz="2000" dirty="0" smtClean="0"/>
              <a:t>      - Écrire </a:t>
            </a:r>
            <a:r>
              <a:rPr lang="fr-FR" sz="2000" dirty="0"/>
              <a:t>des scripts</a:t>
            </a:r>
          </a:p>
          <a:p>
            <a:endParaRPr lang="fr-FR" sz="2000" dirty="0"/>
          </a:p>
          <a:p>
            <a:endParaRPr lang="fr-FR" b="1" dirty="0"/>
          </a:p>
        </p:txBody>
      </p:sp>
    </p:spTree>
    <p:extLst>
      <p:ext uri="{BB962C8B-B14F-4D97-AF65-F5344CB8AC3E}">
        <p14:creationId xmlns:p14="http://schemas.microsoft.com/office/powerpoint/2010/main" val="18237408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001000" cy="3754874"/>
          </a:xfrm>
          <a:prstGeom prst="rect">
            <a:avLst/>
          </a:prstGeom>
          <a:noFill/>
        </p:spPr>
        <p:txBody>
          <a:bodyPr wrap="square" rtlCol="1">
            <a:spAutoFit/>
          </a:bodyPr>
          <a:lstStyle/>
          <a:p>
            <a:pPr marL="342900" indent="-342900">
              <a:buFontTx/>
              <a:buChar char="-"/>
            </a:pPr>
            <a:r>
              <a:rPr lang="fr-FR" sz="2000" dirty="0" smtClean="0"/>
              <a:t>Les principaux </a:t>
            </a:r>
            <a:r>
              <a:rPr lang="fr-FR" sz="2000" dirty="0" err="1" smtClean="0"/>
              <a:t>shell</a:t>
            </a:r>
            <a:r>
              <a:rPr lang="fr-FR" sz="2000" dirty="0" smtClean="0"/>
              <a:t>:</a:t>
            </a:r>
          </a:p>
          <a:p>
            <a:pPr marL="342900" indent="-342900">
              <a:buFontTx/>
              <a:buChar char="-"/>
            </a:pPr>
            <a:endParaRPr lang="fr-FR" sz="2000" dirty="0"/>
          </a:p>
          <a:p>
            <a:pPr marL="342900" indent="-342900">
              <a:buFont typeface="Wingdings" panose="05000000000000000000" pitchFamily="2" charset="2"/>
              <a:buChar char="§"/>
            </a:pPr>
            <a:r>
              <a:rPr lang="fr-FR" sz="2000" dirty="0"/>
              <a:t>s</a:t>
            </a:r>
            <a:r>
              <a:rPr lang="fr-FR" sz="2000" dirty="0" smtClean="0"/>
              <a:t>h : </a:t>
            </a:r>
            <a:r>
              <a:rPr lang="fr-FR" sz="2000" dirty="0" err="1" smtClean="0"/>
              <a:t>Bourne</a:t>
            </a:r>
            <a:r>
              <a:rPr lang="fr-FR" sz="2000" dirty="0" smtClean="0"/>
              <a:t> </a:t>
            </a:r>
            <a:r>
              <a:rPr lang="fr-FR" sz="2000" dirty="0" err="1" smtClean="0"/>
              <a:t>shell</a:t>
            </a:r>
            <a:endParaRPr lang="fr-FR" sz="2000" dirty="0" smtClean="0"/>
          </a:p>
          <a:p>
            <a:pPr marL="342900" indent="-342900">
              <a:buFont typeface="Wingdings" panose="05000000000000000000" pitchFamily="2" charset="2"/>
              <a:buChar char="§"/>
            </a:pPr>
            <a:r>
              <a:rPr lang="fr-FR" sz="2000" dirty="0" err="1" smtClean="0"/>
              <a:t>bash</a:t>
            </a:r>
            <a:r>
              <a:rPr lang="fr-FR" sz="2000" dirty="0" smtClean="0"/>
              <a:t>: </a:t>
            </a:r>
            <a:r>
              <a:rPr lang="fr-FR" sz="2000" dirty="0" err="1" smtClean="0"/>
              <a:t>Bourne</a:t>
            </a:r>
            <a:r>
              <a:rPr lang="fr-FR" sz="2000" dirty="0" smtClean="0"/>
              <a:t> </a:t>
            </a:r>
            <a:r>
              <a:rPr lang="fr-FR" sz="2000" dirty="0" err="1" smtClean="0"/>
              <a:t>again</a:t>
            </a:r>
            <a:r>
              <a:rPr lang="fr-FR" sz="2000" dirty="0" smtClean="0"/>
              <a:t> </a:t>
            </a:r>
            <a:r>
              <a:rPr lang="fr-FR" sz="2000" dirty="0" err="1" smtClean="0"/>
              <a:t>shell</a:t>
            </a:r>
            <a:endParaRPr lang="fr-FR" sz="2000" dirty="0" smtClean="0"/>
          </a:p>
          <a:p>
            <a:pPr marL="342900" indent="-342900">
              <a:buFont typeface="Wingdings" panose="05000000000000000000" pitchFamily="2" charset="2"/>
              <a:buChar char="§"/>
            </a:pPr>
            <a:r>
              <a:rPr lang="fr-FR" sz="2000" dirty="0" err="1"/>
              <a:t>c</a:t>
            </a:r>
            <a:r>
              <a:rPr lang="fr-FR" sz="2000" dirty="0" err="1" smtClean="0"/>
              <a:t>sh</a:t>
            </a:r>
            <a:r>
              <a:rPr lang="fr-FR" sz="2000" dirty="0" smtClean="0"/>
              <a:t>: c </a:t>
            </a:r>
            <a:r>
              <a:rPr lang="fr-FR" sz="2000" dirty="0" err="1" smtClean="0"/>
              <a:t>shell</a:t>
            </a:r>
            <a:r>
              <a:rPr lang="fr-FR" sz="2000" dirty="0" smtClean="0"/>
              <a:t> (syntaxe proche de c)</a:t>
            </a:r>
          </a:p>
          <a:p>
            <a:pPr marL="342900" indent="-342900">
              <a:buFont typeface="Wingdings" panose="05000000000000000000" pitchFamily="2" charset="2"/>
              <a:buChar char="§"/>
            </a:pPr>
            <a:r>
              <a:rPr lang="fr-FR" sz="2000" dirty="0" err="1" smtClean="0"/>
              <a:t>tcsh</a:t>
            </a:r>
            <a:r>
              <a:rPr lang="fr-FR" sz="2000" dirty="0" smtClean="0"/>
              <a:t>: version améliorée de </a:t>
            </a:r>
            <a:r>
              <a:rPr lang="fr-FR" sz="2000" dirty="0" err="1" smtClean="0"/>
              <a:t>csh</a:t>
            </a:r>
            <a:endParaRPr lang="fr-FR" sz="2000" dirty="0" smtClean="0"/>
          </a:p>
          <a:p>
            <a:pPr marL="342900" indent="-342900">
              <a:buFont typeface="Wingdings" panose="05000000000000000000" pitchFamily="2" charset="2"/>
              <a:buChar char="§"/>
            </a:pPr>
            <a:endParaRPr lang="fr-FR" sz="2000" dirty="0" smtClean="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15" name="Image 14"/>
          <p:cNvPicPr>
            <a:picLocks noChangeAspect="1"/>
          </p:cNvPicPr>
          <p:nvPr/>
        </p:nvPicPr>
        <p:blipFill>
          <a:blip r:embed="rId2"/>
          <a:stretch>
            <a:fillRect/>
          </a:stretch>
        </p:blipFill>
        <p:spPr>
          <a:xfrm>
            <a:off x="1271465" y="3290213"/>
            <a:ext cx="8640960" cy="2444889"/>
          </a:xfrm>
          <a:prstGeom prst="rect">
            <a:avLst/>
          </a:prstGeom>
        </p:spPr>
      </p:pic>
    </p:spTree>
    <p:extLst>
      <p:ext uri="{BB962C8B-B14F-4D97-AF65-F5344CB8AC3E}">
        <p14:creationId xmlns:p14="http://schemas.microsoft.com/office/powerpoint/2010/main" val="10932201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001000" cy="5293757"/>
          </a:xfrm>
          <a:prstGeom prst="rect">
            <a:avLst/>
          </a:prstGeom>
          <a:noFill/>
        </p:spPr>
        <p:txBody>
          <a:bodyPr wrap="square" rtlCol="1">
            <a:spAutoFit/>
          </a:bodyPr>
          <a:lstStyle/>
          <a:p>
            <a:pPr marL="342900" indent="-342900">
              <a:buFont typeface="Wingdings" panose="05000000000000000000" pitchFamily="2" charset="2"/>
              <a:buChar char="§"/>
            </a:pPr>
            <a:r>
              <a:rPr lang="fr-FR" sz="2000" dirty="0" smtClean="0"/>
              <a:t>Etapes pour créer un script </a:t>
            </a:r>
            <a:r>
              <a:rPr lang="fr-FR" sz="2000" dirty="0" err="1" smtClean="0"/>
              <a:t>shell</a:t>
            </a:r>
            <a:r>
              <a:rPr lang="fr-FR" sz="2000" dirty="0" smtClean="0"/>
              <a:t>:</a:t>
            </a:r>
          </a:p>
          <a:p>
            <a:endParaRPr lang="fr-FR" sz="2000" dirty="0"/>
          </a:p>
          <a:p>
            <a:r>
              <a:rPr lang="fr-FR" sz="2000" dirty="0" smtClean="0"/>
              <a:t>1/ Créer un fichier monscript.sh</a:t>
            </a:r>
          </a:p>
          <a:p>
            <a:r>
              <a:rPr lang="fr-FR" sz="2000" dirty="0" smtClean="0"/>
              <a:t>2/ Ajouter à la première ligne </a:t>
            </a:r>
            <a:r>
              <a:rPr lang="fr-FR" sz="2000" dirty="0" smtClean="0">
                <a:solidFill>
                  <a:srgbClr val="7030A0"/>
                </a:solidFill>
              </a:rPr>
              <a:t>#!/bin/</a:t>
            </a:r>
            <a:r>
              <a:rPr lang="fr-FR" sz="2000" dirty="0" err="1" smtClean="0">
                <a:solidFill>
                  <a:srgbClr val="7030A0"/>
                </a:solidFill>
              </a:rPr>
              <a:t>bash</a:t>
            </a:r>
            <a:r>
              <a:rPr lang="fr-FR" sz="2000" dirty="0" smtClean="0">
                <a:solidFill>
                  <a:srgbClr val="7030A0"/>
                </a:solidFill>
              </a:rPr>
              <a:t> </a:t>
            </a:r>
            <a:r>
              <a:rPr lang="fr-FR" sz="2000" dirty="0" smtClean="0"/>
              <a:t>pour préciser le </a:t>
            </a:r>
            <a:r>
              <a:rPr lang="fr-FR" sz="2000" dirty="0" err="1" smtClean="0"/>
              <a:t>shell</a:t>
            </a:r>
            <a:r>
              <a:rPr lang="fr-FR" sz="2000" dirty="0" smtClean="0"/>
              <a:t> à utiliser</a:t>
            </a:r>
          </a:p>
          <a:p>
            <a:r>
              <a:rPr lang="fr-FR" sz="2000" dirty="0" smtClean="0"/>
              <a:t>3/ Ajouter le code</a:t>
            </a:r>
          </a:p>
          <a:p>
            <a:r>
              <a:rPr lang="fr-FR" sz="2000" dirty="0" smtClean="0"/>
              <a:t>4/Rendre exécutable chmod +x monscript.sh</a:t>
            </a:r>
          </a:p>
          <a:p>
            <a:r>
              <a:rPr lang="fr-FR" sz="2000" dirty="0" smtClean="0"/>
              <a:t>5/ lancer le script ./monscript.sh</a:t>
            </a:r>
          </a:p>
          <a:p>
            <a:endParaRPr lang="fr-FR" sz="2000" dirty="0"/>
          </a:p>
          <a:p>
            <a:pPr marL="342900" indent="-342900">
              <a:buFont typeface="Wingdings" panose="05000000000000000000" pitchFamily="2" charset="2"/>
              <a:buChar char="§"/>
            </a:pPr>
            <a:r>
              <a:rPr lang="fr-FR" sz="2000" dirty="0" smtClean="0"/>
              <a:t>Premier script hello world!</a:t>
            </a:r>
          </a:p>
          <a:p>
            <a:endParaRPr lang="fr-FR" sz="2000" dirty="0"/>
          </a:p>
          <a:p>
            <a:r>
              <a:rPr lang="fr-FR" sz="2000" dirty="0">
                <a:solidFill>
                  <a:srgbClr val="7030A0"/>
                </a:solidFill>
              </a:rPr>
              <a:t>#!/</a:t>
            </a:r>
            <a:r>
              <a:rPr lang="fr-FR" sz="2000" dirty="0" smtClean="0">
                <a:solidFill>
                  <a:srgbClr val="7030A0"/>
                </a:solidFill>
              </a:rPr>
              <a:t>bin/</a:t>
            </a:r>
            <a:r>
              <a:rPr lang="fr-FR" sz="2000" dirty="0" err="1" smtClean="0">
                <a:solidFill>
                  <a:srgbClr val="7030A0"/>
                </a:solidFill>
              </a:rPr>
              <a:t>bash</a:t>
            </a:r>
            <a:endParaRPr lang="fr-FR" sz="2000" dirty="0" smtClean="0">
              <a:solidFill>
                <a:srgbClr val="7030A0"/>
              </a:solidFill>
            </a:endParaRPr>
          </a:p>
          <a:p>
            <a:r>
              <a:rPr lang="fr-FR" sz="2000" dirty="0" err="1">
                <a:solidFill>
                  <a:srgbClr val="7030A0"/>
                </a:solidFill>
              </a:rPr>
              <a:t>e</a:t>
            </a:r>
            <a:r>
              <a:rPr lang="fr-FR" sz="2000" dirty="0" err="1" smtClean="0">
                <a:solidFill>
                  <a:srgbClr val="7030A0"/>
                </a:solidFill>
              </a:rPr>
              <a:t>cho</a:t>
            </a:r>
            <a:r>
              <a:rPr lang="fr-FR" sz="2000" dirty="0" smtClean="0">
                <a:solidFill>
                  <a:srgbClr val="7030A0"/>
                </a:solidFill>
              </a:rPr>
              <a:t> « Hello world! »</a:t>
            </a:r>
            <a:endParaRPr lang="fr-FR" sz="2000" dirty="0" smtClean="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cxnSp>
        <p:nvCxnSpPr>
          <p:cNvPr id="6" name="Connecteur droit avec flèche 5"/>
          <p:cNvCxnSpPr/>
          <p:nvPr/>
        </p:nvCxnSpPr>
        <p:spPr>
          <a:xfrm>
            <a:off x="3143672" y="5013176"/>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3863752" y="4828510"/>
            <a:ext cx="4896544" cy="369332"/>
          </a:xfrm>
          <a:prstGeom prst="rect">
            <a:avLst/>
          </a:prstGeom>
          <a:noFill/>
        </p:spPr>
        <p:txBody>
          <a:bodyPr wrap="square" rtlCol="0">
            <a:spAutoFit/>
          </a:bodyPr>
          <a:lstStyle/>
          <a:p>
            <a:r>
              <a:rPr lang="fr-FR" dirty="0" smtClean="0"/>
              <a:t>Affiche le texte « hello world! »</a:t>
            </a:r>
            <a:endParaRPr lang="fr-FR" dirty="0"/>
          </a:p>
        </p:txBody>
      </p:sp>
    </p:spTree>
    <p:extLst>
      <p:ext uri="{BB962C8B-B14F-4D97-AF65-F5344CB8AC3E}">
        <p14:creationId xmlns:p14="http://schemas.microsoft.com/office/powerpoint/2010/main" val="2017147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variables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001000" cy="3447098"/>
          </a:xfrm>
          <a:prstGeom prst="rect">
            <a:avLst/>
          </a:prstGeom>
          <a:noFill/>
        </p:spPr>
        <p:txBody>
          <a:bodyPr wrap="square" rtlCol="1">
            <a:spAutoFit/>
          </a:bodyPr>
          <a:lstStyle/>
          <a:p>
            <a:pPr marL="342900" indent="-342900">
              <a:buFont typeface="Wingdings" panose="05000000000000000000" pitchFamily="2" charset="2"/>
              <a:buChar char="§"/>
            </a:pPr>
            <a:r>
              <a:rPr lang="fr-FR" sz="2000" dirty="0" smtClean="0"/>
              <a:t>Pour déclarer une variable :</a:t>
            </a:r>
          </a:p>
          <a:p>
            <a:r>
              <a:rPr lang="fr-FR" sz="2000" dirty="0"/>
              <a:t> </a:t>
            </a:r>
            <a:r>
              <a:rPr lang="fr-FR" sz="2000" dirty="0" smtClean="0"/>
              <a:t>             </a:t>
            </a:r>
            <a:r>
              <a:rPr lang="fr-FR" sz="2000" dirty="0" err="1" smtClean="0">
                <a:solidFill>
                  <a:srgbClr val="B10F9E"/>
                </a:solidFill>
              </a:rPr>
              <a:t>mavariable</a:t>
            </a:r>
            <a:r>
              <a:rPr lang="fr-FR" sz="2000" dirty="0" smtClean="0">
                <a:solidFill>
                  <a:srgbClr val="B10F9E"/>
                </a:solidFill>
              </a:rPr>
              <a:t>=10</a:t>
            </a:r>
          </a:p>
          <a:p>
            <a:r>
              <a:rPr lang="fr-FR" sz="2000" dirty="0" smtClean="0"/>
              <a:t>Pour l’afficher</a:t>
            </a:r>
          </a:p>
          <a:p>
            <a:r>
              <a:rPr lang="fr-FR" sz="2000" dirty="0"/>
              <a:t> </a:t>
            </a:r>
            <a:r>
              <a:rPr lang="fr-FR" sz="2000" dirty="0" smtClean="0"/>
              <a:t>           </a:t>
            </a:r>
            <a:r>
              <a:rPr lang="fr-FR" sz="2000" dirty="0" err="1" smtClean="0">
                <a:solidFill>
                  <a:srgbClr val="B10F9E"/>
                </a:solidFill>
              </a:rPr>
              <a:t>echo</a:t>
            </a:r>
            <a:r>
              <a:rPr lang="fr-FR" sz="2000" dirty="0" smtClean="0">
                <a:solidFill>
                  <a:srgbClr val="B10F9E"/>
                </a:solidFill>
              </a:rPr>
              <a:t> « </a:t>
            </a:r>
            <a:r>
              <a:rPr lang="fr-FR" sz="2000" dirty="0" err="1" smtClean="0">
                <a:solidFill>
                  <a:srgbClr val="B10F9E"/>
                </a:solidFill>
              </a:rPr>
              <a:t>mavariable</a:t>
            </a:r>
            <a:r>
              <a:rPr lang="fr-FR" sz="2000" dirty="0" smtClean="0">
                <a:solidFill>
                  <a:srgbClr val="B10F9E"/>
                </a:solidFill>
              </a:rPr>
              <a:t>=»$</a:t>
            </a:r>
            <a:r>
              <a:rPr lang="fr-FR" sz="2000" dirty="0" err="1" smtClean="0">
                <a:solidFill>
                  <a:srgbClr val="B10F9E"/>
                </a:solidFill>
              </a:rPr>
              <a:t>mavariable</a:t>
            </a:r>
            <a:endParaRPr lang="fr-FR" sz="2000" dirty="0" smtClean="0">
              <a:solidFill>
                <a:srgbClr val="B10F9E"/>
              </a:solidFill>
            </a:endParaRPr>
          </a:p>
          <a:p>
            <a:r>
              <a:rPr lang="fr-FR" sz="2000" dirty="0"/>
              <a:t> </a:t>
            </a:r>
            <a:r>
              <a:rPr lang="fr-FR" sz="2000" dirty="0" smtClean="0"/>
              <a:t>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spTree>
    <p:extLst>
      <p:ext uri="{BB962C8B-B14F-4D97-AF65-F5344CB8AC3E}">
        <p14:creationId xmlns:p14="http://schemas.microsoft.com/office/powerpoint/2010/main" val="41678100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conditions if</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001000" cy="8371523"/>
          </a:xfrm>
          <a:prstGeom prst="rect">
            <a:avLst/>
          </a:prstGeom>
          <a:noFill/>
        </p:spPr>
        <p:txBody>
          <a:bodyPr wrap="square" rtlCol="1">
            <a:spAutoFit/>
          </a:bodyPr>
          <a:lstStyle/>
          <a:p>
            <a:pPr marL="342900" indent="-342900">
              <a:buFont typeface="Wingdings" panose="05000000000000000000" pitchFamily="2" charset="2"/>
              <a:buChar char="§"/>
            </a:pPr>
            <a:r>
              <a:rPr lang="en-US" sz="2000" dirty="0" smtClean="0"/>
              <a:t>Condition sur variables </a:t>
            </a:r>
            <a:r>
              <a:rPr lang="en-US" sz="2000" dirty="0" err="1" smtClean="0"/>
              <a:t>numérique</a:t>
            </a:r>
            <a:r>
              <a:rPr lang="en-US" sz="2000" dirty="0" smtClean="0"/>
              <a:t>:</a:t>
            </a:r>
          </a:p>
          <a:p>
            <a:endParaRPr lang="en-US" sz="2000" dirty="0" smtClean="0"/>
          </a:p>
          <a:p>
            <a:r>
              <a:rPr lang="en-US" sz="2000" dirty="0" smtClean="0"/>
              <a:t>if </a:t>
            </a:r>
            <a:r>
              <a:rPr lang="en-US" sz="2000" dirty="0"/>
              <a:t>[ $age -</a:t>
            </a:r>
            <a:r>
              <a:rPr lang="en-US" sz="2000" dirty="0" err="1"/>
              <a:t>gt</a:t>
            </a:r>
            <a:r>
              <a:rPr lang="en-US" sz="2000" dirty="0"/>
              <a:t> 18 ]</a:t>
            </a:r>
          </a:p>
          <a:p>
            <a:r>
              <a:rPr lang="en-US" sz="2000" dirty="0"/>
              <a:t>then</a:t>
            </a:r>
          </a:p>
          <a:p>
            <a:r>
              <a:rPr lang="en-US" sz="2000" dirty="0"/>
              <a:t>    echo "</a:t>
            </a:r>
            <a:r>
              <a:rPr lang="en-US" sz="2000" dirty="0" err="1"/>
              <a:t>Majeur</a:t>
            </a:r>
            <a:r>
              <a:rPr lang="en-US" sz="2000" dirty="0"/>
              <a:t>"</a:t>
            </a:r>
          </a:p>
          <a:p>
            <a:r>
              <a:rPr lang="en-US" sz="2000" dirty="0"/>
              <a:t>else</a:t>
            </a:r>
          </a:p>
          <a:p>
            <a:r>
              <a:rPr lang="en-US" sz="2000" dirty="0"/>
              <a:t>    echo "</a:t>
            </a:r>
            <a:r>
              <a:rPr lang="en-US" sz="2000" dirty="0" err="1"/>
              <a:t>Mineur</a:t>
            </a:r>
            <a:r>
              <a:rPr lang="en-US" sz="2000" dirty="0"/>
              <a:t>"</a:t>
            </a:r>
          </a:p>
          <a:p>
            <a:r>
              <a:rPr lang="en-US" sz="2000" dirty="0" smtClean="0"/>
              <a:t>fi</a:t>
            </a:r>
          </a:p>
          <a:p>
            <a:endParaRPr lang="en-US" sz="2000" dirty="0"/>
          </a:p>
          <a:p>
            <a:pPr marL="342900" indent="-342900">
              <a:buFont typeface="Wingdings" panose="05000000000000000000" pitchFamily="2" charset="2"/>
              <a:buChar char="§"/>
            </a:pPr>
            <a:r>
              <a:rPr lang="en-US" sz="2000" dirty="0" smtClean="0"/>
              <a:t>Conditions sur </a:t>
            </a:r>
            <a:r>
              <a:rPr lang="en-US" sz="2000" dirty="0" err="1" smtClean="0"/>
              <a:t>chaines</a:t>
            </a:r>
            <a:r>
              <a:rPr lang="en-US" sz="2000" dirty="0" smtClean="0"/>
              <a:t>:</a:t>
            </a:r>
          </a:p>
          <a:p>
            <a:endParaRPr lang="en-US" sz="2000" dirty="0" smtClean="0"/>
          </a:p>
          <a:p>
            <a:r>
              <a:rPr lang="en-US" sz="2000" dirty="0"/>
              <a:t>if [ </a:t>
            </a:r>
            <a:r>
              <a:rPr lang="en-US" sz="2000" dirty="0" smtClean="0"/>
              <a:t>$name = “Nada” </a:t>
            </a:r>
            <a:r>
              <a:rPr lang="en-US" sz="2000" dirty="0"/>
              <a:t>]</a:t>
            </a:r>
          </a:p>
          <a:p>
            <a:r>
              <a:rPr lang="en-US" sz="2000" dirty="0"/>
              <a:t>then</a:t>
            </a:r>
          </a:p>
          <a:p>
            <a:r>
              <a:rPr lang="en-US" sz="2000" dirty="0"/>
              <a:t>    echo </a:t>
            </a:r>
            <a:r>
              <a:rPr lang="en-US" sz="2000" dirty="0" smtClean="0"/>
              <a:t>“</a:t>
            </a:r>
            <a:r>
              <a:rPr lang="en-US" sz="2000" dirty="0" err="1" smtClean="0"/>
              <a:t>c’est</a:t>
            </a:r>
            <a:r>
              <a:rPr lang="en-US" sz="2000" dirty="0" smtClean="0"/>
              <a:t> </a:t>
            </a:r>
            <a:r>
              <a:rPr lang="en-US" sz="2000" dirty="0" err="1" smtClean="0"/>
              <a:t>bien</a:t>
            </a:r>
            <a:r>
              <a:rPr lang="en-US" sz="2000" dirty="0" smtClean="0"/>
              <a:t> nada"</a:t>
            </a:r>
            <a:endParaRPr lang="en-US" sz="2000" dirty="0"/>
          </a:p>
          <a:p>
            <a:r>
              <a:rPr lang="en-US" sz="2000" dirty="0"/>
              <a:t>else</a:t>
            </a:r>
          </a:p>
          <a:p>
            <a:r>
              <a:rPr lang="en-US" sz="2000" dirty="0"/>
              <a:t>    echo </a:t>
            </a:r>
            <a:r>
              <a:rPr lang="en-US" sz="2000" dirty="0" smtClean="0"/>
              <a:t>“non </a:t>
            </a:r>
            <a:r>
              <a:rPr lang="en-US" sz="2000" dirty="0" err="1" smtClean="0"/>
              <a:t>ce</a:t>
            </a:r>
            <a:r>
              <a:rPr lang="en-US" sz="2000" dirty="0" smtClean="0"/>
              <a:t> </a:t>
            </a:r>
            <a:r>
              <a:rPr lang="en-US" sz="2000" dirty="0" err="1" smtClean="0"/>
              <a:t>n’est</a:t>
            </a:r>
            <a:r>
              <a:rPr lang="en-US" sz="2000" dirty="0" smtClean="0"/>
              <a:t> pas </a:t>
            </a:r>
            <a:r>
              <a:rPr lang="en-US" sz="2000" dirty="0" err="1" smtClean="0"/>
              <a:t>elle</a:t>
            </a:r>
            <a:r>
              <a:rPr lang="en-US" sz="2000" dirty="0" smtClean="0"/>
              <a:t>!"</a:t>
            </a:r>
            <a:endParaRPr lang="en-US" sz="2000" dirty="0"/>
          </a:p>
          <a:p>
            <a:r>
              <a:rPr lang="en-US" sz="2000" dirty="0"/>
              <a:t>fi</a:t>
            </a:r>
          </a:p>
          <a:p>
            <a:endParaRPr lang="en-US" sz="2000" dirty="0"/>
          </a:p>
          <a:p>
            <a:endParaRPr lang="en-US" sz="2000" dirty="0" smtClean="0"/>
          </a:p>
          <a:p>
            <a:endParaRPr lang="en-US" sz="2000" dirty="0"/>
          </a:p>
          <a:p>
            <a:r>
              <a:rPr lang="fr-FR" sz="2000" dirty="0" smtClean="0"/>
              <a:t>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4" name="Image 3"/>
          <p:cNvPicPr>
            <a:picLocks noChangeAspect="1"/>
          </p:cNvPicPr>
          <p:nvPr/>
        </p:nvPicPr>
        <p:blipFill>
          <a:blip r:embed="rId2"/>
          <a:stretch>
            <a:fillRect/>
          </a:stretch>
        </p:blipFill>
        <p:spPr>
          <a:xfrm>
            <a:off x="5447928" y="1700808"/>
            <a:ext cx="6120680" cy="2306307"/>
          </a:xfrm>
          <a:prstGeom prst="rect">
            <a:avLst/>
          </a:prstGeom>
          <a:solidFill>
            <a:schemeClr val="accent1"/>
          </a:solidFill>
          <a:ln>
            <a:solidFill>
              <a:schemeClr val="accent1"/>
            </a:solidFill>
          </a:ln>
        </p:spPr>
      </p:pic>
      <p:pic>
        <p:nvPicPr>
          <p:cNvPr id="5" name="Image 4"/>
          <p:cNvPicPr>
            <a:picLocks noChangeAspect="1"/>
          </p:cNvPicPr>
          <p:nvPr/>
        </p:nvPicPr>
        <p:blipFill>
          <a:blip r:embed="rId3"/>
          <a:stretch>
            <a:fillRect/>
          </a:stretch>
        </p:blipFill>
        <p:spPr>
          <a:xfrm>
            <a:off x="5440823" y="4254221"/>
            <a:ext cx="5220580" cy="2174050"/>
          </a:xfrm>
          <a:prstGeom prst="rect">
            <a:avLst/>
          </a:prstGeom>
          <a:ln>
            <a:solidFill>
              <a:schemeClr val="accent1"/>
            </a:solidFill>
          </a:ln>
        </p:spPr>
      </p:pic>
    </p:spTree>
    <p:extLst>
      <p:ext uri="{BB962C8B-B14F-4D97-AF65-F5344CB8AC3E}">
        <p14:creationId xmlns:p14="http://schemas.microsoft.com/office/powerpoint/2010/main" val="41389373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conditions if</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1" y="1756023"/>
            <a:ext cx="9001000" cy="4985980"/>
          </a:xfrm>
          <a:prstGeom prst="rect">
            <a:avLst/>
          </a:prstGeom>
          <a:noFill/>
        </p:spPr>
        <p:txBody>
          <a:bodyPr wrap="square" rtlCol="1">
            <a:spAutoFit/>
          </a:bodyPr>
          <a:lstStyle/>
          <a:p>
            <a:pPr marL="342900" indent="-342900">
              <a:buFont typeface="Wingdings" panose="05000000000000000000" pitchFamily="2" charset="2"/>
              <a:buChar char="§"/>
            </a:pPr>
            <a:r>
              <a:rPr lang="en-US" sz="2000" dirty="0" smtClean="0"/>
              <a:t>Condition sur les </a:t>
            </a:r>
            <a:r>
              <a:rPr lang="en-US" sz="2000" dirty="0" err="1" smtClean="0"/>
              <a:t>fichiers</a:t>
            </a:r>
            <a:endParaRPr lang="en-US" sz="2000" dirty="0" smtClean="0"/>
          </a:p>
          <a:p>
            <a:endParaRPr lang="en-US" sz="2000" dirty="0" smtClean="0"/>
          </a:p>
          <a:p>
            <a:r>
              <a:rPr lang="fr-FR" sz="2000" dirty="0"/>
              <a:t>fichier="test.txt"</a:t>
            </a:r>
          </a:p>
          <a:p>
            <a:endParaRPr lang="fr-FR" sz="2000" dirty="0"/>
          </a:p>
          <a:p>
            <a:r>
              <a:rPr lang="fr-FR" sz="2000" dirty="0"/>
              <a:t>if [ -f "$fichier" ]; </a:t>
            </a:r>
            <a:r>
              <a:rPr lang="fr-FR" sz="2000" dirty="0" err="1"/>
              <a:t>then</a:t>
            </a:r>
            <a:endParaRPr lang="fr-FR" sz="2000" dirty="0"/>
          </a:p>
          <a:p>
            <a:r>
              <a:rPr lang="fr-FR" sz="2000" dirty="0"/>
              <a:t>    </a:t>
            </a:r>
            <a:r>
              <a:rPr lang="fr-FR" sz="2000" dirty="0" err="1"/>
              <a:t>echo</a:t>
            </a:r>
            <a:r>
              <a:rPr lang="fr-FR" sz="2000" dirty="0"/>
              <a:t> "$fichier existe et c'est un fichier"</a:t>
            </a:r>
          </a:p>
          <a:p>
            <a:r>
              <a:rPr lang="fr-FR" sz="2000" dirty="0"/>
              <a:t>fi</a:t>
            </a:r>
            <a:endParaRPr lang="en-US" sz="2000" dirty="0"/>
          </a:p>
          <a:p>
            <a:endParaRPr lang="en-US" sz="2000" dirty="0" smtClean="0"/>
          </a:p>
          <a:p>
            <a:endParaRPr lang="en-US" sz="2000" dirty="0"/>
          </a:p>
          <a:p>
            <a:r>
              <a:rPr lang="fr-FR" sz="2000" dirty="0" smtClean="0"/>
              <a:t>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5" name="Image 4"/>
          <p:cNvPicPr>
            <a:picLocks noChangeAspect="1"/>
          </p:cNvPicPr>
          <p:nvPr/>
        </p:nvPicPr>
        <p:blipFill>
          <a:blip r:embed="rId2"/>
          <a:stretch>
            <a:fillRect/>
          </a:stretch>
        </p:blipFill>
        <p:spPr>
          <a:xfrm>
            <a:off x="5807968" y="2420888"/>
            <a:ext cx="5580619" cy="3039657"/>
          </a:xfrm>
          <a:prstGeom prst="rect">
            <a:avLst/>
          </a:prstGeom>
          <a:ln>
            <a:solidFill>
              <a:schemeClr val="accent1"/>
            </a:solidFill>
          </a:ln>
        </p:spPr>
      </p:pic>
    </p:spTree>
    <p:extLst>
      <p:ext uri="{BB962C8B-B14F-4D97-AF65-F5344CB8AC3E}">
        <p14:creationId xmlns:p14="http://schemas.microsoft.com/office/powerpoint/2010/main" val="24781493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a:t>
            </a:r>
            <a:r>
              <a:rPr lang="fr-FR" sz="3600" b="1" dirty="0" err="1" smtClean="0">
                <a:solidFill>
                  <a:srgbClr val="02AFE9"/>
                </a:solidFill>
                <a:latin typeface="+mj-lt"/>
                <a:ea typeface="+mj-ea"/>
                <a:cs typeface="Segoe UI" pitchFamily="34" charset="0"/>
              </a:rPr>
              <a:t>expr</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8064896" cy="5663089"/>
          </a:xfrm>
          <a:prstGeom prst="rect">
            <a:avLst/>
          </a:prstGeom>
          <a:noFill/>
        </p:spPr>
        <p:txBody>
          <a:bodyPr wrap="square" rtlCol="1">
            <a:spAutoFit/>
          </a:bodyPr>
          <a:lstStyle/>
          <a:p>
            <a:pPr marL="342900" indent="-342900">
              <a:buFont typeface="Wingdings" panose="05000000000000000000" pitchFamily="2" charset="2"/>
              <a:buChar char="§"/>
            </a:pPr>
            <a:r>
              <a:rPr lang="en-US" sz="2000" dirty="0" smtClean="0"/>
              <a:t>Que </a:t>
            </a:r>
            <a:r>
              <a:rPr lang="en-US" sz="2000" dirty="0" err="1" smtClean="0"/>
              <a:t>va</a:t>
            </a:r>
            <a:r>
              <a:rPr lang="en-US" sz="2000" dirty="0" smtClean="0"/>
              <a:t> </a:t>
            </a:r>
            <a:r>
              <a:rPr lang="en-US" sz="2000" dirty="0" err="1" smtClean="0"/>
              <a:t>afficher</a:t>
            </a:r>
            <a:r>
              <a:rPr lang="en-US" sz="2000" dirty="0" smtClean="0"/>
              <a:t> </a:t>
            </a:r>
            <a:r>
              <a:rPr lang="en-US" sz="2000" dirty="0" err="1" smtClean="0"/>
              <a:t>ce</a:t>
            </a:r>
            <a:r>
              <a:rPr lang="en-US" sz="2000" dirty="0" smtClean="0"/>
              <a:t> script shell?</a:t>
            </a:r>
          </a:p>
          <a:p>
            <a:pPr marL="342900" indent="-342900">
              <a:buFont typeface="Wingdings" panose="05000000000000000000" pitchFamily="2" charset="2"/>
              <a:buChar char="§"/>
            </a:pPr>
            <a:endParaRPr lang="en-US" sz="2000" dirty="0"/>
          </a:p>
          <a:p>
            <a:r>
              <a:rPr lang="fr-FR" dirty="0"/>
              <a:t>a=3</a:t>
            </a:r>
          </a:p>
          <a:p>
            <a:r>
              <a:rPr lang="fr-FR" dirty="0"/>
              <a:t>b=5</a:t>
            </a:r>
          </a:p>
          <a:p>
            <a:r>
              <a:rPr lang="fr-FR" dirty="0" err="1" smtClean="0"/>
              <a:t>echo</a:t>
            </a:r>
            <a:r>
              <a:rPr lang="fr-FR" dirty="0" smtClean="0"/>
              <a:t> </a:t>
            </a:r>
            <a:r>
              <a:rPr lang="fr-FR" dirty="0"/>
              <a:t>$a+$</a:t>
            </a:r>
            <a:r>
              <a:rPr lang="fr-FR" dirty="0" smtClean="0"/>
              <a:t>b</a:t>
            </a:r>
          </a:p>
          <a:p>
            <a:endParaRPr lang="fr-FR" sz="2000" dirty="0"/>
          </a:p>
          <a:p>
            <a:pPr marL="342900" indent="-342900">
              <a:buFont typeface="Wingdings" panose="05000000000000000000" pitchFamily="2" charset="2"/>
              <a:buChar char="§"/>
            </a:pPr>
            <a:r>
              <a:rPr lang="en-US" sz="2000" dirty="0" smtClean="0"/>
              <a:t>Le code qui </a:t>
            </a:r>
            <a:r>
              <a:rPr lang="en-US" sz="2000" dirty="0" err="1" smtClean="0"/>
              <a:t>marche</a:t>
            </a:r>
            <a:r>
              <a:rPr lang="en-US" sz="2000" dirty="0" smtClean="0"/>
              <a:t>!</a:t>
            </a:r>
          </a:p>
          <a:p>
            <a:r>
              <a:rPr lang="fr-FR" sz="2000" dirty="0" smtClean="0"/>
              <a:t>      </a:t>
            </a:r>
          </a:p>
          <a:p>
            <a:r>
              <a:rPr lang="fr-FR" dirty="0"/>
              <a:t>a=3</a:t>
            </a:r>
          </a:p>
          <a:p>
            <a:r>
              <a:rPr lang="fr-FR" dirty="0"/>
              <a:t>b=5</a:t>
            </a:r>
          </a:p>
          <a:p>
            <a:endParaRPr lang="fr-FR" dirty="0"/>
          </a:p>
          <a:p>
            <a:r>
              <a:rPr lang="fr-FR" dirty="0" err="1" smtClean="0"/>
              <a:t>echo</a:t>
            </a:r>
            <a:r>
              <a:rPr lang="fr-FR" dirty="0" smtClean="0"/>
              <a:t> $(</a:t>
            </a:r>
            <a:r>
              <a:rPr lang="fr-FR" dirty="0" err="1" smtClean="0"/>
              <a:t>expr</a:t>
            </a:r>
            <a:r>
              <a:rPr lang="fr-FR" dirty="0" smtClean="0"/>
              <a:t> $a + $b)</a:t>
            </a:r>
          </a:p>
          <a:p>
            <a:endParaRPr lang="fr-FR" dirty="0"/>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spTree>
    <p:extLst>
      <p:ext uri="{BB962C8B-B14F-4D97-AF65-F5344CB8AC3E}">
        <p14:creationId xmlns:p14="http://schemas.microsoft.com/office/powerpoint/2010/main" val="10280400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2423592" y="404664"/>
            <a:ext cx="9361040"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opérations arithmétiques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937104" cy="5570756"/>
          </a:xfrm>
          <a:prstGeom prst="rect">
            <a:avLst/>
          </a:prstGeom>
          <a:noFill/>
        </p:spPr>
        <p:txBody>
          <a:bodyPr wrap="square" rtlCol="1">
            <a:spAutoFit/>
          </a:bodyPr>
          <a:lstStyle/>
          <a:p>
            <a:pPr marL="342900" indent="-342900">
              <a:buFont typeface="Wingdings" panose="05000000000000000000" pitchFamily="2" charset="2"/>
              <a:buChar char="§"/>
            </a:pPr>
            <a:r>
              <a:rPr lang="fr-FR" sz="2000" dirty="0" err="1" smtClean="0"/>
              <a:t>Bash</a:t>
            </a:r>
            <a:r>
              <a:rPr lang="fr-FR" sz="2000" dirty="0" smtClean="0"/>
              <a:t> se modernise et facilite l’utilisation des opérations arithmétiques:</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r>
              <a:rPr lang="fr-FR" sz="2000" dirty="0" smtClean="0"/>
              <a:t>Les </a:t>
            </a:r>
            <a:r>
              <a:rPr lang="fr-FR" sz="2000" dirty="0"/>
              <a:t>doubles parenthèses (( )) permettent d’évaluer une expression arithmétique en </a:t>
            </a:r>
            <a:r>
              <a:rPr lang="fr-FR" sz="2000" dirty="0" err="1" smtClean="0"/>
              <a:t>bash</a:t>
            </a:r>
            <a:endParaRPr lang="fr-FR" sz="2000" dirty="0" smtClean="0"/>
          </a:p>
          <a:p>
            <a:pPr marL="342900" indent="-342900">
              <a:buFont typeface="Wingdings" panose="05000000000000000000" pitchFamily="2" charset="2"/>
              <a:buChar char="§"/>
            </a:pPr>
            <a:endParaRPr lang="fr-FR" sz="2000" dirty="0"/>
          </a:p>
          <a:p>
            <a:endParaRPr lang="fr-FR" sz="2000" dirty="0" smtClean="0"/>
          </a:p>
          <a:p>
            <a:pPr marL="342900" indent="-342900">
              <a:buFont typeface="Wingdings" panose="05000000000000000000" pitchFamily="2" charset="2"/>
              <a:buChar char="§"/>
            </a:pPr>
            <a:r>
              <a:rPr lang="fr-FR" sz="2000" dirty="0" err="1"/>
              <a:t>echo</a:t>
            </a:r>
            <a:r>
              <a:rPr lang="fr-FR" sz="2000" dirty="0"/>
              <a:t> $(</a:t>
            </a:r>
            <a:r>
              <a:rPr lang="fr-FR" sz="2000" dirty="0" err="1"/>
              <a:t>expr</a:t>
            </a:r>
            <a:r>
              <a:rPr lang="fr-FR" sz="2000" dirty="0"/>
              <a:t> $a + $b</a:t>
            </a:r>
            <a:r>
              <a:rPr lang="fr-FR" sz="2000" dirty="0" smtClean="0"/>
              <a:t>)                     </a:t>
            </a:r>
            <a:r>
              <a:rPr lang="fr-FR" sz="2000" dirty="0" err="1" smtClean="0"/>
              <a:t>echo</a:t>
            </a:r>
            <a:r>
              <a:rPr lang="fr-FR" sz="2000" dirty="0" smtClean="0"/>
              <a:t> </a:t>
            </a:r>
            <a:r>
              <a:rPr lang="fr-FR" sz="2000" dirty="0"/>
              <a:t>$((</a:t>
            </a:r>
            <a:r>
              <a:rPr lang="fr-FR" sz="2000" dirty="0" err="1"/>
              <a:t>a+b</a:t>
            </a:r>
            <a:r>
              <a:rPr lang="fr-FR" sz="2000" dirty="0"/>
              <a:t>))</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r>
              <a:rPr lang="fr-FR" sz="2000" dirty="0" smtClean="0"/>
              <a:t>Les autres opérations:</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endParaRPr lang="fr-FR" sz="2000" dirty="0"/>
          </a:p>
          <a:p>
            <a:endParaRPr lang="fr-FR" dirty="0"/>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cxnSp>
        <p:nvCxnSpPr>
          <p:cNvPr id="7" name="Connecteur droit avec flèche 6"/>
          <p:cNvCxnSpPr/>
          <p:nvPr/>
        </p:nvCxnSpPr>
        <p:spPr>
          <a:xfrm>
            <a:off x="3444556" y="3140968"/>
            <a:ext cx="792088" cy="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Image 7"/>
          <p:cNvPicPr>
            <a:picLocks noChangeAspect="1"/>
          </p:cNvPicPr>
          <p:nvPr/>
        </p:nvPicPr>
        <p:blipFill>
          <a:blip r:embed="rId2"/>
          <a:stretch>
            <a:fillRect/>
          </a:stretch>
        </p:blipFill>
        <p:spPr>
          <a:xfrm>
            <a:off x="3444556" y="4005064"/>
            <a:ext cx="4134653" cy="2160240"/>
          </a:xfrm>
          <a:prstGeom prst="rect">
            <a:avLst/>
          </a:prstGeom>
        </p:spPr>
      </p:pic>
    </p:spTree>
    <p:extLst>
      <p:ext uri="{BB962C8B-B14F-4D97-AF65-F5344CB8AC3E}">
        <p14:creationId xmlns:p14="http://schemas.microsoft.com/office/powerpoint/2010/main" val="2624572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2423592" y="404664"/>
            <a:ext cx="9361040"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opérations arithmétiques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937104" cy="4955203"/>
          </a:xfrm>
          <a:prstGeom prst="rect">
            <a:avLst/>
          </a:prstGeom>
          <a:noFill/>
        </p:spPr>
        <p:txBody>
          <a:bodyPr wrap="square" rtlCol="1">
            <a:spAutoFit/>
          </a:bodyPr>
          <a:lstStyle/>
          <a:p>
            <a:pPr marL="342900" indent="-342900">
              <a:buFont typeface="Wingdings" panose="05000000000000000000" pitchFamily="2" charset="2"/>
              <a:buChar char="§"/>
            </a:pPr>
            <a:r>
              <a:rPr lang="fr-FR" sz="2000" dirty="0"/>
              <a:t>Incrémentation / </a:t>
            </a:r>
            <a:r>
              <a:rPr lang="fr-FR" sz="2000" dirty="0" smtClean="0"/>
              <a:t>décrémentation :</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r>
              <a:rPr lang="fr-FR" sz="2000" dirty="0" smtClean="0"/>
              <a:t>Opération avec affectation</a:t>
            </a:r>
          </a:p>
          <a:p>
            <a:r>
              <a:rPr lang="fr-FR" sz="2000" dirty="0" smtClean="0"/>
              <a:t>    </a:t>
            </a:r>
          </a:p>
          <a:p>
            <a:endParaRPr lang="fr-FR" sz="2000" dirty="0"/>
          </a:p>
          <a:p>
            <a:endParaRPr lang="fr-FR" dirty="0"/>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4" name="Image 3"/>
          <p:cNvPicPr>
            <a:picLocks noChangeAspect="1"/>
          </p:cNvPicPr>
          <p:nvPr/>
        </p:nvPicPr>
        <p:blipFill>
          <a:blip r:embed="rId2"/>
          <a:stretch>
            <a:fillRect/>
          </a:stretch>
        </p:blipFill>
        <p:spPr>
          <a:xfrm>
            <a:off x="3935760" y="1916832"/>
            <a:ext cx="3333750" cy="1438275"/>
          </a:xfrm>
          <a:prstGeom prst="rect">
            <a:avLst/>
          </a:prstGeom>
        </p:spPr>
      </p:pic>
      <p:pic>
        <p:nvPicPr>
          <p:cNvPr id="5" name="Image 4"/>
          <p:cNvPicPr>
            <a:picLocks noChangeAspect="1"/>
          </p:cNvPicPr>
          <p:nvPr/>
        </p:nvPicPr>
        <p:blipFill>
          <a:blip r:embed="rId3"/>
          <a:stretch>
            <a:fillRect/>
          </a:stretch>
        </p:blipFill>
        <p:spPr>
          <a:xfrm>
            <a:off x="3935760" y="3717032"/>
            <a:ext cx="2809875" cy="1733550"/>
          </a:xfrm>
          <a:prstGeom prst="rect">
            <a:avLst/>
          </a:prstGeom>
        </p:spPr>
      </p:pic>
    </p:spTree>
    <p:extLst>
      <p:ext uri="{BB962C8B-B14F-4D97-AF65-F5344CB8AC3E}">
        <p14:creationId xmlns:p14="http://schemas.microsoft.com/office/powerpoint/2010/main" val="37983440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2423592" y="404664"/>
            <a:ext cx="9361040"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opérations arithmétiques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937104" cy="4955203"/>
          </a:xfrm>
          <a:prstGeom prst="rect">
            <a:avLst/>
          </a:prstGeom>
          <a:noFill/>
        </p:spPr>
        <p:txBody>
          <a:bodyPr wrap="square" rtlCol="1">
            <a:spAutoFit/>
          </a:bodyPr>
          <a:lstStyle/>
          <a:p>
            <a:pPr marL="342900" indent="-342900">
              <a:buFont typeface="Wingdings" panose="05000000000000000000" pitchFamily="2" charset="2"/>
              <a:buChar char="§"/>
            </a:pPr>
            <a:r>
              <a:rPr lang="fr-FR" sz="2000" dirty="0" smtClean="0"/>
              <a:t>Opérations de comparaison numériques à utiliser avec if:</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r>
              <a:rPr lang="fr-FR" sz="2000" dirty="0" smtClean="0"/>
              <a:t>    </a:t>
            </a:r>
          </a:p>
          <a:p>
            <a:endParaRPr lang="fr-FR" sz="2000" dirty="0"/>
          </a:p>
          <a:p>
            <a:endParaRPr lang="fr-FR" dirty="0"/>
          </a:p>
          <a:p>
            <a:r>
              <a:rPr lang="fr-FR" sz="2000" dirty="0" smtClean="0"/>
              <a:t>Exemple :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6" name="Image 5"/>
          <p:cNvPicPr>
            <a:picLocks noChangeAspect="1"/>
          </p:cNvPicPr>
          <p:nvPr/>
        </p:nvPicPr>
        <p:blipFill>
          <a:blip r:embed="rId2"/>
          <a:stretch>
            <a:fillRect/>
          </a:stretch>
        </p:blipFill>
        <p:spPr>
          <a:xfrm>
            <a:off x="4007768" y="1918702"/>
            <a:ext cx="3629025" cy="1971675"/>
          </a:xfrm>
          <a:prstGeom prst="rect">
            <a:avLst/>
          </a:prstGeom>
        </p:spPr>
      </p:pic>
      <p:pic>
        <p:nvPicPr>
          <p:cNvPr id="7" name="Image 6"/>
          <p:cNvPicPr>
            <a:picLocks noChangeAspect="1"/>
          </p:cNvPicPr>
          <p:nvPr/>
        </p:nvPicPr>
        <p:blipFill>
          <a:blip r:embed="rId3"/>
          <a:stretch>
            <a:fillRect/>
          </a:stretch>
        </p:blipFill>
        <p:spPr>
          <a:xfrm>
            <a:off x="3791744" y="4153132"/>
            <a:ext cx="3024336" cy="2214848"/>
          </a:xfrm>
          <a:prstGeom prst="rect">
            <a:avLst/>
          </a:prstGeom>
        </p:spPr>
      </p:pic>
    </p:spTree>
    <p:extLst>
      <p:ext uri="{BB962C8B-B14F-4D97-AF65-F5344CB8AC3E}">
        <p14:creationId xmlns:p14="http://schemas.microsoft.com/office/powerpoint/2010/main" val="337166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2423592" y="404664"/>
            <a:ext cx="9361040"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chaines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937104" cy="5601533"/>
          </a:xfrm>
          <a:prstGeom prst="rect">
            <a:avLst/>
          </a:prstGeom>
          <a:noFill/>
        </p:spPr>
        <p:txBody>
          <a:bodyPr wrap="square" rtlCol="1">
            <a:spAutoFit/>
          </a:bodyPr>
          <a:lstStyle/>
          <a:p>
            <a:pPr marL="342900" indent="-342900">
              <a:buFont typeface="Wingdings" panose="05000000000000000000" pitchFamily="2" charset="2"/>
              <a:buChar char="§"/>
            </a:pPr>
            <a:r>
              <a:rPr lang="fr-FR" sz="2000" dirty="0" smtClean="0"/>
              <a:t>Concaténation:</a:t>
            </a:r>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r>
              <a:rPr lang="fr-FR" sz="2000" dirty="0" smtClean="0"/>
              <a:t>    </a:t>
            </a:r>
          </a:p>
          <a:p>
            <a:pPr marL="342900" indent="-342900">
              <a:buFont typeface="Wingdings" panose="05000000000000000000" pitchFamily="2" charset="2"/>
              <a:buChar char="§"/>
            </a:pPr>
            <a:r>
              <a:rPr lang="fr-FR" sz="2000" dirty="0" smtClean="0"/>
              <a:t>Longueur d’une chaine</a:t>
            </a:r>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r>
              <a:rPr lang="fr-FR" sz="2000" dirty="0" smtClean="0"/>
              <a:t>Extraire une sous chaine</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4" name="Image 3"/>
          <p:cNvPicPr>
            <a:picLocks noChangeAspect="1"/>
          </p:cNvPicPr>
          <p:nvPr/>
        </p:nvPicPr>
        <p:blipFill>
          <a:blip r:embed="rId2"/>
          <a:stretch>
            <a:fillRect/>
          </a:stretch>
        </p:blipFill>
        <p:spPr>
          <a:xfrm>
            <a:off x="3791745" y="1628800"/>
            <a:ext cx="3672408" cy="1894364"/>
          </a:xfrm>
          <a:prstGeom prst="rect">
            <a:avLst/>
          </a:prstGeom>
        </p:spPr>
      </p:pic>
      <p:pic>
        <p:nvPicPr>
          <p:cNvPr id="5" name="Image 4"/>
          <p:cNvPicPr>
            <a:picLocks noChangeAspect="1"/>
          </p:cNvPicPr>
          <p:nvPr/>
        </p:nvPicPr>
        <p:blipFill>
          <a:blip r:embed="rId3"/>
          <a:stretch>
            <a:fillRect/>
          </a:stretch>
        </p:blipFill>
        <p:spPr>
          <a:xfrm>
            <a:off x="3768743" y="4149080"/>
            <a:ext cx="3228975" cy="628650"/>
          </a:xfrm>
          <a:prstGeom prst="rect">
            <a:avLst/>
          </a:prstGeom>
        </p:spPr>
      </p:pic>
      <p:pic>
        <p:nvPicPr>
          <p:cNvPr id="8" name="Image 7"/>
          <p:cNvPicPr>
            <a:picLocks noChangeAspect="1"/>
          </p:cNvPicPr>
          <p:nvPr/>
        </p:nvPicPr>
        <p:blipFill>
          <a:blip r:embed="rId4"/>
          <a:stretch>
            <a:fillRect/>
          </a:stretch>
        </p:blipFill>
        <p:spPr>
          <a:xfrm>
            <a:off x="3768743" y="5219744"/>
            <a:ext cx="2162175" cy="676275"/>
          </a:xfrm>
          <a:prstGeom prst="rect">
            <a:avLst/>
          </a:prstGeom>
        </p:spPr>
      </p:pic>
    </p:spTree>
    <p:extLst>
      <p:ext uri="{BB962C8B-B14F-4D97-AF65-F5344CB8AC3E}">
        <p14:creationId xmlns:p14="http://schemas.microsoft.com/office/powerpoint/2010/main" val="11692695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2423592" y="404664"/>
            <a:ext cx="9361040"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chaines</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9937104" cy="4985980"/>
          </a:xfrm>
          <a:prstGeom prst="rect">
            <a:avLst/>
          </a:prstGeom>
          <a:noFill/>
        </p:spPr>
        <p:txBody>
          <a:bodyPr wrap="square" rtlCol="1">
            <a:spAutoFit/>
          </a:bodyPr>
          <a:lstStyle/>
          <a:p>
            <a:pPr marL="342900" indent="-342900">
              <a:buFont typeface="Wingdings" panose="05000000000000000000" pitchFamily="2" charset="2"/>
              <a:buChar char="§"/>
            </a:pPr>
            <a:r>
              <a:rPr lang="fr-FR" sz="2000" dirty="0" smtClean="0"/>
              <a:t>Remplacer du texte</a:t>
            </a:r>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pPr marL="342900" indent="-342900">
              <a:buFont typeface="Wingdings" panose="05000000000000000000" pitchFamily="2" charset="2"/>
              <a:buChar char="§"/>
            </a:pPr>
            <a:endParaRPr lang="fr-FR" sz="2000" dirty="0" smtClean="0"/>
          </a:p>
          <a:p>
            <a:pPr marL="342900" indent="-342900">
              <a:buFont typeface="Wingdings" panose="05000000000000000000" pitchFamily="2" charset="2"/>
              <a:buChar char="§"/>
            </a:pPr>
            <a:endParaRPr lang="fr-FR" sz="2000" dirty="0"/>
          </a:p>
          <a:p>
            <a:r>
              <a:rPr lang="fr-FR" sz="2000" dirty="0" smtClean="0"/>
              <a:t>    </a:t>
            </a:r>
          </a:p>
          <a:p>
            <a:endParaRPr lang="fr-FR" sz="2000" dirty="0"/>
          </a:p>
          <a:p>
            <a:pPr marL="342900" indent="-342900">
              <a:buFont typeface="Wingdings" panose="05000000000000000000" pitchFamily="2" charset="2"/>
              <a:buChar char="§"/>
            </a:pPr>
            <a:endParaRPr lang="fr-FR" sz="2000" dirty="0" smtClean="0"/>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pic>
        <p:nvPicPr>
          <p:cNvPr id="6" name="Image 5"/>
          <p:cNvPicPr>
            <a:picLocks noChangeAspect="1"/>
          </p:cNvPicPr>
          <p:nvPr/>
        </p:nvPicPr>
        <p:blipFill>
          <a:blip r:embed="rId2"/>
          <a:stretch>
            <a:fillRect/>
          </a:stretch>
        </p:blipFill>
        <p:spPr>
          <a:xfrm>
            <a:off x="3719736" y="1920074"/>
            <a:ext cx="2686050" cy="1304925"/>
          </a:xfrm>
          <a:prstGeom prst="rect">
            <a:avLst/>
          </a:prstGeom>
        </p:spPr>
      </p:pic>
      <p:pic>
        <p:nvPicPr>
          <p:cNvPr id="7" name="Image 6"/>
          <p:cNvPicPr>
            <a:picLocks noChangeAspect="1"/>
          </p:cNvPicPr>
          <p:nvPr/>
        </p:nvPicPr>
        <p:blipFill>
          <a:blip r:embed="rId3"/>
          <a:stretch>
            <a:fillRect/>
          </a:stretch>
        </p:blipFill>
        <p:spPr>
          <a:xfrm>
            <a:off x="3101727" y="3856342"/>
            <a:ext cx="5124450" cy="1752600"/>
          </a:xfrm>
          <a:prstGeom prst="rect">
            <a:avLst/>
          </a:prstGeom>
        </p:spPr>
      </p:pic>
    </p:spTree>
    <p:extLst>
      <p:ext uri="{BB962C8B-B14F-4D97-AF65-F5344CB8AC3E}">
        <p14:creationId xmlns:p14="http://schemas.microsoft.com/office/powerpoint/2010/main" val="7427037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C0-A4A4-3124-A900-B9A31FF1EE91}"/>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80C289C-AAE3-9C6B-2DCE-5AF40804C44E}"/>
              </a:ext>
            </a:extLst>
          </p:cNvPr>
          <p:cNvSpPr txBox="1">
            <a:spLocks noChangeArrowheads="1"/>
          </p:cNvSpPr>
          <p:nvPr/>
        </p:nvSpPr>
        <p:spPr>
          <a:xfrm>
            <a:off x="3647728" y="404664"/>
            <a:ext cx="7572428" cy="785818"/>
          </a:xfrm>
          <a:prstGeom prst="rect">
            <a:avLst/>
          </a:prstGeom>
          <a:noFill/>
          <a:ln w="38100">
            <a:noFill/>
          </a:ln>
          <a:scene3d>
            <a:camera prst="perspectiveRight"/>
            <a:lightRig rig="threePt" dir="t"/>
          </a:scene3d>
        </p:spPr>
        <p:txBody>
          <a:bodyPr/>
          <a:lstStyle/>
          <a:p>
            <a:pPr>
              <a:defRPr/>
            </a:pPr>
            <a:r>
              <a:rPr lang="fr-FR" sz="3600" b="1" dirty="0" smtClean="0">
                <a:solidFill>
                  <a:srgbClr val="02AFE9"/>
                </a:solidFill>
                <a:latin typeface="+mj-lt"/>
                <a:ea typeface="+mj-ea"/>
                <a:cs typeface="Segoe UI" pitchFamily="34" charset="0"/>
              </a:rPr>
              <a:t>Programmation </a:t>
            </a:r>
            <a:r>
              <a:rPr lang="fr-FR" sz="3600" b="1" dirty="0" err="1" smtClean="0">
                <a:solidFill>
                  <a:srgbClr val="02AFE9"/>
                </a:solidFill>
                <a:latin typeface="+mj-lt"/>
                <a:ea typeface="+mj-ea"/>
                <a:cs typeface="Segoe UI" pitchFamily="34" charset="0"/>
              </a:rPr>
              <a:t>shell</a:t>
            </a:r>
            <a:r>
              <a:rPr lang="fr-FR" sz="3600" b="1" dirty="0" smtClean="0">
                <a:solidFill>
                  <a:srgbClr val="02AFE9"/>
                </a:solidFill>
                <a:latin typeface="+mj-lt"/>
                <a:ea typeface="+mj-ea"/>
                <a:cs typeface="Segoe UI" pitchFamily="34" charset="0"/>
              </a:rPr>
              <a:t> : boucles for</a:t>
            </a:r>
            <a:endParaRPr lang="fr-FR" sz="3600" b="1" dirty="0">
              <a:solidFill>
                <a:srgbClr val="02AFE9"/>
              </a:solidFill>
              <a:latin typeface="+mj-lt"/>
              <a:ea typeface="+mj-ea"/>
              <a:cs typeface="Segoe UI" pitchFamily="34" charset="0"/>
            </a:endParaRPr>
          </a:p>
        </p:txBody>
      </p:sp>
      <p:sp>
        <p:nvSpPr>
          <p:cNvPr id="2" name="ZoneTexte 1">
            <a:extLst>
              <a:ext uri="{FF2B5EF4-FFF2-40B4-BE49-F238E27FC236}">
                <a16:creationId xmlns:a16="http://schemas.microsoft.com/office/drawing/2014/main" id="{FF6204F2-58A3-1A60-7388-F1C41E52E140}"/>
              </a:ext>
            </a:extLst>
          </p:cNvPr>
          <p:cNvSpPr txBox="1"/>
          <p:nvPr/>
        </p:nvSpPr>
        <p:spPr>
          <a:xfrm>
            <a:off x="695400" y="1412776"/>
            <a:ext cx="3240360" cy="7140416"/>
          </a:xfrm>
          <a:prstGeom prst="rect">
            <a:avLst/>
          </a:prstGeom>
          <a:noFill/>
        </p:spPr>
        <p:txBody>
          <a:bodyPr wrap="square" rtlCol="1">
            <a:spAutoFit/>
          </a:bodyPr>
          <a:lstStyle/>
          <a:p>
            <a:pPr marL="342900" indent="-342900">
              <a:buFont typeface="Wingdings" panose="05000000000000000000" pitchFamily="2" charset="2"/>
              <a:buChar char="§"/>
            </a:pPr>
            <a:r>
              <a:rPr lang="en-US" sz="2000" dirty="0" err="1" smtClean="0"/>
              <a:t>Forme</a:t>
            </a:r>
            <a:r>
              <a:rPr lang="en-US" sz="2000" dirty="0" smtClean="0"/>
              <a:t> de la boucle for:</a:t>
            </a:r>
          </a:p>
          <a:p>
            <a:endParaRPr lang="en-US" sz="2000" dirty="0" smtClean="0"/>
          </a:p>
          <a:p>
            <a:r>
              <a:rPr lang="en-US" sz="2000" dirty="0"/>
              <a:t>for variable in </a:t>
            </a:r>
            <a:r>
              <a:rPr lang="en-US" sz="2000" dirty="0" err="1"/>
              <a:t>liste</a:t>
            </a:r>
            <a:endParaRPr lang="en-US" sz="2000" dirty="0"/>
          </a:p>
          <a:p>
            <a:r>
              <a:rPr lang="en-US" sz="2000" dirty="0"/>
              <a:t>do</a:t>
            </a:r>
          </a:p>
          <a:p>
            <a:r>
              <a:rPr lang="en-US" sz="2000" dirty="0"/>
              <a:t>    </a:t>
            </a:r>
            <a:r>
              <a:rPr lang="en-US" sz="2000" dirty="0" err="1"/>
              <a:t>commandes</a:t>
            </a:r>
            <a:endParaRPr lang="en-US" sz="2000" dirty="0"/>
          </a:p>
          <a:p>
            <a:r>
              <a:rPr lang="en-US" sz="2000" dirty="0"/>
              <a:t>d</a:t>
            </a:r>
            <a:r>
              <a:rPr lang="en-US" sz="2000" dirty="0" smtClean="0"/>
              <a:t>one</a:t>
            </a:r>
          </a:p>
          <a:p>
            <a:endParaRPr lang="en-US" sz="2000" dirty="0"/>
          </a:p>
          <a:p>
            <a:pPr marL="342900" indent="-342900">
              <a:buFont typeface="Wingdings" panose="05000000000000000000" pitchFamily="2" charset="2"/>
              <a:buChar char="§"/>
            </a:pPr>
            <a:r>
              <a:rPr lang="en-US" sz="2000" dirty="0" err="1" smtClean="0"/>
              <a:t>Exemple</a:t>
            </a:r>
            <a:r>
              <a:rPr lang="en-US" sz="2000" dirty="0" smtClean="0"/>
              <a:t> 2 :</a:t>
            </a:r>
          </a:p>
          <a:p>
            <a:pPr marL="342900" indent="-342900">
              <a:buFont typeface="Wingdings" panose="05000000000000000000" pitchFamily="2" charset="2"/>
              <a:buChar char="§"/>
            </a:pPr>
            <a:endParaRPr lang="en-US" sz="2000" dirty="0"/>
          </a:p>
          <a:p>
            <a:r>
              <a:rPr lang="en-US" sz="2000" dirty="0" smtClean="0"/>
              <a:t>for </a:t>
            </a:r>
            <a:r>
              <a:rPr lang="en-US" sz="2000" dirty="0" err="1"/>
              <a:t>i</a:t>
            </a:r>
            <a:r>
              <a:rPr lang="en-US" sz="2000" dirty="0"/>
              <a:t> in </a:t>
            </a:r>
            <a:r>
              <a:rPr lang="en-US" sz="2000" dirty="0" smtClean="0"/>
              <a:t>{1..5}</a:t>
            </a:r>
            <a:endParaRPr lang="en-US" sz="2000" dirty="0"/>
          </a:p>
          <a:p>
            <a:r>
              <a:rPr lang="en-US" sz="2000" dirty="0"/>
              <a:t>do</a:t>
            </a:r>
          </a:p>
          <a:p>
            <a:r>
              <a:rPr lang="en-US" sz="2000" dirty="0"/>
              <a:t>    echo $</a:t>
            </a:r>
            <a:r>
              <a:rPr lang="en-US" sz="2000" dirty="0" err="1"/>
              <a:t>i</a:t>
            </a:r>
            <a:endParaRPr lang="en-US" sz="2000" dirty="0"/>
          </a:p>
          <a:p>
            <a:r>
              <a:rPr lang="en-US" sz="2000" dirty="0"/>
              <a:t>done</a:t>
            </a:r>
          </a:p>
          <a:p>
            <a:endParaRPr lang="en-US" sz="2000" dirty="0"/>
          </a:p>
          <a:p>
            <a:endParaRPr lang="en-US" sz="2000" dirty="0" smtClean="0"/>
          </a:p>
          <a:p>
            <a:endParaRPr lang="en-US" sz="2000" dirty="0"/>
          </a:p>
          <a:p>
            <a:r>
              <a:rPr lang="fr-FR" sz="2000" dirty="0" smtClean="0"/>
              <a:t>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sp>
        <p:nvSpPr>
          <p:cNvPr id="5" name="ZoneTexte 4">
            <a:extLst>
              <a:ext uri="{FF2B5EF4-FFF2-40B4-BE49-F238E27FC236}">
                <a16:creationId xmlns:a16="http://schemas.microsoft.com/office/drawing/2014/main" id="{FF6204F2-58A3-1A60-7388-F1C41E52E140}"/>
              </a:ext>
            </a:extLst>
          </p:cNvPr>
          <p:cNvSpPr txBox="1"/>
          <p:nvPr/>
        </p:nvSpPr>
        <p:spPr>
          <a:xfrm>
            <a:off x="6240016" y="1484784"/>
            <a:ext cx="3240360" cy="4985980"/>
          </a:xfrm>
          <a:prstGeom prst="rect">
            <a:avLst/>
          </a:prstGeom>
          <a:noFill/>
        </p:spPr>
        <p:txBody>
          <a:bodyPr wrap="square" rtlCol="1">
            <a:spAutoFit/>
          </a:bodyPr>
          <a:lstStyle/>
          <a:p>
            <a:pPr marL="342900" indent="-342900">
              <a:buFont typeface="Wingdings" panose="05000000000000000000" pitchFamily="2" charset="2"/>
              <a:buChar char="§"/>
            </a:pPr>
            <a:r>
              <a:rPr lang="en-US" sz="2000" dirty="0" err="1" smtClean="0"/>
              <a:t>Exemple</a:t>
            </a:r>
            <a:r>
              <a:rPr lang="en-US" sz="2000" dirty="0" smtClean="0"/>
              <a:t> 1 :</a:t>
            </a:r>
          </a:p>
          <a:p>
            <a:pPr marL="342900" indent="-342900">
              <a:buFont typeface="Wingdings" panose="05000000000000000000" pitchFamily="2" charset="2"/>
              <a:buChar char="§"/>
            </a:pPr>
            <a:endParaRPr lang="en-US" sz="2000" dirty="0"/>
          </a:p>
          <a:p>
            <a:r>
              <a:rPr lang="en-US" sz="2000" dirty="0" smtClean="0"/>
              <a:t>for </a:t>
            </a:r>
            <a:r>
              <a:rPr lang="en-US" sz="2000" dirty="0" err="1"/>
              <a:t>i</a:t>
            </a:r>
            <a:r>
              <a:rPr lang="en-US" sz="2000" dirty="0"/>
              <a:t> in 1 2 3 4 5</a:t>
            </a:r>
          </a:p>
          <a:p>
            <a:r>
              <a:rPr lang="en-US" sz="2000" dirty="0"/>
              <a:t>do</a:t>
            </a:r>
          </a:p>
          <a:p>
            <a:r>
              <a:rPr lang="en-US" sz="2000" dirty="0"/>
              <a:t>    echo $</a:t>
            </a:r>
            <a:r>
              <a:rPr lang="en-US" sz="2000" dirty="0" err="1"/>
              <a:t>i</a:t>
            </a:r>
            <a:endParaRPr lang="en-US" sz="2000" dirty="0"/>
          </a:p>
          <a:p>
            <a:r>
              <a:rPr lang="en-US" sz="2000" dirty="0"/>
              <a:t>done</a:t>
            </a:r>
          </a:p>
          <a:p>
            <a:endParaRPr lang="en-US" sz="2000" dirty="0"/>
          </a:p>
          <a:p>
            <a:endParaRPr lang="en-US" sz="2000" dirty="0" smtClean="0"/>
          </a:p>
          <a:p>
            <a:endParaRPr lang="en-US" sz="2000" dirty="0"/>
          </a:p>
          <a:p>
            <a:r>
              <a:rPr lang="fr-FR" sz="2000" dirty="0" smtClean="0"/>
              <a:t>       </a:t>
            </a:r>
          </a:p>
          <a:p>
            <a:endParaRPr lang="fr-FR" sz="2000" dirty="0"/>
          </a:p>
          <a:p>
            <a:pPr marL="342900" indent="-342900">
              <a:buFontTx/>
              <a:buChar char="-"/>
            </a:pPr>
            <a:endParaRPr lang="fr-FR" sz="2000" dirty="0" smtClean="0"/>
          </a:p>
          <a:p>
            <a:pPr marL="342900" indent="-342900">
              <a:buFontTx/>
              <a:buChar char="-"/>
            </a:pPr>
            <a:endParaRPr lang="fr-FR" sz="2000" dirty="0"/>
          </a:p>
          <a:p>
            <a:endParaRPr lang="fr-FR" sz="2000" dirty="0"/>
          </a:p>
          <a:p>
            <a:endParaRPr lang="fr-FR" sz="2000" dirty="0"/>
          </a:p>
          <a:p>
            <a:endParaRPr lang="fr-FR" b="1" dirty="0"/>
          </a:p>
        </p:txBody>
      </p:sp>
    </p:spTree>
    <p:extLst>
      <p:ext uri="{BB962C8B-B14F-4D97-AF65-F5344CB8AC3E}">
        <p14:creationId xmlns:p14="http://schemas.microsoft.com/office/powerpoint/2010/main" val="427783360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heme/theme1.xml><?xml version="1.0" encoding="utf-8"?>
<a:theme xmlns:a="http://schemas.openxmlformats.org/drawingml/2006/main" name="3_Thème Office">
  <a:themeElements>
    <a:clrScheme name="Bleu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Personnalisé 3">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Capgemini Digital COmmerce">
      <a:dk1>
        <a:srgbClr val="3F3F3F"/>
      </a:dk1>
      <a:lt1>
        <a:srgbClr val="FFFFFF"/>
      </a:lt1>
      <a:dk2>
        <a:srgbClr val="595959"/>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nalisé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ppt_Template_Capgemin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4.xml><?xml version="1.0" encoding="utf-8"?>
<a:theme xmlns:a="http://schemas.openxmlformats.org/drawingml/2006/main" name="1_Thème Office">
  <a:themeElements>
    <a:clrScheme name="Capgemini Digital COmmerce">
      <a:dk1>
        <a:srgbClr val="3F3F3F"/>
      </a:dk1>
      <a:lt1>
        <a:srgbClr val="FFFFFF"/>
      </a:lt1>
      <a:dk2>
        <a:srgbClr val="595959"/>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nalisé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ppt_Template_Capgemin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6.xml><?xml version="1.0" encoding="utf-8"?>
<a:theme xmlns:a="http://schemas.openxmlformats.org/drawingml/2006/main" name="2_Thème Office">
  <a:themeElements>
    <a:clrScheme name="Capgemini Digital COmmerce">
      <a:dk1>
        <a:srgbClr val="3F3F3F"/>
      </a:dk1>
      <a:lt1>
        <a:srgbClr val="FFFFFF"/>
      </a:lt1>
      <a:dk2>
        <a:srgbClr val="595959"/>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nalisé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2_ppt_Template_Capgemin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8.xml><?xml version="1.0" encoding="utf-8"?>
<a:theme xmlns:a="http://schemas.openxmlformats.org/drawingml/2006/main" name="Thème Offic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ème Offic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1566889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2012-05-23T08:44:00+00:00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TP102901017</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836753</LocLastLocAttemptVersionLookup>
    <IsSearchable xmlns="4873beb7-5857-4685-be1f-d57550cc96cc">true</IsSearchable>
    <TemplateTemplateType xmlns="4873beb7-5857-4685-be1f-d57550cc96cc">PowerPoint Design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REDMOND\v-anij</DisplayName>
        <AccountId>2469</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098515-0C12-46CF-BC7C-69B4A13CD5FA}">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terms/"/>
    <ds:schemaRef ds:uri="4873beb7-5857-4685-be1f-d57550cc96cc"/>
    <ds:schemaRef ds:uri="http://purl.org/dc/dcmitype/"/>
  </ds:schemaRefs>
</ds:datastoreItem>
</file>

<file path=customXml/itemProps2.xml><?xml version="1.0" encoding="utf-8"?>
<ds:datastoreItem xmlns:ds="http://schemas.openxmlformats.org/officeDocument/2006/customXml" ds:itemID="{746CFF6F-D9AA-4BC0-911A-0A1356771912}">
  <ds:schemaRefs>
    <ds:schemaRef ds:uri="http://schemas.microsoft.com/sharepoint/v3/contenttype/forms"/>
  </ds:schemaRefs>
</ds:datastoreItem>
</file>

<file path=customXml/itemProps3.xml><?xml version="1.0" encoding="utf-8"?>
<ds:datastoreItem xmlns:ds="http://schemas.openxmlformats.org/officeDocument/2006/customXml" ds:itemID="{0B5C6E15-39DC-470B-9445-F754B94580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nadasbihi</Template>
  <TotalTime>1523</TotalTime>
  <Words>555</Words>
  <Application>Microsoft Office PowerPoint</Application>
  <PresentationFormat>Grand écran</PresentationFormat>
  <Paragraphs>251</Paragraphs>
  <Slides>17</Slides>
  <Notes>0</Notes>
  <HiddenSlides>0</HiddenSlides>
  <MMClips>0</MMClips>
  <ScaleCrop>false</ScaleCrop>
  <HeadingPairs>
    <vt:vector size="6" baseType="variant">
      <vt:variant>
        <vt:lpstr>Polices utilisées</vt:lpstr>
      </vt:variant>
      <vt:variant>
        <vt:i4>10</vt:i4>
      </vt:variant>
      <vt:variant>
        <vt:lpstr>Thème</vt:lpstr>
      </vt:variant>
      <vt:variant>
        <vt:i4>7</vt:i4>
      </vt:variant>
      <vt:variant>
        <vt:lpstr>Titres des diapositives</vt:lpstr>
      </vt:variant>
      <vt:variant>
        <vt:i4>17</vt:i4>
      </vt:variant>
    </vt:vector>
  </HeadingPairs>
  <TitlesOfParts>
    <vt:vector size="34" baseType="lpstr">
      <vt:lpstr>Arial</vt:lpstr>
      <vt:lpstr>Calibri</vt:lpstr>
      <vt:lpstr>Candara</vt:lpstr>
      <vt:lpstr>Helvetica Light</vt:lpstr>
      <vt:lpstr>Roboto</vt:lpstr>
      <vt:lpstr>Roboto Light</vt:lpstr>
      <vt:lpstr>Segoe UI</vt:lpstr>
      <vt:lpstr>Segoe UI Light</vt:lpstr>
      <vt:lpstr>Trebuchet MS</vt:lpstr>
      <vt:lpstr>Wingdings</vt:lpstr>
      <vt:lpstr>3_Thème Office</vt:lpstr>
      <vt:lpstr>Thème Office</vt:lpstr>
      <vt:lpstr>ppt_Template_Capgemini</vt:lpstr>
      <vt:lpstr>1_Thème Office</vt:lpstr>
      <vt:lpstr>1_ppt_Template_Capgemini</vt:lpstr>
      <vt:lpstr>2_Thème Office</vt:lpstr>
      <vt:lpstr>2_ppt_Template_Capgemini</vt:lpstr>
      <vt:lpstr>Système d’exploitation Linux : Programmation shell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Système d’exploitation Linux : Programmation shell </dc:title>
  <dc:creator/>
  <cp:lastModifiedBy>INPT</cp:lastModifiedBy>
  <cp:revision>25</cp:revision>
  <dcterms:created xsi:type="dcterms:W3CDTF">2018-09-26T10:45:20Z</dcterms:created>
  <dcterms:modified xsi:type="dcterms:W3CDTF">2026-02-13T08:15:20Z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